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7" r:id="rId4"/>
    <p:sldMasterId id="2147483845" r:id="rId5"/>
  </p:sldMasterIdLst>
  <p:notesMasterIdLst>
    <p:notesMasterId r:id="rId26"/>
  </p:notesMasterIdLst>
  <p:handoutMasterIdLst>
    <p:handoutMasterId r:id="rId27"/>
  </p:handoutMasterIdLst>
  <p:sldIdLst>
    <p:sldId id="5564" r:id="rId6"/>
    <p:sldId id="5565" r:id="rId7"/>
    <p:sldId id="5591" r:id="rId8"/>
    <p:sldId id="5584" r:id="rId9"/>
    <p:sldId id="5585" r:id="rId10"/>
    <p:sldId id="5576" r:id="rId11"/>
    <p:sldId id="5594" r:id="rId12"/>
    <p:sldId id="5593" r:id="rId13"/>
    <p:sldId id="5595" r:id="rId14"/>
    <p:sldId id="5596" r:id="rId15"/>
    <p:sldId id="5577" r:id="rId16"/>
    <p:sldId id="5586" r:id="rId17"/>
    <p:sldId id="5587" r:id="rId18"/>
    <p:sldId id="5589" r:id="rId19"/>
    <p:sldId id="5578" r:id="rId20"/>
    <p:sldId id="5583" r:id="rId21"/>
    <p:sldId id="5592" r:id="rId22"/>
    <p:sldId id="5567" r:id="rId23"/>
    <p:sldId id="5568" r:id="rId24"/>
    <p:sldId id="575" r:id="rId25"/>
  </p:sldIdLst>
  <p:sldSz cx="12192000" cy="6858000"/>
  <p:notesSz cx="6797675" cy="9926638"/>
  <p:custDataLst>
    <p:tags r:id="rId28"/>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53D7"/>
    <a:srgbClr val="D1D7DA"/>
    <a:srgbClr val="FF9900"/>
    <a:srgbClr val="EF0000"/>
    <a:srgbClr val="9DAFCC"/>
    <a:srgbClr val="4B5669"/>
    <a:srgbClr val="FFFFFF"/>
    <a:srgbClr val="2D76AD"/>
    <a:srgbClr val="215983"/>
    <a:srgbClr val="3D8E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17EA92-75D0-4044-A80A-286907CE0DDC}">
  <a:tblStyle styleId="{0817EA92-75D0-4044-A80A-286907CE0DDC}" styleName="Beckhoff Standard Table Style">
    <a:wholeTbl>
      <a:tcTxStyle>
        <a:fontRef idx="minor">
          <a:prstClr val="black"/>
        </a:fontRef>
        <a:schemeClr val="dk1"/>
      </a:tcTxStyle>
      <a:tcStyle>
        <a:tcBdr>
          <a:left>
            <a:ln w="0" cmpd="sng">
              <a:solidFill>
                <a:schemeClr val="lt1"/>
              </a:solidFill>
            </a:ln>
          </a:left>
          <a:right>
            <a:ln w="0" cmpd="sng">
              <a:solidFill>
                <a:schemeClr val="lt1"/>
              </a:solidFill>
            </a:ln>
          </a:right>
          <a:top>
            <a:ln w="12700" cmpd="sng">
              <a:solidFill>
                <a:schemeClr val="lt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lt1"/>
          </a:solidFill>
        </a:fill>
      </a:tcStyle>
    </a:wholeTbl>
    <a:band1H>
      <a:tcStyle>
        <a:tcBdr/>
      </a:tcStyle>
    </a:band1H>
    <a:band2H>
      <a:tcStyle>
        <a:tcBdr/>
        <a:fill>
          <a:solidFill>
            <a:schemeClr val="lt2">
              <a:tint val="60000"/>
            </a:schemeClr>
          </a:solidFill>
        </a:fill>
      </a:tcStyle>
    </a:band2H>
    <a:band1V>
      <a:tcStyle>
        <a:tcBdr/>
      </a:tcStyle>
    </a:band1V>
    <a:band2V>
      <a:tcStyle>
        <a:tcBdr/>
        <a:fill>
          <a:solidFill>
            <a:schemeClr val="lt2">
              <a:tint val="60000"/>
            </a:schemeClr>
          </a:solidFill>
        </a:fill>
      </a:tcStyle>
    </a:band2V>
    <a:lastCol>
      <a:tcTxStyle b="on">
        <a:fontRef idx="minor">
          <a:prstClr val="black"/>
        </a:fontRef>
        <a:schemeClr val="dk1"/>
      </a:tcTxStyle>
      <a:tcStyle>
        <a:tcBdr/>
        <a:fill>
          <a:solidFill>
            <a:schemeClr val="accent1"/>
          </a:solidFill>
        </a:fill>
      </a:tcStyle>
    </a:lastCol>
    <a:firstCol>
      <a:tcTxStyle b="on">
        <a:fontRef idx="minor">
          <a:prstClr val="black"/>
        </a:fontRef>
        <a:schemeClr val="dk1"/>
      </a:tcTxStyle>
      <a:tcStyle>
        <a:tcBdr/>
        <a:fill>
          <a:solidFill>
            <a:schemeClr val="accent1"/>
          </a:solidFill>
        </a:fill>
      </a:tcStyle>
    </a:firstCol>
    <a:lastRow>
      <a:tcTxStyle b="on">
        <a:fontRef idx="minor">
          <a:prstClr val="black"/>
        </a:fontRef>
        <a:schemeClr val="lt1"/>
      </a:tcTxStyle>
      <a:tcStyle>
        <a:tcBdr>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2"/>
          </a:solidFill>
        </a:fill>
      </a:tcStyle>
    </a:lastRow>
    <a:firstRow>
      <a:tcTxStyle b="on">
        <a:fontRef idx="minor">
          <a:prstClr val="black"/>
        </a:fontRef>
        <a:schemeClr val="lt1"/>
      </a:tcTxStyle>
      <a:tcStyle>
        <a:tcBdr>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2"/>
          </a:solid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C22544A-7EE6-4342-B048-85BDC9FD1C3A}" styleName="Mittlere Formatvorlage 2 - Akzent 1">
    <a:wholeTbl>
      <a:tcTxStyle>
        <a:fontRef idx="minor">
          <a:prstClr val="black"/>
        </a:fontRef>
        <a:schemeClr val="dk1"/>
      </a:tcTxStyle>
      <a:tcStyle>
        <a:tcBdr>
          <a:left>
            <a:ln w="0" cmpd="sng">
              <a:solidFill>
                <a:schemeClr val="lt1"/>
              </a:solidFill>
            </a:ln>
          </a:left>
          <a:right>
            <a:ln w="0" cmpd="sng">
              <a:solidFill>
                <a:schemeClr val="lt1"/>
              </a:solidFill>
            </a:ln>
          </a:right>
          <a:top>
            <a:ln w="12700" cmpd="sng">
              <a:solidFill>
                <a:schemeClr val="lt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lt1"/>
          </a:solidFill>
        </a:fill>
      </a:tcStyle>
    </a:wholeTbl>
    <a:band1H>
      <a:tcStyle>
        <a:tcBdr/>
      </a:tcStyle>
    </a:band1H>
    <a:band2H>
      <a:tcStyle>
        <a:tcBdr/>
        <a:fill>
          <a:solidFill>
            <a:schemeClr val="lt2">
              <a:tint val="60000"/>
            </a:schemeClr>
          </a:solidFill>
        </a:fill>
      </a:tcStyle>
    </a:band2H>
    <a:band1V>
      <a:tcStyle>
        <a:tcBdr/>
      </a:tcStyle>
    </a:band1V>
    <a:band2V>
      <a:tcStyle>
        <a:tcBdr/>
        <a:fill>
          <a:solidFill>
            <a:schemeClr val="lt2">
              <a:tint val="60000"/>
            </a:schemeClr>
          </a:solidFill>
        </a:fill>
      </a:tcStyle>
    </a:band2V>
    <a:lastCol>
      <a:tcTxStyle b="on">
        <a:fontRef idx="minor">
          <a:prstClr val="black"/>
        </a:fontRef>
        <a:schemeClr val="dk1"/>
      </a:tcTxStyle>
      <a:tcStyle>
        <a:tcBdr/>
        <a:fill>
          <a:solidFill>
            <a:schemeClr val="accent1"/>
          </a:solidFill>
        </a:fill>
      </a:tcStyle>
    </a:lastCol>
    <a:firstCol>
      <a:tcTxStyle b="on">
        <a:fontRef idx="minor">
          <a:prstClr val="black"/>
        </a:fontRef>
        <a:schemeClr val="dk1"/>
      </a:tcTxStyle>
      <a:tcStyle>
        <a:tcBdr/>
        <a:fill>
          <a:solidFill>
            <a:schemeClr val="accent1"/>
          </a:solidFill>
        </a:fill>
      </a:tcStyle>
    </a:firstCol>
    <a:lastRow>
      <a:tcTxStyle b="on">
        <a:fontRef idx="minor">
          <a:prstClr val="black"/>
        </a:fontRef>
        <a:schemeClr val="lt1"/>
      </a:tcTxStyle>
      <a:tcStyle>
        <a:tcBdr>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solidFill>
        </a:fill>
      </a:tcStyle>
    </a:lastRow>
    <a:firstRow>
      <a:tcTxStyle b="on">
        <a:fontRef idx="minor">
          <a:prstClr val="black"/>
        </a:fontRef>
        <a:schemeClr val="lt1"/>
      </a:tcTxStyle>
      <a:tcStyle>
        <a:tcBdr>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dk2"/>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dk2"/>
          </a:solidFill>
        </a:fill>
      </a:tcStyle>
    </a:lastRow>
    <a:firstRow>
      <a:tcTxStyle b="on">
        <a:fontRef idx="minor">
          <a:scrgbClr r="0" g="0" b="0"/>
        </a:fontRef>
        <a:schemeClr val="dk2"/>
      </a:tcTxStyle>
      <a:tcStyle>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dk2"/>
              </a:solidFill>
            </a:ln>
          </a:left>
          <a:right>
            <a:ln w="12700" cmpd="sng">
              <a:solidFill>
                <a:schemeClr val="dk2"/>
              </a:solidFill>
            </a:ln>
          </a:right>
          <a:top>
            <a:ln w="12700" cmpd="sng">
              <a:solidFill>
                <a:schemeClr val="dk2"/>
              </a:solidFill>
            </a:ln>
          </a:top>
          <a:bottom>
            <a:ln w="12700" cmpd="sng">
              <a:solidFill>
                <a:schemeClr val="dk2"/>
              </a:solidFill>
            </a:ln>
          </a:bottom>
          <a:insideH>
            <a:ln w="12700" cmpd="sng">
              <a:solidFill>
                <a:schemeClr val="dk2"/>
              </a:solidFill>
            </a:ln>
          </a:insideH>
          <a:insideV>
            <a:ln w="12700" cmpd="sng">
              <a:solidFill>
                <a:schemeClr val="dk2"/>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dk2"/>
      </a:tcTxStyle>
      <a:tcStyle>
        <a:tcBdr/>
        <a:fill>
          <a:solidFill>
            <a:schemeClr val="accent1"/>
          </a:solidFill>
        </a:fill>
      </a:tcStyle>
    </a:lastCol>
    <a:firstCol>
      <a:tcTxStyle b="on">
        <a:fontRef idx="minor">
          <a:prstClr val="black"/>
        </a:fontRef>
        <a:schemeClr val="dk2"/>
      </a:tcTxStyle>
      <a:tcStyle>
        <a:tcBdr/>
        <a:fill>
          <a:solidFill>
            <a:schemeClr val="accent1"/>
          </a:solidFill>
        </a:fill>
      </a:tcStyle>
    </a:firstCol>
    <a:lastRow>
      <a:tcTxStyle b="on">
        <a:fontRef idx="minor">
          <a:prstClr val="black"/>
        </a:fontRef>
        <a:schemeClr val="dk2"/>
      </a:tcTxStyle>
      <a:tcStyle>
        <a:tcBdr>
          <a:top>
            <a:ln w="38100" cmpd="sng">
              <a:solidFill>
                <a:schemeClr val="dk2"/>
              </a:solidFill>
            </a:ln>
          </a:top>
        </a:tcBdr>
        <a:fill>
          <a:solidFill>
            <a:schemeClr val="accent2"/>
          </a:solidFill>
        </a:fill>
      </a:tcStyle>
    </a:lastRow>
    <a:firstRow>
      <a:tcTxStyle b="on">
        <a:fontRef idx="minor">
          <a:prstClr val="black"/>
        </a:fontRef>
        <a:schemeClr val="dk2"/>
      </a:tcTxStyle>
      <a:tcStyle>
        <a:tcBdr>
          <a:bottom>
            <a:ln w="38100" cmpd="sng">
              <a:solidFill>
                <a:schemeClr val="dk2"/>
              </a:solidFill>
            </a:ln>
          </a:bottom>
        </a:tcBdr>
        <a:fill>
          <a:solidFill>
            <a:schemeClr val="accent2"/>
          </a:solidFill>
        </a:fill>
      </a:tcStyle>
    </a:firstRow>
  </a:tblStyle>
  <a:tblStyle styleId="{9DCAF9ED-07DC-4A11-8D7F-57B35C25682E}" styleName="Mittlere Formatvorlage 1 - Akz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dk2"/>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86765" autoAdjust="0"/>
  </p:normalViewPr>
  <p:slideViewPr>
    <p:cSldViewPr snapToObjects="1" showGuides="1">
      <p:cViewPr varScale="1">
        <p:scale>
          <a:sx n="107" d="100"/>
          <a:sy n="107" d="100"/>
        </p:scale>
        <p:origin x="1014" y="10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50" d="100"/>
        <a:sy n="150" d="100"/>
      </p:scale>
      <p:origin x="0" y="0"/>
    </p:cViewPr>
  </p:sorterViewPr>
  <p:notesViewPr>
    <p:cSldViewPr snapToObjects="1" showGuides="1">
      <p:cViewPr varScale="1">
        <p:scale>
          <a:sx n="79" d="100"/>
          <a:sy n="79" d="100"/>
        </p:scale>
        <p:origin x="3900" y="9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ags" Target="tags/tag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1"/>
            <a:ext cx="2945659" cy="496332"/>
          </a:xfrm>
          <a:prstGeom prst="rect">
            <a:avLst/>
          </a:prstGeom>
        </p:spPr>
        <p:txBody>
          <a:bodyPr vert="horz" lIns="91432" tIns="45716" rIns="91432" bIns="45716" rtlCol="0"/>
          <a:lstStyle>
            <a:lvl1pPr algn="l">
              <a:defRPr sz="1200"/>
            </a:lvl1pPr>
          </a:lstStyle>
          <a:p>
            <a:r>
              <a:rPr lang="de-DE"/>
              <a:t>Text der Kopfzeile</a:t>
            </a:r>
          </a:p>
        </p:txBody>
      </p:sp>
      <p:sp>
        <p:nvSpPr>
          <p:cNvPr id="3" name="Datumsplatzhalter 2"/>
          <p:cNvSpPr>
            <a:spLocks noGrp="1"/>
          </p:cNvSpPr>
          <p:nvPr>
            <p:ph type="dt" sz="quarter" idx="1"/>
          </p:nvPr>
        </p:nvSpPr>
        <p:spPr>
          <a:xfrm>
            <a:off x="3850445" y="1"/>
            <a:ext cx="2945659" cy="496332"/>
          </a:xfrm>
          <a:prstGeom prst="rect">
            <a:avLst/>
          </a:prstGeom>
        </p:spPr>
        <p:txBody>
          <a:bodyPr vert="horz" lIns="91432" tIns="45716" rIns="91432" bIns="45716" rtlCol="0"/>
          <a:lstStyle>
            <a:lvl1pPr algn="r">
              <a:defRPr sz="1200"/>
            </a:lvl1pPr>
          </a:lstStyle>
          <a:p>
            <a:fld id="{8F1A36FD-08A9-47F7-8F4B-E50EC98C36E7}" type="datetime1">
              <a:rPr lang="de-DE" smtClean="0"/>
              <a:t>12.05.2026</a:t>
            </a:fld>
            <a:endParaRPr lang="de-DE"/>
          </a:p>
        </p:txBody>
      </p:sp>
      <p:sp>
        <p:nvSpPr>
          <p:cNvPr id="4" name="Fußzeilenplatzhalter 3"/>
          <p:cNvSpPr>
            <a:spLocks noGrp="1"/>
          </p:cNvSpPr>
          <p:nvPr>
            <p:ph type="ftr" sz="quarter" idx="2"/>
          </p:nvPr>
        </p:nvSpPr>
        <p:spPr>
          <a:xfrm>
            <a:off x="1" y="9428584"/>
            <a:ext cx="2945659" cy="496332"/>
          </a:xfrm>
          <a:prstGeom prst="rect">
            <a:avLst/>
          </a:prstGeom>
        </p:spPr>
        <p:txBody>
          <a:bodyPr vert="horz" lIns="91432" tIns="45716" rIns="91432" bIns="45716" rtlCol="0" anchor="b"/>
          <a:lstStyle>
            <a:lvl1pPr algn="l">
              <a:defRPr sz="1200"/>
            </a:lvl1pPr>
          </a:lstStyle>
          <a:p>
            <a:r>
              <a:rPr lang="de-DE"/>
              <a:t>Text der Fußzeile</a:t>
            </a:r>
          </a:p>
        </p:txBody>
      </p:sp>
      <p:sp>
        <p:nvSpPr>
          <p:cNvPr id="5" name="Foliennummernplatzhalter 4"/>
          <p:cNvSpPr>
            <a:spLocks noGrp="1"/>
          </p:cNvSpPr>
          <p:nvPr>
            <p:ph type="sldNum" sz="quarter" idx="3"/>
          </p:nvPr>
        </p:nvSpPr>
        <p:spPr>
          <a:xfrm>
            <a:off x="3850445" y="9428584"/>
            <a:ext cx="2945659" cy="496332"/>
          </a:xfrm>
          <a:prstGeom prst="rect">
            <a:avLst/>
          </a:prstGeom>
        </p:spPr>
        <p:txBody>
          <a:bodyPr vert="horz" lIns="91432" tIns="45716" rIns="91432" bIns="45716" rtlCol="0" anchor="b"/>
          <a:lstStyle>
            <a:lvl1pPr algn="r">
              <a:defRPr sz="1200"/>
            </a:lvl1pPr>
          </a:lstStyle>
          <a:p>
            <a:fld id="{D584D4DD-0EAA-4244-BC03-ECEA8EDC466D}" type="slidenum">
              <a:rPr lang="de-DE" smtClean="0"/>
              <a:t>‹#›</a:t>
            </a:fld>
            <a:endParaRPr lang="de-DE"/>
          </a:p>
        </p:txBody>
      </p:sp>
    </p:spTree>
    <p:extLst>
      <p:ext uri="{BB962C8B-B14F-4D97-AF65-F5344CB8AC3E}">
        <p14:creationId xmlns:p14="http://schemas.microsoft.com/office/powerpoint/2010/main" val="2987791544"/>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oliennummernplatzhalter 6"/>
          <p:cNvSpPr>
            <a:spLocks noGrp="1"/>
          </p:cNvSpPr>
          <p:nvPr>
            <p:ph type="sldNum" sz="quarter" idx="5"/>
          </p:nvPr>
        </p:nvSpPr>
        <p:spPr>
          <a:xfrm>
            <a:off x="2972211" y="9428584"/>
            <a:ext cx="853252" cy="496332"/>
          </a:xfrm>
          <a:prstGeom prst="rect">
            <a:avLst/>
          </a:prstGeom>
        </p:spPr>
        <p:txBody>
          <a:bodyPr vert="horz" lIns="91432" tIns="45716" rIns="91432" bIns="45716" rtlCol="0" anchor="b"/>
          <a:lstStyle>
            <a:lvl1pPr algn="ctr">
              <a:defRPr sz="1200">
                <a:solidFill>
                  <a:schemeClr val="bg2"/>
                </a:solidFill>
              </a:defRPr>
            </a:lvl1pPr>
          </a:lstStyle>
          <a:p>
            <a:fld id="{B280112D-8454-448C-8A04-1F3237E367D5}" type="slidenum">
              <a:rPr lang="de-DE" smtClean="0"/>
              <a:pPr/>
              <a:t>‹#›</a:t>
            </a:fld>
            <a:endParaRPr lang="de-DE" dirty="0"/>
          </a:p>
        </p:txBody>
      </p:sp>
      <p:sp>
        <p:nvSpPr>
          <p:cNvPr id="3" name="Datumsplatzhalter 2"/>
          <p:cNvSpPr>
            <a:spLocks noGrp="1"/>
          </p:cNvSpPr>
          <p:nvPr>
            <p:ph type="dt" idx="1"/>
          </p:nvPr>
        </p:nvSpPr>
        <p:spPr>
          <a:xfrm>
            <a:off x="3850445" y="9430306"/>
            <a:ext cx="2945659" cy="496332"/>
          </a:xfrm>
          <a:prstGeom prst="rect">
            <a:avLst/>
          </a:prstGeom>
        </p:spPr>
        <p:txBody>
          <a:bodyPr vert="horz" lIns="91432" tIns="45716" rIns="179985" bIns="45716" rtlCol="0" anchor="b"/>
          <a:lstStyle>
            <a:lvl1pPr algn="r">
              <a:defRPr sz="1000">
                <a:solidFill>
                  <a:schemeClr val="bg2"/>
                </a:solidFill>
              </a:defRPr>
            </a:lvl1pPr>
          </a:lstStyle>
          <a:p>
            <a:fld id="{0A2346E5-778D-4A7C-BA30-768202CBF653}" type="datetime1">
              <a:rPr lang="de-DE" smtClean="0"/>
              <a:t>12.05.2026</a:t>
            </a:fld>
            <a:endParaRPr lang="de-DE"/>
          </a:p>
        </p:txBody>
      </p:sp>
      <p:sp>
        <p:nvSpPr>
          <p:cNvPr id="4" name="Folienbildplatzhalter 3"/>
          <p:cNvSpPr>
            <a:spLocks noGrp="1" noRot="1" noChangeAspect="1"/>
          </p:cNvSpPr>
          <p:nvPr>
            <p:ph type="sldImg" idx="2"/>
          </p:nvPr>
        </p:nvSpPr>
        <p:spPr>
          <a:xfrm>
            <a:off x="44" y="0"/>
            <a:ext cx="6796059" cy="3823379"/>
          </a:xfrm>
          <a:prstGeom prst="rect">
            <a:avLst/>
          </a:prstGeom>
          <a:noFill/>
          <a:ln w="6350">
            <a:solidFill>
              <a:schemeClr val="tx2"/>
            </a:solidFill>
          </a:ln>
        </p:spPr>
        <p:txBody>
          <a:bodyPr vert="horz" lIns="91432" tIns="45716" rIns="91432" bIns="45716" rtlCol="0" anchor="ctr"/>
          <a:lstStyle/>
          <a:p>
            <a:endParaRPr lang="de-DE"/>
          </a:p>
        </p:txBody>
      </p:sp>
      <p:sp>
        <p:nvSpPr>
          <p:cNvPr id="6" name="Fußzeilenplatzhalter 5"/>
          <p:cNvSpPr>
            <a:spLocks noGrp="1"/>
          </p:cNvSpPr>
          <p:nvPr>
            <p:ph type="ftr" sz="quarter" idx="4"/>
          </p:nvPr>
        </p:nvSpPr>
        <p:spPr>
          <a:xfrm>
            <a:off x="1" y="9428584"/>
            <a:ext cx="2945659" cy="496332"/>
          </a:xfrm>
          <a:prstGeom prst="rect">
            <a:avLst/>
          </a:prstGeom>
        </p:spPr>
        <p:txBody>
          <a:bodyPr vert="horz" lIns="179985" tIns="45716" rIns="91432" bIns="45716" rtlCol="0" anchor="b"/>
          <a:lstStyle>
            <a:lvl1pPr algn="l">
              <a:defRPr sz="1000">
                <a:solidFill>
                  <a:schemeClr val="bg2"/>
                </a:solidFill>
              </a:defRPr>
            </a:lvl1pPr>
          </a:lstStyle>
          <a:p>
            <a:r>
              <a:rPr lang="de-DE"/>
              <a:t>Text der Fußzeile</a:t>
            </a:r>
          </a:p>
        </p:txBody>
      </p:sp>
      <p:cxnSp>
        <p:nvCxnSpPr>
          <p:cNvPr id="9" name="Gerader Verbinder 8"/>
          <p:cNvCxnSpPr/>
          <p:nvPr/>
        </p:nvCxnSpPr>
        <p:spPr>
          <a:xfrm>
            <a:off x="1" y="9430306"/>
            <a:ext cx="6797675"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5" name="Notizenplatzhalter 4"/>
          <p:cNvSpPr>
            <a:spLocks noGrp="1"/>
          </p:cNvSpPr>
          <p:nvPr>
            <p:ph type="body" sz="quarter" idx="3"/>
          </p:nvPr>
        </p:nvSpPr>
        <p:spPr>
          <a:xfrm>
            <a:off x="1" y="3823379"/>
            <a:ext cx="6796102" cy="5606927"/>
          </a:xfrm>
          <a:prstGeom prst="rect">
            <a:avLst/>
          </a:prstGeom>
        </p:spPr>
        <p:txBody>
          <a:bodyPr vert="horz" lIns="252000" tIns="190784" rIns="179985" bIns="45716"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620462188"/>
      </p:ext>
    </p:extLst>
  </p:cSld>
  <p:clrMap bg1="lt1" tx1="dk1" bg2="lt2" tx2="dk2" accent1="accent1" accent2="accent2" accent3="accent3" accent4="accent4" accent5="accent5" accent6="accent6" hlink="hlink" folHlink="folHlink"/>
  <p:hf/>
  <p:notesStyle>
    <a:lvl1pPr marL="180000" indent="-180000" algn="l" defTabSz="914400" rtl="0" eaLnBrk="1" latinLnBrk="0" hangingPunct="1">
      <a:buFont typeface="Wingdings" panose="05000000000000000000" pitchFamily="2" charset="2"/>
      <a:buChar char="§"/>
      <a:defRPr sz="1200" kern="1200">
        <a:solidFill>
          <a:schemeClr val="tx1"/>
        </a:solidFill>
        <a:latin typeface="+mn-lt"/>
        <a:ea typeface="+mn-ea"/>
        <a:cs typeface="+mn-cs"/>
      </a:defRPr>
    </a:lvl1pPr>
    <a:lvl2pPr marL="378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2pPr>
    <a:lvl3pPr marL="576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3pPr>
    <a:lvl4pPr marL="774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4pPr>
    <a:lvl5pPr marL="972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0"/>
          </p:nvPr>
        </p:nvSpPr>
        <p:spPr/>
        <p:txBody>
          <a:bodyPr/>
          <a:lstStyle/>
          <a:p>
            <a:fld id="{B280112D-8454-448C-8A04-1F3237E367D5}" type="slidenum">
              <a:rPr lang="de-DE" smtClean="0"/>
              <a:pPr/>
              <a:t>1</a:t>
            </a:fld>
            <a:endParaRPr lang="de-DE" dirty="0"/>
          </a:p>
        </p:txBody>
      </p:sp>
      <p:sp>
        <p:nvSpPr>
          <p:cNvPr id="6" name="Datumsplatzhalter 5"/>
          <p:cNvSpPr>
            <a:spLocks noGrp="1"/>
          </p:cNvSpPr>
          <p:nvPr>
            <p:ph type="dt" idx="11"/>
          </p:nvPr>
        </p:nvSpPr>
        <p:spPr/>
        <p:txBody>
          <a:bodyPr/>
          <a:lstStyle/>
          <a:p>
            <a:fld id="{205C729D-E78E-4966-9400-1CAB7A9827B3}" type="datetime1">
              <a:rPr lang="de-DE" smtClean="0"/>
              <a:pPr/>
              <a:t>12.05.2026</a:t>
            </a:fld>
            <a:endParaRPr lang="de-DE"/>
          </a:p>
        </p:txBody>
      </p:sp>
      <p:sp>
        <p:nvSpPr>
          <p:cNvPr id="7" name="Fußzeilenplatzhalter 6"/>
          <p:cNvSpPr>
            <a:spLocks noGrp="1"/>
          </p:cNvSpPr>
          <p:nvPr>
            <p:ph type="ftr" sz="quarter" idx="12"/>
          </p:nvPr>
        </p:nvSpPr>
        <p:spPr/>
        <p:txBody>
          <a:bodyPr/>
          <a:lstStyle/>
          <a:p>
            <a:r>
              <a:rPr lang="de-DE"/>
              <a:t>Text der Fußzeile</a:t>
            </a:r>
          </a:p>
        </p:txBody>
      </p:sp>
      <p:sp>
        <p:nvSpPr>
          <p:cNvPr id="20" name="Folienbildplatzhalter 19"/>
          <p:cNvSpPr>
            <a:spLocks noGrp="1" noRot="1" noChangeAspect="1"/>
          </p:cNvSpPr>
          <p:nvPr>
            <p:ph type="sldImg"/>
          </p:nvPr>
        </p:nvSpPr>
        <p:spPr>
          <a:xfrm>
            <a:off x="0" y="0"/>
            <a:ext cx="6796088" cy="3822700"/>
          </a:xfrm>
        </p:spPr>
      </p:sp>
      <p:sp>
        <p:nvSpPr>
          <p:cNvPr id="21" name="Notizenplatzhalter 20"/>
          <p:cNvSpPr>
            <a:spLocks noGrp="1"/>
          </p:cNvSpPr>
          <p:nvPr>
            <p:ph type="body" idx="1"/>
          </p:nvPr>
        </p:nvSpPr>
        <p:spPr/>
        <p:txBody>
          <a:bodyPr/>
          <a:lstStyle/>
          <a:p>
            <a:endParaRPr lang="de-DE"/>
          </a:p>
        </p:txBody>
      </p:sp>
    </p:spTree>
    <p:extLst>
      <p:ext uri="{BB962C8B-B14F-4D97-AF65-F5344CB8AC3E}">
        <p14:creationId xmlns:p14="http://schemas.microsoft.com/office/powerpoint/2010/main" val="2663758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6796088" cy="3822700"/>
          </a:xfrm>
        </p:spPr>
      </p:sp>
      <p:sp>
        <p:nvSpPr>
          <p:cNvPr id="3" name="Notes Placeholder 2"/>
          <p:cNvSpPr>
            <a:spLocks noGrp="1"/>
          </p:cNvSpPr>
          <p:nvPr>
            <p:ph type="body" idx="1"/>
          </p:nvPr>
        </p:nvSpPr>
        <p:spPr/>
        <p:txBody>
          <a:bodyPr/>
          <a:lstStyle/>
          <a:p>
            <a:r>
              <a:rPr lang="en-US" dirty="0"/>
              <a:t>Show the libraries in </a:t>
            </a:r>
            <a:r>
              <a:rPr lang="en-US" dirty="0" err="1"/>
              <a:t>TwinCAT</a:t>
            </a:r>
            <a:r>
              <a:rPr lang="en-US" dirty="0"/>
              <a:t> or Beckhoff-USA-Community</a:t>
            </a:r>
          </a:p>
        </p:txBody>
      </p:sp>
      <p:sp>
        <p:nvSpPr>
          <p:cNvPr id="4" name="Slide Number Placeholder 3"/>
          <p:cNvSpPr>
            <a:spLocks noGrp="1"/>
          </p:cNvSpPr>
          <p:nvPr>
            <p:ph type="sldNum" sz="quarter" idx="5"/>
          </p:nvPr>
        </p:nvSpPr>
        <p:spPr/>
        <p:txBody>
          <a:bodyPr/>
          <a:lstStyle/>
          <a:p>
            <a:fld id="{B280112D-8454-448C-8A04-1F3237E367D5}" type="slidenum">
              <a:rPr lang="de-DE" smtClean="0"/>
              <a:pPr/>
              <a:t>11</a:t>
            </a:fld>
            <a:endParaRPr lang="de-DE" dirty="0"/>
          </a:p>
        </p:txBody>
      </p:sp>
      <p:sp>
        <p:nvSpPr>
          <p:cNvPr id="5" name="Date Placeholder 4"/>
          <p:cNvSpPr>
            <a:spLocks noGrp="1"/>
          </p:cNvSpPr>
          <p:nvPr>
            <p:ph type="dt" idx="1"/>
          </p:nvPr>
        </p:nvSpPr>
        <p:spPr/>
        <p:txBody>
          <a:bodyPr/>
          <a:lstStyle/>
          <a:p>
            <a:fld id="{0A2346E5-778D-4A7C-BA30-768202CBF653}" type="datetime1">
              <a:rPr lang="de-DE" smtClean="0"/>
              <a:t>12.05.2026</a:t>
            </a:fld>
            <a:endParaRPr lang="de-DE"/>
          </a:p>
        </p:txBody>
      </p:sp>
      <p:sp>
        <p:nvSpPr>
          <p:cNvPr id="6" name="Footer Placeholder 5"/>
          <p:cNvSpPr>
            <a:spLocks noGrp="1"/>
          </p:cNvSpPr>
          <p:nvPr>
            <p:ph type="ftr" sz="quarter" idx="4"/>
          </p:nvPr>
        </p:nvSpPr>
        <p:spPr/>
        <p:txBody>
          <a:bodyPr/>
          <a:lstStyle/>
          <a:p>
            <a:r>
              <a:rPr lang="de-DE"/>
              <a:t>Text der Fußzeile</a:t>
            </a:r>
          </a:p>
        </p:txBody>
      </p:sp>
    </p:spTree>
    <p:extLst>
      <p:ext uri="{BB962C8B-B14F-4D97-AF65-F5344CB8AC3E}">
        <p14:creationId xmlns:p14="http://schemas.microsoft.com/office/powerpoint/2010/main" val="3452379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0"/>
          </p:nvPr>
        </p:nvSpPr>
        <p:spPr/>
        <p:txBody>
          <a:bodyPr/>
          <a:lstStyle/>
          <a:p>
            <a:fld id="{B280112D-8454-448C-8A04-1F3237E367D5}" type="slidenum">
              <a:rPr lang="de-DE" smtClean="0"/>
              <a:pPr/>
              <a:t>20</a:t>
            </a:fld>
            <a:endParaRPr lang="de-DE" dirty="0"/>
          </a:p>
        </p:txBody>
      </p:sp>
      <p:sp>
        <p:nvSpPr>
          <p:cNvPr id="3" name="Datumsplatzhalter 2"/>
          <p:cNvSpPr>
            <a:spLocks noGrp="1"/>
          </p:cNvSpPr>
          <p:nvPr>
            <p:ph type="dt" idx="11"/>
          </p:nvPr>
        </p:nvSpPr>
        <p:spPr/>
        <p:txBody>
          <a:bodyPr/>
          <a:lstStyle/>
          <a:p>
            <a:fld id="{FF3736D8-17D8-4964-9D0F-43D0BB141962}" type="datetime1">
              <a:rPr lang="de-DE" smtClean="0"/>
              <a:pPr/>
              <a:t>12.05.2026</a:t>
            </a:fld>
            <a:endParaRPr lang="de-DE"/>
          </a:p>
        </p:txBody>
      </p:sp>
      <p:sp>
        <p:nvSpPr>
          <p:cNvPr id="4" name="Fußzeilenplatzhalter 3"/>
          <p:cNvSpPr>
            <a:spLocks noGrp="1"/>
          </p:cNvSpPr>
          <p:nvPr>
            <p:ph type="ftr" sz="quarter" idx="12"/>
          </p:nvPr>
        </p:nvSpPr>
        <p:spPr/>
        <p:txBody>
          <a:bodyPr/>
          <a:lstStyle/>
          <a:p>
            <a:r>
              <a:rPr lang="de-DE"/>
              <a:t>Text der Fußzeile</a:t>
            </a:r>
          </a:p>
        </p:txBody>
      </p:sp>
      <p:sp>
        <p:nvSpPr>
          <p:cNvPr id="17" name="Folienbildplatzhalter 16"/>
          <p:cNvSpPr>
            <a:spLocks noGrp="1" noRot="1" noChangeAspect="1"/>
          </p:cNvSpPr>
          <p:nvPr>
            <p:ph type="sldImg"/>
          </p:nvPr>
        </p:nvSpPr>
        <p:spPr>
          <a:xfrm>
            <a:off x="0" y="0"/>
            <a:ext cx="6796088" cy="3822700"/>
          </a:xfrm>
        </p:spPr>
      </p:sp>
      <p:sp>
        <p:nvSpPr>
          <p:cNvPr id="18" name="Notizenplatzhalter 17"/>
          <p:cNvSpPr>
            <a:spLocks noGrp="1"/>
          </p:cNvSpPr>
          <p:nvPr>
            <p:ph type="body" idx="1"/>
          </p:nvPr>
        </p:nvSpPr>
        <p:spPr/>
        <p:txBody>
          <a:bodyPr/>
          <a:lstStyle/>
          <a:p>
            <a:endParaRPr lang="de-DE"/>
          </a:p>
        </p:txBody>
      </p:sp>
    </p:spTree>
    <p:extLst>
      <p:ext uri="{BB962C8B-B14F-4D97-AF65-F5344CB8AC3E}">
        <p14:creationId xmlns:p14="http://schemas.microsoft.com/office/powerpoint/2010/main" val="1410049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EC17FFD9-E190-4354-AF30-89800F8E4F3E}"/>
              </a:ext>
            </a:extLst>
          </p:cNvPr>
          <p:cNvSpPr>
            <a:spLocks noGrp="1"/>
          </p:cNvSpPr>
          <p:nvPr>
            <p:ph type="ftr" sz="quarter" idx="10"/>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B0FDDC2E-ABE4-429F-8CE9-38DD695422FD}"/>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4" name="Title">
            <a:extLst>
              <a:ext uri="{FF2B5EF4-FFF2-40B4-BE49-F238E27FC236}">
                <a16:creationId xmlns:a16="http://schemas.microsoft.com/office/drawing/2014/main" id="{9030D639-0DC9-4081-8A98-1A8F8593892C}"/>
              </a:ext>
            </a:extLst>
          </p:cNvPr>
          <p:cNvSpPr>
            <a:spLocks noGrp="1"/>
          </p:cNvSpPr>
          <p:nvPr>
            <p:ph type="title"/>
          </p:nvPr>
        </p:nvSpPr>
        <p:spPr/>
        <p:txBody>
          <a:bodyPr/>
          <a:lstStyle/>
          <a:p>
            <a:r>
              <a:rPr lang="en-US" noProof="0"/>
              <a:t>Click to edit Master title style</a:t>
            </a:r>
          </a:p>
        </p:txBody>
      </p:sp>
      <p:pic>
        <p:nvPicPr>
          <p:cNvPr id="6" name="Bildplatzhalter 4">
            <a:extLst>
              <a:ext uri="{FF2B5EF4-FFF2-40B4-BE49-F238E27FC236}">
                <a16:creationId xmlns:a16="http://schemas.microsoft.com/office/drawing/2014/main" id="{8D31A674-9DC6-4670-9A1A-2754DA6F827F}"/>
              </a:ext>
            </a:extLst>
          </p:cNvPr>
          <p:cNvPicPr>
            <a:picLocks noChangeAspect="1"/>
          </p:cNvPicPr>
          <p:nvPr userDrawn="1"/>
        </p:nvPicPr>
        <p:blipFill>
          <a:blip r:embed="rId2"/>
          <a:srcRect t="10" b="10"/>
          <a:stretch>
            <a:fillRect/>
          </a:stretch>
        </p:blipFill>
        <p:spPr bwMode="gray">
          <a:xfrm>
            <a:off x="0" y="1090613"/>
            <a:ext cx="12199938" cy="5767387"/>
          </a:xfrm>
          <a:prstGeom prst="rect">
            <a:avLst/>
          </a:prstGeom>
        </p:spPr>
      </p:pic>
    </p:spTree>
    <p:extLst>
      <p:ext uri="{BB962C8B-B14F-4D97-AF65-F5344CB8AC3E}">
        <p14:creationId xmlns:p14="http://schemas.microsoft.com/office/powerpoint/2010/main" val="190497495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for Speaker – Version 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1007D3D-C5EC-4571-BE1C-06654C5B83FD}"/>
              </a:ext>
            </a:extLst>
          </p:cNvPr>
          <p:cNvSpPr>
            <a:spLocks noGrp="1"/>
          </p:cNvSpPr>
          <p:nvPr>
            <p:ph type="ftr" sz="quarter" idx="11"/>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4B4F1309-657C-418A-9A8B-219278A7A6FB}"/>
              </a:ext>
            </a:extLst>
          </p:cNvPr>
          <p:cNvSpPr>
            <a:spLocks noGrp="1"/>
          </p:cNvSpPr>
          <p:nvPr>
            <p:ph type="sldNum" sz="quarter" idx="12"/>
          </p:nvPr>
        </p:nvSpPr>
        <p:spPr/>
        <p:txBody>
          <a:bodyPr/>
          <a:lstStyle/>
          <a:p>
            <a:fld id="{A930EF64-91C9-4EBD-82F9-3643AB15A28C}" type="slidenum">
              <a:rPr lang="en-US" noProof="0" smtClean="0"/>
              <a:pPr/>
              <a:t>‹#›</a:t>
            </a:fld>
            <a:endParaRPr lang="en-US" noProof="0"/>
          </a:p>
        </p:txBody>
      </p:sp>
      <p:pic>
        <p:nvPicPr>
          <p:cNvPr id="7" name="Bildplatzhalter 4">
            <a:extLst>
              <a:ext uri="{FF2B5EF4-FFF2-40B4-BE49-F238E27FC236}">
                <a16:creationId xmlns:a16="http://schemas.microsoft.com/office/drawing/2014/main" id="{7F7E3B65-0AB7-4975-9B5F-2DC6FD749BC3}"/>
              </a:ext>
            </a:extLst>
          </p:cNvPr>
          <p:cNvPicPr>
            <a:picLocks noChangeAspect="1"/>
          </p:cNvPicPr>
          <p:nvPr userDrawn="1"/>
        </p:nvPicPr>
        <p:blipFill>
          <a:blip r:embed="rId2"/>
          <a:srcRect t="10" b="10"/>
          <a:stretch>
            <a:fillRect/>
          </a:stretch>
        </p:blipFill>
        <p:spPr bwMode="gray">
          <a:xfrm>
            <a:off x="0" y="1090613"/>
            <a:ext cx="12199938" cy="5767387"/>
          </a:xfrm>
          <a:prstGeom prst="rect">
            <a:avLst/>
          </a:prstGeom>
        </p:spPr>
      </p:pic>
      <p:sp>
        <p:nvSpPr>
          <p:cNvPr id="3" name="Text Placeholder">
            <a:extLst>
              <a:ext uri="{FF2B5EF4-FFF2-40B4-BE49-F238E27FC236}">
                <a16:creationId xmlns:a16="http://schemas.microsoft.com/office/drawing/2014/main" id="{BEB3C114-D938-41BB-B3A2-9312262D642E}"/>
              </a:ext>
            </a:extLst>
          </p:cNvPr>
          <p:cNvSpPr>
            <a:spLocks noGrp="1"/>
          </p:cNvSpPr>
          <p:nvPr>
            <p:ph type="body" sz="quarter" idx="10" hasCustomPrompt="1"/>
          </p:nvPr>
        </p:nvSpPr>
        <p:spPr>
          <a:xfrm>
            <a:off x="0" y="1089025"/>
            <a:ext cx="6098400" cy="5772150"/>
          </a:xfrm>
          <a:solidFill>
            <a:schemeClr val="bg1">
              <a:alpha val="75000"/>
            </a:schemeClr>
          </a:solidFill>
        </p:spPr>
        <p:txBody>
          <a:bodyPr/>
          <a:lstStyle>
            <a:lvl1pPr>
              <a:defRPr/>
            </a:lvl1pPr>
          </a:lstStyle>
          <a:p>
            <a:pPr lvl="0"/>
            <a:r>
              <a:rPr lang="en-US" noProof="0"/>
              <a:t>Speaker name </a:t>
            </a:r>
            <a:br>
              <a:rPr lang="en-US" noProof="0"/>
            </a:br>
            <a:r>
              <a:rPr lang="en-US" noProof="0"/>
              <a:t>Department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a:extLst>
              <a:ext uri="{FF2B5EF4-FFF2-40B4-BE49-F238E27FC236}">
                <a16:creationId xmlns:a16="http://schemas.microsoft.com/office/drawing/2014/main" id="{1BEF4B5F-8F3C-41F6-887A-1CA15C7A5BC9}"/>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43234255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for Speaker – Version 2">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F4598583-8674-490B-B814-FBA89FE47BBF}"/>
              </a:ext>
            </a:extLst>
          </p:cNvPr>
          <p:cNvSpPr>
            <a:spLocks noGrp="1"/>
          </p:cNvSpPr>
          <p:nvPr>
            <p:ph type="ftr" sz="quarter" idx="10"/>
          </p:nvPr>
        </p:nvSpPr>
        <p:spPr/>
        <p:txBody>
          <a:bodyPr/>
          <a:lstStyle/>
          <a:p>
            <a:r>
              <a:rPr lang="en-US" noProof="0"/>
              <a:t>Footer text</a:t>
            </a:r>
          </a:p>
        </p:txBody>
      </p:sp>
      <p:sp>
        <p:nvSpPr>
          <p:cNvPr id="6" name="Slide Number Placeholder">
            <a:extLst>
              <a:ext uri="{FF2B5EF4-FFF2-40B4-BE49-F238E27FC236}">
                <a16:creationId xmlns:a16="http://schemas.microsoft.com/office/drawing/2014/main" id="{6CDA0863-F8FA-4A9D-A308-28CFF0D552BF}"/>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342900" marR="0" lvl="0" indent="-34290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0" cap="none" spc="0" normalizeH="0" baseline="0" noProof="0" dirty="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dirty="0"/>
              <a:t>Speaker Name </a:t>
            </a:r>
            <a:br>
              <a:rPr lang="en-US" noProof="0" dirty="0"/>
            </a:br>
            <a:r>
              <a:rPr lang="en-US" noProof="0" dirty="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marL="0" indent="0">
              <a:buFont typeface="Arial" panose="020B0604020202020204" pitchFamily="34" charset="0"/>
              <a:buNone/>
              <a:defRPr lang="en-US" noProof="0" dirty="0"/>
            </a:lvl1pPr>
          </a:lstStyle>
          <a:p>
            <a:pPr lvl="0"/>
            <a:r>
              <a:rPr lang="en-US" noProof="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pic>
        <p:nvPicPr>
          <p:cNvPr id="10" name="Title Picture version 2">
            <a:extLst>
              <a:ext uri="{FF2B5EF4-FFF2-40B4-BE49-F238E27FC236}">
                <a16:creationId xmlns:a16="http://schemas.microsoft.com/office/drawing/2014/main" id="{DC54ACFE-5BF1-41ED-8695-26F17FF498C1}"/>
              </a:ext>
            </a:extLst>
          </p:cNvPr>
          <p:cNvPicPr>
            <a:picLocks noChangeAspect="1"/>
          </p:cNvPicPr>
          <p:nvPr userDrawn="1"/>
        </p:nvPicPr>
        <p:blipFill rotWithShape="1">
          <a:blip r:embed="rId3"/>
          <a:srcRect l="7934" r="7934"/>
          <a:stretch/>
        </p:blipFill>
        <p:spPr>
          <a:xfrm>
            <a:off x="6098400" y="0"/>
            <a:ext cx="6094475" cy="6858000"/>
          </a:xfrm>
          <a:prstGeom prst="rect">
            <a:avLst/>
          </a:prstGeom>
          <a:ln w="6350">
            <a:solidFill>
              <a:schemeClr val="bg1">
                <a:lumMod val="95000"/>
              </a:schemeClr>
            </a:solidFill>
            <a:miter lim="800000"/>
          </a:ln>
        </p:spPr>
      </p:pic>
    </p:spTree>
    <p:extLst>
      <p:ext uri="{BB962C8B-B14F-4D97-AF65-F5344CB8AC3E}">
        <p14:creationId xmlns:p14="http://schemas.microsoft.com/office/powerpoint/2010/main" val="176259228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for Speaker – Version 3">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C4DB5B76-F41A-4B9A-92CC-7CBE8C6EF1EF}"/>
              </a:ext>
            </a:extLst>
          </p:cNvPr>
          <p:cNvSpPr>
            <a:spLocks noGrp="1"/>
          </p:cNvSpPr>
          <p:nvPr>
            <p:ph type="ftr" sz="quarter" idx="10"/>
          </p:nvPr>
        </p:nvSpPr>
        <p:spPr/>
        <p:txBody>
          <a:bodyPr/>
          <a:lstStyle/>
          <a:p>
            <a:r>
              <a:rPr lang="en-US" noProof="0" dirty="0"/>
              <a:t>Footer text</a:t>
            </a:r>
          </a:p>
        </p:txBody>
      </p:sp>
      <p:sp>
        <p:nvSpPr>
          <p:cNvPr id="6" name="Slide Number Placeholder">
            <a:extLst>
              <a:ext uri="{FF2B5EF4-FFF2-40B4-BE49-F238E27FC236}">
                <a16:creationId xmlns:a16="http://schemas.microsoft.com/office/drawing/2014/main" id="{871D1B19-4FC7-4864-9AAF-3307DBABF0DF}"/>
              </a:ext>
            </a:extLst>
          </p:cNvPr>
          <p:cNvSpPr>
            <a:spLocks noGrp="1"/>
          </p:cNvSpPr>
          <p:nvPr>
            <p:ph type="sldNum" sz="quarter" idx="11"/>
          </p:nvPr>
        </p:nvSpPr>
        <p:spPr/>
        <p:txBody>
          <a:bodyPr/>
          <a:lstStyle/>
          <a:p>
            <a:fld id="{A930EF64-91C9-4EBD-82F9-3643AB15A28C}" type="slidenum">
              <a:rPr lang="en-US" noProof="0" smtClean="0"/>
              <a:pPr/>
              <a:t>‹#›</a:t>
            </a:fld>
            <a:endParaRPr lang="en-US" noProof="0" dirty="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dirty="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dirty="0"/>
              <a:t>Speaker Name </a:t>
            </a:r>
            <a:br>
              <a:rPr lang="en-US" noProof="0" dirty="0"/>
            </a:br>
            <a:r>
              <a:rPr lang="en-US" noProof="0" dirty="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a:defRPr lang="en-US" noProof="0" dirty="0"/>
            </a:lvl1pPr>
          </a:lstStyle>
          <a:p>
            <a:pPr lvl="0"/>
            <a:r>
              <a:rPr lang="en-US" noProof="0" dirty="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pic>
        <p:nvPicPr>
          <p:cNvPr id="10" name="Title Picture version 2">
            <a:extLst>
              <a:ext uri="{FF2B5EF4-FFF2-40B4-BE49-F238E27FC236}">
                <a16:creationId xmlns:a16="http://schemas.microsoft.com/office/drawing/2014/main" id="{41FE4FCD-3091-4AF3-93F5-D428D9B9B6A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8400" y="0"/>
            <a:ext cx="6094475" cy="6857999"/>
          </a:xfrm>
          <a:prstGeom prst="rect">
            <a:avLst/>
          </a:prstGeom>
          <a:ln w="6350">
            <a:solidFill>
              <a:schemeClr val="bg1">
                <a:lumMod val="95000"/>
              </a:schemeClr>
            </a:solidFill>
            <a:miter lim="800000"/>
          </a:ln>
        </p:spPr>
      </p:pic>
    </p:spTree>
    <p:extLst>
      <p:ext uri="{BB962C8B-B14F-4D97-AF65-F5344CB8AC3E}">
        <p14:creationId xmlns:p14="http://schemas.microsoft.com/office/powerpoint/2010/main" val="26520522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1A7223DA-1D3F-4531-BEC2-1CB60D927375}"/>
              </a:ext>
            </a:extLst>
          </p:cNvPr>
          <p:cNvSpPr>
            <a:spLocks noGrp="1"/>
          </p:cNvSpPr>
          <p:nvPr>
            <p:ph type="ftr" sz="quarter" idx="16"/>
          </p:nvPr>
        </p:nvSpPr>
        <p:spPr/>
        <p:txBody>
          <a:bodyPr/>
          <a:lstStyle/>
          <a:p>
            <a:r>
              <a:rPr lang="en-US" noProof="0"/>
              <a:t>Footer text</a:t>
            </a:r>
          </a:p>
        </p:txBody>
      </p:sp>
      <p:sp>
        <p:nvSpPr>
          <p:cNvPr id="9" name="Slide Number Placeholder">
            <a:extLst>
              <a:ext uri="{FF2B5EF4-FFF2-40B4-BE49-F238E27FC236}">
                <a16:creationId xmlns:a16="http://schemas.microsoft.com/office/drawing/2014/main" id="{22D552AE-634D-49AB-8A75-90A3811E881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5" name="Text Placeholder"/>
          <p:cNvSpPr>
            <a:spLocks noGrp="1"/>
          </p:cNvSpPr>
          <p:nvPr>
            <p:ph type="body" sz="quarter" idx="15" hasCustomPrompt="1"/>
          </p:nvPr>
        </p:nvSpPr>
        <p:spPr bwMode="gray">
          <a:xfrm>
            <a:off x="3" y="1090799"/>
            <a:ext cx="10137600" cy="5331600"/>
          </a:xfrm>
          <a:prstGeom prst="rect">
            <a:avLst/>
          </a:prstGeom>
        </p:spPr>
        <p:txBody>
          <a:bodyPr/>
          <a:lstStyle>
            <a:lvl1pPr marL="630000" indent="-630000">
              <a:buFont typeface="+mj-lt"/>
              <a:buAutoNum type="arabicPeriod"/>
              <a:defRPr b="0" baseline="0"/>
            </a:lvl1pPr>
            <a:lvl2pPr marL="982800" indent="-270000">
              <a:defRPr/>
            </a:lvl2pPr>
            <a:lvl3pPr marL="1342800" indent="-266400">
              <a:buFont typeface="Symbol" panose="05050102010706020507" pitchFamily="18" charset="2"/>
              <a:buChar char="-"/>
              <a:defRPr/>
            </a:lvl3pPr>
            <a:lvl4pPr marL="1699200" indent="-266400">
              <a:defRPr/>
            </a:lvl4pPr>
            <a:lvl5pPr marL="2059200" indent="-266700">
              <a:defRPr/>
            </a:lvl5pPr>
          </a:lstStyle>
          <a:p>
            <a:pPr lvl="0"/>
            <a:r>
              <a:rPr lang="en-US" noProof="0"/>
              <a:t>Click to add chapter (active chapter in bold)</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le"/>
          <p:cNvSpPr>
            <a:spLocks noGrp="1"/>
          </p:cNvSpPr>
          <p:nvPr>
            <p:ph type="title" hasCustomPrompt="1"/>
          </p:nvPr>
        </p:nvSpPr>
        <p:spPr/>
        <p:txBody>
          <a:bodyPr/>
          <a:lstStyle/>
          <a:p>
            <a:r>
              <a:rPr lang="en-US" noProof="0"/>
              <a:t>Click to add contents</a:t>
            </a:r>
          </a:p>
        </p:txBody>
      </p:sp>
    </p:spTree>
    <p:extLst>
      <p:ext uri="{BB962C8B-B14F-4D97-AF65-F5344CB8AC3E}">
        <p14:creationId xmlns:p14="http://schemas.microsoft.com/office/powerpoint/2010/main" val="1651048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9F4DFDF0-0B44-48E7-B482-FA214B6813AE}"/>
              </a:ext>
            </a:extLst>
          </p:cNvPr>
          <p:cNvSpPr>
            <a:spLocks noGrp="1"/>
          </p:cNvSpPr>
          <p:nvPr>
            <p:ph type="ftr" sz="quarter" idx="16"/>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515C8023-6CA7-4538-BC5A-F44602780247}"/>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8" name="Text Placeholder"/>
          <p:cNvSpPr>
            <a:spLocks noGrp="1"/>
          </p:cNvSpPr>
          <p:nvPr>
            <p:ph type="body" sz="quarter" idx="15" hasCustomPrompt="1"/>
          </p:nvPr>
        </p:nvSpPr>
        <p:spPr bwMode="gray">
          <a:xfrm>
            <a:off x="3" y="1090799"/>
            <a:ext cx="10137600" cy="5331600"/>
          </a:xfrm>
          <a:prstGeom prst="rect">
            <a:avLst/>
          </a:prstGeom>
        </p:spPr>
        <p:txBody>
          <a:bodyPr vert="horz" lIns="450000" tIns="190800" rIns="91440" bIns="45720" rtlCol="0">
            <a:noAutofit/>
          </a:bodyPr>
          <a:lstStyle>
            <a:lvl1pPr>
              <a:defRPr lang="en-US" noProof="0" dirty="0" smtClean="0"/>
            </a:lvl1pPr>
            <a:lvl2pPr>
              <a:defRPr lang="en-US" noProof="0" dirty="0" smtClean="0"/>
            </a:lvl2pPr>
            <a:lvl3pPr>
              <a:defRPr lang="en-US" noProof="0" dirty="0" smtClean="0"/>
            </a:lvl3pPr>
            <a:lvl4pPr>
              <a:defRPr lang="en-US" noProof="0" dirty="0" smtClean="0"/>
            </a:lvl4pPr>
            <a:lvl5pPr>
              <a:defRPr lang="en-US" noProof="0" dirty="0" smtClean="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527220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2 pictures">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6484DE6C-01C4-4549-8868-BC91980DA1B8}"/>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47B61BDE-5EB2-439B-87EA-3291DABA7078}"/>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8136000" y="3981600"/>
            <a:ext cx="4064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8136000" y="1090799"/>
            <a:ext cx="4064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799"/>
            <a:ext cx="81360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8"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39533410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2 text + 1 halfsize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99F85A85-2456-4567-AD94-8845D76D276C}"/>
              </a:ext>
            </a:extLst>
          </p:cNvPr>
          <p:cNvSpPr>
            <a:spLocks noGrp="1"/>
          </p:cNvSpPr>
          <p:nvPr>
            <p:ph type="ftr" sz="quarter" idx="16"/>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CDB31999-ACD1-4446-88FC-073D53B8E87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845138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 text + 1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5192BE08-D7FF-416E-BE68-DD5FA8DD6D56}"/>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27640755-13F0-423E-A8D5-986F786D5482}"/>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6098400" cy="4321414"/>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586413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text + 2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88D676BE-C49F-4CF3-A83C-582B2EB62ECB}"/>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9757859A-C6FD-456E-AD04-51BA82F9F30A}"/>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6098400" y="1090799"/>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4" name="Title"/>
          <p:cNvSpPr>
            <a:spLocks noGrp="1"/>
          </p:cNvSpPr>
          <p:nvPr>
            <p:ph type="title" hasCustomPrompt="1"/>
          </p:nvPr>
        </p:nvSpPr>
        <p:spPr>
          <a:xfrm>
            <a:off x="0" y="450001"/>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805185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 text + 3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0F761C-97E7-4B2C-A6DB-271C198DEA62}"/>
              </a:ext>
            </a:extLst>
          </p:cNvPr>
          <p:cNvSpPr>
            <a:spLocks noGrp="1"/>
          </p:cNvSpPr>
          <p:nvPr>
            <p:ph type="ftr" sz="quarter" idx="18"/>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C418DBE4-B032-4AE5-9085-D2385C26C94D}"/>
              </a:ext>
            </a:extLst>
          </p:cNvPr>
          <p:cNvSpPr>
            <a:spLocks noGrp="1"/>
          </p:cNvSpPr>
          <p:nvPr>
            <p:ph type="sldNum" sz="quarter" idx="19"/>
          </p:nvPr>
        </p:nvSpPr>
        <p:spPr/>
        <p:txBody>
          <a:bodyPr/>
          <a:lstStyle/>
          <a:p>
            <a:fld id="{A930EF64-91C9-4EBD-82F9-3643AB15A28C}" type="slidenum">
              <a:rPr lang="en-US" noProof="0" smtClean="0"/>
              <a:pPr/>
              <a:t>‹#›</a:t>
            </a:fld>
            <a:endParaRPr lang="en-US" noProof="0"/>
          </a:p>
        </p:txBody>
      </p:sp>
      <p:sp>
        <p:nvSpPr>
          <p:cNvPr id="10" name="Picture Placeholder 3"/>
          <p:cNvSpPr>
            <a:spLocks noGrp="1"/>
          </p:cNvSpPr>
          <p:nvPr>
            <p:ph type="pic" sz="quarter" idx="17" hasCustomPrompt="1"/>
          </p:nvPr>
        </p:nvSpPr>
        <p:spPr bwMode="gray">
          <a:xfrm>
            <a:off x="9151200" y="3981600"/>
            <a:ext cx="3045600" cy="2883600"/>
          </a:xfr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p:txBody>
      </p:sp>
      <p:sp>
        <p:nvSpPr>
          <p:cNvPr id="3" name="Picture Placeholder 2"/>
          <p:cNvSpPr>
            <a:spLocks noGrp="1"/>
          </p:cNvSpPr>
          <p:nvPr>
            <p:ph type="pic" sz="quarter" idx="16" hasCustomPrompt="1"/>
          </p:nvPr>
        </p:nvSpPr>
        <p:spPr bwMode="gray">
          <a:xfrm>
            <a:off x="6098400" y="3981600"/>
            <a:ext cx="3045600" cy="2883600"/>
          </a:xfrm>
          <a:ln w="6350">
            <a:solidFill>
              <a:schemeClr val="bg1">
                <a:lumMod val="95000"/>
              </a:schemeClr>
            </a:solidFill>
            <a:miter lim="800000"/>
          </a:ln>
        </p:spPr>
        <p:txBody>
          <a:bodyPr/>
          <a:lstStyle>
            <a:lvl1pPr marL="0" indent="0">
              <a:buNone/>
              <a:defRPr/>
            </a:lvl1pPr>
          </a:lstStyle>
          <a:p>
            <a:r>
              <a:rPr lang="en-US" noProof="0" dirty="0"/>
              <a:t>Click on symbol to add picture</a:t>
            </a:r>
          </a:p>
        </p:txBody>
      </p:sp>
      <p:sp>
        <p:nvSpPr>
          <p:cNvPr id="4" name="Picture Placeholder 1"/>
          <p:cNvSpPr>
            <a:spLocks noGrp="1"/>
          </p:cNvSpPr>
          <p:nvPr>
            <p:ph type="pic" sz="quarter" idx="14"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47806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 3 small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4221ECB-122E-407B-9764-357AD2433556}"/>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3209F383-5AD8-4BEC-863A-2D72A7D3951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6" name="Picture Placeholder 3">
            <a:extLst>
              <a:ext uri="{FF2B5EF4-FFF2-40B4-BE49-F238E27FC236}">
                <a16:creationId xmlns:a16="http://schemas.microsoft.com/office/drawing/2014/main" id="{B7155D95-8CF2-4871-9E93-C5776EC6AEFD}"/>
              </a:ext>
            </a:extLst>
          </p:cNvPr>
          <p:cNvSpPr>
            <a:spLocks noGrp="1"/>
          </p:cNvSpPr>
          <p:nvPr>
            <p:ph type="pic" sz="quarter" idx="22"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5" name="Picture Placeholder 2">
            <a:extLst>
              <a:ext uri="{FF2B5EF4-FFF2-40B4-BE49-F238E27FC236}">
                <a16:creationId xmlns:a16="http://schemas.microsoft.com/office/drawing/2014/main" id="{6FFFBCA8-1957-4710-B7E3-26115B999CE2}"/>
              </a:ext>
            </a:extLst>
          </p:cNvPr>
          <p:cNvSpPr>
            <a:spLocks noGrp="1"/>
          </p:cNvSpPr>
          <p:nvPr>
            <p:ph type="pic" sz="quarter" idx="18"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a:extLst>
              <a:ext uri="{FF2B5EF4-FFF2-40B4-BE49-F238E27FC236}">
                <a16:creationId xmlns:a16="http://schemas.microsoft.com/office/drawing/2014/main" id="{E6E47F99-2029-4182-9703-E617B8F0F221}"/>
              </a:ext>
            </a:extLst>
          </p:cNvPr>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6" name="Text Placeholder"/>
          <p:cNvSpPr>
            <a:spLocks noGrp="1"/>
          </p:cNvSpPr>
          <p:nvPr>
            <p:ph type="body" sz="quarter" idx="15" hasCustomPrompt="1"/>
          </p:nvPr>
        </p:nvSpPr>
        <p:spPr bwMode="gray">
          <a:xfrm>
            <a:off x="1" y="1090800"/>
            <a:ext cx="81360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0"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7351559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screen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E53EAF44-3DBF-4702-A59C-62B56C67E84C}"/>
              </a:ext>
            </a:extLst>
          </p:cNvPr>
          <p:cNvSpPr>
            <a:spLocks noGrp="1"/>
          </p:cNvSpPr>
          <p:nvPr>
            <p:ph type="ftr" sz="quarter" idx="15"/>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71EA1DDB-97CD-49FA-ADFD-D8BE9D94A264}"/>
              </a:ext>
            </a:extLst>
          </p:cNvPr>
          <p:cNvSpPr>
            <a:spLocks noGrp="1"/>
          </p:cNvSpPr>
          <p:nvPr>
            <p:ph type="sldNum" sz="quarter" idx="16"/>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6851439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screen picture with text overlay">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3CF061-CE3B-477C-BF53-46C74855204B}"/>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4033E844-A321-496B-BCE0-305FF3755D7E}"/>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baseline="0"/>
            </a:lvl1pPr>
          </a:lstStyle>
          <a:p>
            <a:pPr lvl="0"/>
            <a:r>
              <a:rPr lang="en-US" noProof="0"/>
              <a:t>Click to edit text</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4973679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lication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A0D634CA-AF9C-4B0E-B84B-2BE960996021}"/>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C2FED48F-6577-44F0-BAAE-6D7A8C662C25}"/>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0" name="Picture Placeholder 1"/>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5" name="Picture Placeholder 4"/>
          <p:cNvSpPr>
            <a:spLocks noGrp="1"/>
          </p:cNvSpPr>
          <p:nvPr>
            <p:ph type="pic" sz="quarter" idx="16" hasCustomPrompt="1"/>
          </p:nvPr>
        </p:nvSpPr>
        <p:spPr bwMode="gray">
          <a:xfrm>
            <a:off x="101736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8" name="Picture Placeholder 3"/>
          <p:cNvSpPr>
            <a:spLocks noGrp="1"/>
          </p:cNvSpPr>
          <p:nvPr>
            <p:ph type="pic" sz="quarter" idx="17" hasCustomPrompt="1"/>
          </p:nvPr>
        </p:nvSpPr>
        <p:spPr bwMode="gray">
          <a:xfrm>
            <a:off x="81360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9" name="Picture Placeholder 2"/>
          <p:cNvSpPr>
            <a:spLocks noGrp="1"/>
          </p:cNvSpPr>
          <p:nvPr>
            <p:ph type="pic" sz="quarter" idx="18" hasCustomPrompt="1"/>
          </p:nvPr>
        </p:nvSpPr>
        <p:spPr bwMode="gray">
          <a:xfrm>
            <a:off x="60984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sz="1800" baseline="0"/>
            </a:lvl1pPr>
            <a:lvl2pPr marL="360362" indent="0">
              <a:buNone/>
              <a:defRPr/>
            </a:lvl2pPr>
          </a:lstStyle>
          <a:p>
            <a:pPr lvl="0"/>
            <a:r>
              <a:rPr lang="en-US" noProof="0" dirty="0"/>
              <a:t>Click to edit text </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383884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xternal graphics with sourc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82A5F8D-3649-45B4-8E98-726A38D577FF}"/>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F10BE100-9EF6-469D-B237-64DA3A3E339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16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1" name="Text Placeholder"/>
          <p:cNvSpPr>
            <a:spLocks noGrp="1"/>
          </p:cNvSpPr>
          <p:nvPr>
            <p:ph type="body" sz="quarter" idx="15" hasCustomPrompt="1"/>
          </p:nvPr>
        </p:nvSpPr>
        <p:spPr bwMode="gray">
          <a:xfrm rot="16200000">
            <a:off x="9316229" y="3609679"/>
            <a:ext cx="5337307" cy="302081"/>
          </a:xfrm>
          <a:prstGeom prst="rect">
            <a:avLst/>
          </a:prstGeom>
        </p:spPr>
        <p:txBody>
          <a:bodyPr wrap="square" lIns="72000" tIns="54000" bIns="108000" anchor="b" anchorCtr="0">
            <a:spAutoFit/>
          </a:bodyPr>
          <a:lstStyle>
            <a:lvl1pPr marL="0" indent="0">
              <a:buNone/>
              <a:defRPr sz="900">
                <a:solidFill>
                  <a:schemeClr val="accent1"/>
                </a:solidFill>
              </a:defRPr>
            </a:lvl1pPr>
            <a:lvl2pPr marL="360362" indent="0">
              <a:buNone/>
              <a:defRPr sz="1100">
                <a:solidFill>
                  <a:schemeClr val="accent2"/>
                </a:solidFill>
              </a:defRPr>
            </a:lvl2pPr>
            <a:lvl3pPr marL="715962" indent="0">
              <a:buNone/>
              <a:defRPr sz="1100">
                <a:solidFill>
                  <a:schemeClr val="accent2"/>
                </a:solidFill>
              </a:defRPr>
            </a:lvl3pPr>
            <a:lvl4pPr marL="1076325" indent="0">
              <a:buNone/>
              <a:defRPr sz="1100">
                <a:solidFill>
                  <a:schemeClr val="accent2"/>
                </a:solidFill>
              </a:defRPr>
            </a:lvl4pPr>
            <a:lvl5pPr marL="1433513" indent="0">
              <a:buNone/>
              <a:defRPr sz="1100">
                <a:solidFill>
                  <a:schemeClr val="accent2"/>
                </a:solidFill>
              </a:defRPr>
            </a:lvl5pPr>
          </a:lstStyle>
          <a:p>
            <a:pPr lvl="0"/>
            <a:r>
              <a:rPr lang="en-US" noProof="0"/>
              <a:t>Click here to edit source</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5116482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creenshot with description">
    <p:spTree>
      <p:nvGrpSpPr>
        <p:cNvPr id="1" name=""/>
        <p:cNvGrpSpPr/>
        <p:nvPr/>
      </p:nvGrpSpPr>
      <p:grpSpPr>
        <a:xfrm>
          <a:off x="0" y="0"/>
          <a:ext cx="0" cy="0"/>
          <a:chOff x="0" y="0"/>
          <a:chExt cx="0" cy="0"/>
        </a:xfrm>
      </p:grpSpPr>
      <p:sp>
        <p:nvSpPr>
          <p:cNvPr id="13" name="Picture Placeholder"/>
          <p:cNvSpPr>
            <a:spLocks noGrp="1"/>
          </p:cNvSpPr>
          <p:nvPr>
            <p:ph type="pic" sz="quarter" idx="16" hasCustomPrompt="1"/>
          </p:nvPr>
        </p:nvSpPr>
        <p:spPr bwMode="gray">
          <a:xfrm>
            <a:off x="2040467" y="2540212"/>
            <a:ext cx="10151533" cy="4320000"/>
          </a:xfrm>
          <a:prstGeom prst="rect">
            <a:avLst/>
          </a:prstGeom>
          <a:ln w="6350">
            <a:noFill/>
            <a:miter lim="800000"/>
          </a:ln>
        </p:spPr>
        <p:txBody>
          <a:bodyPr/>
          <a:lstStyle>
            <a:lvl1pPr marL="0" indent="0">
              <a:buNone/>
              <a:defRPr/>
            </a:lvl1pPr>
          </a:lstStyle>
          <a:p>
            <a:r>
              <a:rPr lang="en-US" noProof="0"/>
              <a:t>Click on symbol to add picture</a:t>
            </a:r>
          </a:p>
        </p:txBody>
      </p:sp>
      <p:sp>
        <p:nvSpPr>
          <p:cNvPr id="2" name="Footer Placeholder">
            <a:extLst>
              <a:ext uri="{FF2B5EF4-FFF2-40B4-BE49-F238E27FC236}">
                <a16:creationId xmlns:a16="http://schemas.microsoft.com/office/drawing/2014/main" id="{63CA297C-D9EC-49EA-B20C-E781D32F0224}"/>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BFB16F39-1614-43D4-8F87-1F37EB349457}"/>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6" name="Text Placeholder"/>
          <p:cNvSpPr>
            <a:spLocks noGrp="1"/>
          </p:cNvSpPr>
          <p:nvPr>
            <p:ph type="body" sz="quarter" idx="15" hasCustomPrompt="1"/>
          </p:nvPr>
        </p:nvSpPr>
        <p:spPr bwMode="gray">
          <a:xfrm>
            <a:off x="1" y="1090801"/>
            <a:ext cx="10137600" cy="5329475"/>
          </a:xfrm>
          <a:prstGeom prst="rect">
            <a:avLst/>
          </a:prstGeom>
        </p:spPr>
        <p:txBody>
          <a:bodyPr/>
          <a:lstStyle>
            <a:lvl1pPr>
              <a:defRPr/>
            </a:lvl1pPr>
          </a:lstStyle>
          <a:p>
            <a:pPr lvl="0"/>
            <a:r>
              <a:rPr lang="en-US" noProof="0"/>
              <a:t>Click to add text</a:t>
            </a:r>
          </a:p>
          <a:p>
            <a:pPr lvl="1"/>
            <a:r>
              <a:rPr lang="en-US" noProof="0"/>
              <a:t>Second level</a:t>
            </a:r>
          </a:p>
          <a:p>
            <a:pPr lvl="0"/>
            <a:endParaRPr lang="en-US" noProof="0"/>
          </a:p>
        </p:txBody>
      </p:sp>
      <p:sp>
        <p:nvSpPr>
          <p:cNvPr id="5" name="Title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1857753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AF9FEAD5-3A95-43C7-B7DB-35A714945450}"/>
              </a:ext>
            </a:extLst>
          </p:cNvPr>
          <p:cNvSpPr>
            <a:spLocks noGrp="1"/>
          </p:cNvSpPr>
          <p:nvPr>
            <p:ph type="ftr" sz="quarter" idx="12"/>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2CCCD6F8-28B9-4BC0-A6CF-1354A6BBF0EA}"/>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Picture Placeholder 2"/>
          <p:cNvSpPr>
            <a:spLocks noGrp="1"/>
          </p:cNvSpPr>
          <p:nvPr>
            <p:ph type="pic" sz="quarter" idx="11"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5" name="Picture Placeholder 1"/>
          <p:cNvSpPr>
            <a:spLocks noGrp="1"/>
          </p:cNvSpPr>
          <p:nvPr>
            <p:ph type="pic" sz="quarter" idx="10" hasCustomPrompt="1"/>
          </p:nvPr>
        </p:nvSpPr>
        <p:spPr bwMode="gray">
          <a:xfrm>
            <a:off x="-7200" y="1090800"/>
            <a:ext cx="60984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4541835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9209FD55-FA07-444B-A15E-1DF999425FDD}"/>
              </a:ext>
            </a:extLst>
          </p:cNvPr>
          <p:cNvSpPr>
            <a:spLocks noGrp="1"/>
          </p:cNvSpPr>
          <p:nvPr>
            <p:ph type="ftr" sz="quarter" idx="14"/>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A3C92518-CBDC-4A28-AD37-4D9787D4DC5E}"/>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11" name="Picture Placeholder 4"/>
          <p:cNvSpPr>
            <a:spLocks noGrp="1"/>
          </p:cNvSpPr>
          <p:nvPr>
            <p:ph type="pic" sz="quarter" idx="13"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0" name="Picture Placeholder 3"/>
          <p:cNvSpPr>
            <a:spLocks noGrp="1"/>
          </p:cNvSpPr>
          <p:nvPr>
            <p:ph type="pic" sz="quarter" idx="12" hasCustomPrompt="1"/>
          </p:nvPr>
        </p:nvSpPr>
        <p:spPr bwMode="gray">
          <a:xfrm>
            <a:off x="-7200" y="39816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9" name="Picture Placeholder 2"/>
          <p:cNvSpPr>
            <a:spLocks noGrp="1"/>
          </p:cNvSpPr>
          <p:nvPr>
            <p:ph type="pic" sz="quarter" idx="11"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7" name="Picture Placeholder 1"/>
          <p:cNvSpPr>
            <a:spLocks noGrp="1"/>
          </p:cNvSpPr>
          <p:nvPr>
            <p:ph type="pic" sz="quarter" idx="10" hasCustomPrompt="1"/>
          </p:nvPr>
        </p:nvSpPr>
        <p:spPr bwMode="gray">
          <a:xfrm>
            <a:off x="-7200" y="10908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9181446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010A4CBC-CA71-4748-BD7B-CA5DBB0A480A}"/>
              </a:ext>
            </a:extLst>
          </p:cNvPr>
          <p:cNvSpPr>
            <a:spLocks noGrp="1"/>
          </p:cNvSpPr>
          <p:nvPr>
            <p:ph type="ftr" sz="quarter" idx="16"/>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B9452A79-03F3-4ADC-BA22-73980563DB6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6"/>
          <p:cNvSpPr>
            <a:spLocks noGrp="1"/>
          </p:cNvSpPr>
          <p:nvPr>
            <p:ph type="pic" sz="quarter" idx="15" hasCustomPrompt="1"/>
          </p:nvPr>
        </p:nvSpPr>
        <p:spPr bwMode="gray">
          <a:xfrm>
            <a:off x="81360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5" name="Picture Placeholder 5"/>
          <p:cNvSpPr>
            <a:spLocks noGrp="1"/>
          </p:cNvSpPr>
          <p:nvPr>
            <p:ph type="pic" sz="quarter" idx="14" hasCustomPrompt="1"/>
          </p:nvPr>
        </p:nvSpPr>
        <p:spPr bwMode="gray">
          <a:xfrm>
            <a:off x="40632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4" name="Picture Placeholder 4"/>
          <p:cNvSpPr>
            <a:spLocks noGrp="1"/>
          </p:cNvSpPr>
          <p:nvPr>
            <p:ph type="pic" sz="quarter" idx="13" hasCustomPrompt="1"/>
          </p:nvPr>
        </p:nvSpPr>
        <p:spPr bwMode="gray">
          <a:xfrm>
            <a:off x="-72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1" name="Picture Placeholder 3"/>
          <p:cNvSpPr>
            <a:spLocks noGrp="1"/>
          </p:cNvSpPr>
          <p:nvPr>
            <p:ph type="pic" sz="quarter" idx="12" hasCustomPrompt="1"/>
          </p:nvPr>
        </p:nvSpPr>
        <p:spPr bwMode="gray">
          <a:xfrm>
            <a:off x="81360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3" name="Picture Placeholder 2"/>
          <p:cNvSpPr>
            <a:spLocks noGrp="1"/>
          </p:cNvSpPr>
          <p:nvPr>
            <p:ph type="pic" sz="quarter" idx="11" hasCustomPrompt="1"/>
          </p:nvPr>
        </p:nvSpPr>
        <p:spPr bwMode="gray">
          <a:xfrm>
            <a:off x="40632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p:cNvSpPr>
            <a:spLocks noGrp="1"/>
          </p:cNvSpPr>
          <p:nvPr>
            <p:ph type="pic" sz="quarter" idx="10" hasCustomPrompt="1"/>
          </p:nvPr>
        </p:nvSpPr>
        <p:spPr bwMode="gray">
          <a:xfrm>
            <a:off x="-72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371363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3B7F431F-6C16-4EAF-9D55-96329CEFBE38}"/>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5BE701F0-2D10-4EB7-BFE4-BEEC39397E9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20" name="Picture Placeholder 9"/>
          <p:cNvSpPr>
            <a:spLocks noGrp="1"/>
          </p:cNvSpPr>
          <p:nvPr>
            <p:ph type="pic" sz="quarter" idx="18"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9" name="Picture Placeholder 8"/>
          <p:cNvSpPr>
            <a:spLocks noGrp="1"/>
          </p:cNvSpPr>
          <p:nvPr>
            <p:ph type="pic" sz="quarter" idx="17" hasCustomPrompt="1"/>
          </p:nvPr>
        </p:nvSpPr>
        <p:spPr bwMode="gray">
          <a:xfrm>
            <a:off x="40644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8" name="Picture Placeholder 7"/>
          <p:cNvSpPr>
            <a:spLocks noGrp="1"/>
          </p:cNvSpPr>
          <p:nvPr>
            <p:ph type="pic" sz="quarter" idx="16" hasCustomPrompt="1"/>
          </p:nvPr>
        </p:nvSpPr>
        <p:spPr bwMode="gray">
          <a:xfrm>
            <a:off x="-72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7" name="Picture Placeholder 6"/>
          <p:cNvSpPr>
            <a:spLocks noGrp="1"/>
          </p:cNvSpPr>
          <p:nvPr>
            <p:ph type="pic" sz="quarter" idx="15"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6" name="Picture Placeholder 5"/>
          <p:cNvSpPr>
            <a:spLocks noGrp="1"/>
          </p:cNvSpPr>
          <p:nvPr>
            <p:ph type="pic" sz="quarter" idx="14" hasCustomPrompt="1"/>
          </p:nvPr>
        </p:nvSpPr>
        <p:spPr bwMode="gray">
          <a:xfrm>
            <a:off x="4064400" y="3020400"/>
            <a:ext cx="4065600" cy="19224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5" name="Picture Placeholder 4"/>
          <p:cNvSpPr>
            <a:spLocks noGrp="1"/>
          </p:cNvSpPr>
          <p:nvPr>
            <p:ph type="pic" sz="quarter" idx="13" hasCustomPrompt="1"/>
          </p:nvPr>
        </p:nvSpPr>
        <p:spPr bwMode="gray">
          <a:xfrm>
            <a:off x="-72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4" name="Picture Placeholder 3"/>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3" name="Picture Placeholder 2"/>
          <p:cNvSpPr>
            <a:spLocks noGrp="1"/>
          </p:cNvSpPr>
          <p:nvPr>
            <p:ph type="pic" sz="quarter" idx="11" hasCustomPrompt="1"/>
          </p:nvPr>
        </p:nvSpPr>
        <p:spPr bwMode="gray">
          <a:xfrm>
            <a:off x="40644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p:cNvSpPr>
            <a:spLocks noGrp="1"/>
          </p:cNvSpPr>
          <p:nvPr>
            <p:ph type="pic" sz="quarter" idx="10" hasCustomPrompt="1"/>
          </p:nvPr>
        </p:nvSpPr>
        <p:spPr bwMode="gray">
          <a:xfrm>
            <a:off x="-72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9354380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Black"/>
          <p:cNvSpPr/>
          <p:nvPr userDrawn="1"/>
        </p:nvSpPr>
        <p:spPr bwMode="ltGray">
          <a:xfrm>
            <a:off x="-1" y="0"/>
            <a:ext cx="12192001" cy="6858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dirty="0">
              <a:solidFill>
                <a:schemeClr val="bg1"/>
              </a:solidFill>
              <a:latin typeface="Arial" pitchFamily="34" charset="0"/>
              <a:cs typeface="Arial" pitchFamily="34" charset="0"/>
            </a:endParaRPr>
          </a:p>
        </p:txBody>
      </p:sp>
      <p:sp>
        <p:nvSpPr>
          <p:cNvPr id="4" name="Footer Placeholder">
            <a:extLst>
              <a:ext uri="{FF2B5EF4-FFF2-40B4-BE49-F238E27FC236}">
                <a16:creationId xmlns:a16="http://schemas.microsoft.com/office/drawing/2014/main" id="{22B7274A-E314-4ED9-80AF-92D22D8B8AB2}"/>
              </a:ext>
            </a:extLst>
          </p:cNvPr>
          <p:cNvSpPr>
            <a:spLocks noGrp="1"/>
          </p:cNvSpPr>
          <p:nvPr>
            <p:ph type="ftr" sz="quarter" idx="18"/>
          </p:nvPr>
        </p:nvSpPr>
        <p:spPr/>
        <p:txBody>
          <a:bodyPr/>
          <a:lstStyle/>
          <a:p>
            <a:r>
              <a:rPr lang="en-US" dirty="0"/>
              <a:t>Footer text</a:t>
            </a:r>
          </a:p>
        </p:txBody>
      </p:sp>
      <p:sp>
        <p:nvSpPr>
          <p:cNvPr id="5" name="Slide Number Placeholder">
            <a:extLst>
              <a:ext uri="{FF2B5EF4-FFF2-40B4-BE49-F238E27FC236}">
                <a16:creationId xmlns:a16="http://schemas.microsoft.com/office/drawing/2014/main" id="{BC03AE38-4298-4D83-888D-DAB5D4938648}"/>
              </a:ext>
            </a:extLst>
          </p:cNvPr>
          <p:cNvSpPr>
            <a:spLocks noGrp="1"/>
          </p:cNvSpPr>
          <p:nvPr>
            <p:ph type="sldNum" sz="quarter" idx="19"/>
          </p:nvPr>
        </p:nvSpPr>
        <p:spPr/>
        <p:txBody>
          <a:bodyPr/>
          <a:lstStyle/>
          <a:p>
            <a:fld id="{A930EF64-91C9-4EBD-82F9-3643AB15A28C}" type="slidenum">
              <a:rPr lang="en-US" smtClean="0"/>
              <a:pPr/>
              <a:t>‹#›</a:t>
            </a:fld>
            <a:endParaRPr lang="en-US" dirty="0"/>
          </a:p>
        </p:txBody>
      </p:sp>
      <p:sp>
        <p:nvSpPr>
          <p:cNvPr id="3" name="Media Placeholder"/>
          <p:cNvSpPr>
            <a:spLocks noGrp="1"/>
          </p:cNvSpPr>
          <p:nvPr>
            <p:ph type="media" sz="quarter" idx="17" hasCustomPrompt="1"/>
          </p:nvPr>
        </p:nvSpPr>
        <p:spPr bwMode="white">
          <a:xfrm>
            <a:off x="-1" y="0"/>
            <a:ext cx="12193200" cy="6856226"/>
          </a:xfrm>
          <a:prstGeom prst="rect">
            <a:avLst/>
          </a:prstGeom>
        </p:spPr>
        <p:txBody>
          <a:bodyPr/>
          <a:lstStyle>
            <a:lvl1pPr marL="0" indent="0">
              <a:buNone/>
              <a:defRPr>
                <a:solidFill>
                  <a:schemeClr val="bg1"/>
                </a:solidFill>
              </a:defRPr>
            </a:lvl1pPr>
          </a:lstStyle>
          <a:p>
            <a:r>
              <a:rPr lang="en-US" noProof="0" dirty="0"/>
              <a:t>Click on symbol to add v</a:t>
            </a:r>
            <a:r>
              <a:rPr lang="en-US" dirty="0" err="1"/>
              <a:t>ideo</a:t>
            </a:r>
            <a:r>
              <a:rPr lang="en-US" dirty="0"/>
              <a:t> in 16:9 </a:t>
            </a:r>
            <a:r>
              <a:rPr lang="en-US" dirty="0" err="1"/>
              <a:t>format</a:t>
            </a:r>
            <a:endParaRPr lang="en-US" dirty="0"/>
          </a:p>
        </p:txBody>
      </p:sp>
    </p:spTree>
    <p:extLst>
      <p:ext uri="{BB962C8B-B14F-4D97-AF65-F5344CB8AC3E}">
        <p14:creationId xmlns:p14="http://schemas.microsoft.com/office/powerpoint/2010/main" val="2105187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phics">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6D1787AB-6D34-4497-8839-CEB0A1A22779}"/>
              </a:ext>
            </a:extLst>
          </p:cNvPr>
          <p:cNvSpPr>
            <a:spLocks noGrp="1"/>
          </p:cNvSpPr>
          <p:nvPr>
            <p:ph type="ftr" sz="quarter" idx="14"/>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A3BAD292-9C8A-4178-A096-3F282FE0B149}"/>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9" name="Chart Placeholder"/>
          <p:cNvSpPr>
            <a:spLocks noGrp="1"/>
          </p:cNvSpPr>
          <p:nvPr>
            <p:ph type="chart" sz="quarter" idx="13" hasCustomPrompt="1"/>
          </p:nvPr>
        </p:nvSpPr>
        <p:spPr bwMode="gray">
          <a:xfrm>
            <a:off x="335361" y="1484313"/>
            <a:ext cx="11521279" cy="4969529"/>
          </a:xfrm>
          <a:prstGeom prst="rect">
            <a:avLst/>
          </a:prstGeom>
          <a:ln>
            <a:noFill/>
            <a:miter lim="800000"/>
          </a:ln>
        </p:spPr>
        <p:txBody>
          <a:bodyPr lIns="90000" tIns="0"/>
          <a:lstStyle>
            <a:lvl1pPr marL="0" indent="0">
              <a:buFont typeface="Wingdings" panose="05000000000000000000" pitchFamily="2" charset="2"/>
              <a:buNone/>
              <a:defRPr/>
            </a:lvl1pPr>
          </a:lstStyle>
          <a:p>
            <a:r>
              <a:rPr lang="en-US" noProof="0"/>
              <a:t>Click on symbol to add diagram/chart</a:t>
            </a:r>
          </a:p>
        </p:txBody>
      </p:sp>
      <p:sp>
        <p:nvSpPr>
          <p:cNvPr id="2" name="Title">
            <a:extLst>
              <a:ext uri="{FF2B5EF4-FFF2-40B4-BE49-F238E27FC236}">
                <a16:creationId xmlns:a16="http://schemas.microsoft.com/office/drawing/2014/main" id="{4875A038-76B6-4E5E-9461-7B75B0E9323F}"/>
              </a:ext>
            </a:extLst>
          </p:cNvPr>
          <p:cNvSpPr>
            <a:spLocks noGrp="1"/>
          </p:cNvSpPr>
          <p:nvPr>
            <p:ph type="title" hasCustomPrompt="1"/>
          </p:nvPr>
        </p:nvSpPr>
        <p:spPr/>
        <p:txBody>
          <a:bodyPr/>
          <a:lstStyle>
            <a:lvl1pPr>
              <a:defRPr/>
            </a:lvl1pPr>
          </a:lstStyle>
          <a:p>
            <a:r>
              <a:rPr lang="en-US" noProof="0"/>
              <a:t>Click to add title</a:t>
            </a:r>
          </a:p>
        </p:txBody>
      </p:sp>
    </p:spTree>
    <p:extLst>
      <p:ext uri="{BB962C8B-B14F-4D97-AF65-F5344CB8AC3E}">
        <p14:creationId xmlns:p14="http://schemas.microsoft.com/office/powerpoint/2010/main" val="3188575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40FB082D-0528-4AB0-982F-BB0D654F93F6}"/>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263F52BA-04FF-44FB-AFBA-C472EAF2E03C}"/>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5" name="Table Placeholder">
            <a:extLst>
              <a:ext uri="{FF2B5EF4-FFF2-40B4-BE49-F238E27FC236}">
                <a16:creationId xmlns:a16="http://schemas.microsoft.com/office/drawing/2014/main" id="{67524011-23C3-4303-A154-1A435121F38C}"/>
              </a:ext>
            </a:extLst>
          </p:cNvPr>
          <p:cNvSpPr>
            <a:spLocks noGrp="1"/>
          </p:cNvSpPr>
          <p:nvPr>
            <p:ph type="tbl" sz="quarter" idx="16" hasCustomPrompt="1"/>
          </p:nvPr>
        </p:nvSpPr>
        <p:spPr>
          <a:xfrm>
            <a:off x="0" y="1108800"/>
            <a:ext cx="12200400" cy="5752800"/>
          </a:xfrm>
        </p:spPr>
        <p:txBody>
          <a:bodyPr/>
          <a:lstStyle>
            <a:lvl1pPr marL="0" indent="0">
              <a:buNone/>
              <a:defRPr/>
            </a:lvl1pPr>
          </a:lstStyle>
          <a:p>
            <a:r>
              <a:rPr lang="en-US" noProof="0"/>
              <a:t>Click on symbol to add table</a:t>
            </a:r>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6722247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marL="0" lvl="0"/>
            <a:r>
              <a:rPr lang="en-US" noProof="0"/>
              <a:t>Click to add title</a:t>
            </a:r>
          </a:p>
        </p:txBody>
      </p:sp>
    </p:spTree>
    <p:extLst>
      <p:ext uri="{BB962C8B-B14F-4D97-AF65-F5344CB8AC3E}">
        <p14:creationId xmlns:p14="http://schemas.microsoft.com/office/powerpoint/2010/main" val="12767865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Empty silver-blue ">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pic>
        <p:nvPicPr>
          <p:cNvPr id="2" name="Picture 2">
            <a:extLst>
              <a:ext uri="{FF2B5EF4-FFF2-40B4-BE49-F238E27FC236}">
                <a16:creationId xmlns:a16="http://schemas.microsoft.com/office/drawing/2014/main" id="{3BC4754F-FBBF-564A-F9F1-0EB0D45DFDA2}"/>
              </a:ext>
            </a:extLst>
          </p:cNvPr>
          <p:cNvPicPr>
            <a:picLocks noChangeAspect="1"/>
          </p:cNvPicPr>
          <p:nvPr userDrawn="1"/>
        </p:nvPicPr>
        <p:blipFill>
          <a:blip r:embed="rId2"/>
          <a:stretch>
            <a:fillRect/>
          </a:stretch>
        </p:blipFill>
        <p:spPr>
          <a:xfrm>
            <a:off x="0" y="1089024"/>
            <a:ext cx="12192000" cy="5768975"/>
          </a:xfrm>
          <a:prstGeom prst="rect">
            <a:avLst/>
          </a:prstGeom>
          <a:ln w="6350">
            <a:solidFill>
              <a:schemeClr val="bg1">
                <a:lumMod val="95000"/>
              </a:schemeClr>
            </a:solidFill>
          </a:ln>
        </p:spPr>
      </p:pic>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solidFill>
                  <a:schemeClr val="bg1"/>
                </a:solidFill>
              </a:defRPr>
            </a:lvl1pPr>
          </a:lstStyle>
          <a:p>
            <a:pPr marL="0" lvl="0"/>
            <a:r>
              <a:rPr lang="en-US" noProof="0" dirty="0"/>
              <a:t>Click to add title</a:t>
            </a:r>
          </a:p>
        </p:txBody>
      </p:sp>
    </p:spTree>
    <p:extLst>
      <p:ext uri="{BB962C8B-B14F-4D97-AF65-F5344CB8AC3E}">
        <p14:creationId xmlns:p14="http://schemas.microsoft.com/office/powerpoint/2010/main" val="11353489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act – EN">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0FABAA2E-4E9A-4460-887B-63388ECCD83C}"/>
              </a:ext>
            </a:extLst>
          </p:cNvPr>
          <p:cNvSpPr>
            <a:spLocks noGrp="1"/>
          </p:cNvSpPr>
          <p:nvPr>
            <p:ph type="ftr" sz="quarter" idx="12"/>
          </p:nvPr>
        </p:nvSpPr>
        <p:spPr/>
        <p:txBody>
          <a:bodyPr/>
          <a:lstStyle/>
          <a:p>
            <a:r>
              <a:rPr lang="en-US" noProof="0" dirty="0"/>
              <a:t>Footer text</a:t>
            </a:r>
          </a:p>
        </p:txBody>
      </p:sp>
      <p:sp>
        <p:nvSpPr>
          <p:cNvPr id="3" name="Slide Number Placeholder">
            <a:extLst>
              <a:ext uri="{FF2B5EF4-FFF2-40B4-BE49-F238E27FC236}">
                <a16:creationId xmlns:a16="http://schemas.microsoft.com/office/drawing/2014/main" id="{5272A250-950F-4B10-8016-B1DD44A8958C}"/>
              </a:ext>
            </a:extLst>
          </p:cNvPr>
          <p:cNvSpPr>
            <a:spLocks noGrp="1"/>
          </p:cNvSpPr>
          <p:nvPr>
            <p:ph type="sldNum" sz="quarter" idx="13"/>
          </p:nvPr>
        </p:nvSpPr>
        <p:spPr/>
        <p:txBody>
          <a:bodyPr/>
          <a:lstStyle/>
          <a:p>
            <a:fld id="{A930EF64-91C9-4EBD-82F9-3643AB15A28C}" type="slidenum">
              <a:rPr lang="en-US" noProof="0" smtClean="0"/>
              <a:pPr/>
              <a:t>‹#›</a:t>
            </a:fld>
            <a:endParaRPr lang="en-US" noProof="0" dirty="0"/>
          </a:p>
        </p:txBody>
      </p:sp>
      <p:sp>
        <p:nvSpPr>
          <p:cNvPr id="7" name="Legal Notes"/>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dirty="0"/>
              <a:t>© Beckhoff Automation GmbH &amp; Co. KG</a:t>
            </a:r>
          </a:p>
          <a:p>
            <a:pPr lvl="0"/>
            <a:endParaRPr lang="en-US" altLang="en-US" noProof="0" dirty="0"/>
          </a:p>
          <a:p>
            <a:pPr lvl="0"/>
            <a:r>
              <a:rPr lang="en-US" altLang="en-US" noProof="0" dirty="0"/>
              <a:t>All images are protected by copyright. The use and transfer to third parties is not permitted.</a:t>
            </a:r>
          </a:p>
          <a:p>
            <a:pPr lvl="0"/>
            <a:endParaRPr lang="en-US" altLang="en-US" noProof="0" dirty="0"/>
          </a:p>
          <a:p>
            <a:pPr lvl="0"/>
            <a:r>
              <a:rPr lang="en-US" altLang="en-US" noProof="0" dirty="0"/>
              <a:t>Beckhoff</a:t>
            </a:r>
            <a:r>
              <a:rPr lang="en-US" altLang="en-US" baseline="30000" noProof="0" dirty="0"/>
              <a:t>®</a:t>
            </a:r>
            <a:r>
              <a:rPr lang="en-US" altLang="en-US" noProof="0" dirty="0"/>
              <a:t>, </a:t>
            </a:r>
            <a:r>
              <a:rPr lang="en-US" altLang="en-US" noProof="0" dirty="0" err="1"/>
              <a:t>TwinCAT</a:t>
            </a:r>
            <a:r>
              <a:rPr lang="en-US" altLang="en-US" baseline="30000" noProof="0" dirty="0"/>
              <a:t>®</a:t>
            </a:r>
            <a:r>
              <a:rPr lang="en-US" altLang="en-US" noProof="0" dirty="0"/>
              <a:t>, </a:t>
            </a:r>
            <a:r>
              <a:rPr lang="en-US" altLang="en-US" noProof="0" dirty="0" err="1"/>
              <a:t>TwinCAT</a:t>
            </a:r>
            <a:r>
              <a:rPr lang="en-US" altLang="en-US" noProof="0" dirty="0"/>
              <a:t>/BSD</a:t>
            </a:r>
            <a:r>
              <a:rPr lang="en-US" altLang="en-US" baseline="30000" noProof="0" dirty="0"/>
              <a:t>®</a:t>
            </a:r>
            <a:r>
              <a:rPr lang="en-US" altLang="en-US" noProof="0" dirty="0"/>
              <a:t>, TC/BSD</a:t>
            </a:r>
            <a:r>
              <a:rPr lang="en-US" altLang="en-US" baseline="30000" noProof="0" dirty="0"/>
              <a:t>®</a:t>
            </a:r>
            <a:r>
              <a:rPr lang="en-US" altLang="en-US" noProof="0" dirty="0"/>
              <a:t>, </a:t>
            </a:r>
            <a:r>
              <a:rPr lang="en-US" altLang="en-US" noProof="0" dirty="0" err="1"/>
              <a:t>EtherCAT</a:t>
            </a:r>
            <a:r>
              <a:rPr lang="en-US" altLang="en-US" baseline="30000" noProof="0" dirty="0"/>
              <a:t>®</a:t>
            </a:r>
            <a:r>
              <a:rPr lang="en-US" altLang="en-US" noProof="0" dirty="0"/>
              <a:t>, </a:t>
            </a:r>
            <a:r>
              <a:rPr lang="en-US" altLang="en-US" noProof="0" dirty="0" err="1"/>
              <a:t>EtherCAT</a:t>
            </a:r>
            <a:r>
              <a:rPr lang="en-US" altLang="en-US" noProof="0" dirty="0"/>
              <a:t> G</a:t>
            </a:r>
            <a:r>
              <a:rPr lang="en-US" altLang="en-US" baseline="30000" noProof="0" dirty="0"/>
              <a:t>®</a:t>
            </a:r>
            <a:r>
              <a:rPr lang="en-US" altLang="en-US" noProof="0" dirty="0"/>
              <a:t>, </a:t>
            </a:r>
            <a:r>
              <a:rPr lang="en-US" altLang="en-US" noProof="0" dirty="0" err="1"/>
              <a:t>EtherCAT</a:t>
            </a:r>
            <a:r>
              <a:rPr lang="en-US" altLang="en-US" noProof="0" dirty="0"/>
              <a:t> G10</a:t>
            </a:r>
            <a:r>
              <a:rPr lang="en-US" altLang="en-US" baseline="30000" noProof="0" dirty="0"/>
              <a:t>®</a:t>
            </a:r>
            <a:r>
              <a:rPr lang="en-US" altLang="en-US" noProof="0" dirty="0"/>
              <a:t>, </a:t>
            </a:r>
            <a:r>
              <a:rPr lang="en-US" altLang="en-US" noProof="0" dirty="0" err="1"/>
              <a:t>EtherCAT</a:t>
            </a:r>
            <a:r>
              <a:rPr lang="en-US" altLang="en-US" noProof="0" dirty="0"/>
              <a:t> P</a:t>
            </a:r>
            <a:r>
              <a:rPr lang="en-US" altLang="en-US" baseline="30000" noProof="0" dirty="0"/>
              <a:t>®</a:t>
            </a:r>
            <a:r>
              <a:rPr lang="en-US" altLang="en-US" noProof="0" dirty="0"/>
              <a:t>, Safety over </a:t>
            </a:r>
            <a:r>
              <a:rPr lang="en-US" altLang="en-US" noProof="0" dirty="0" err="1"/>
              <a:t>EtherCAT</a:t>
            </a:r>
            <a:r>
              <a:rPr lang="en-US" altLang="en-US" baseline="30000" noProof="0" dirty="0"/>
              <a:t>®</a:t>
            </a:r>
            <a:r>
              <a:rPr lang="en-US" altLang="en-US" noProof="0" dirty="0"/>
              <a:t>, </a:t>
            </a:r>
            <a:r>
              <a:rPr lang="en-US" altLang="en-US" noProof="0" dirty="0" err="1"/>
              <a:t>TwinSAFE</a:t>
            </a:r>
            <a:r>
              <a:rPr lang="en-US" altLang="en-US" baseline="30000" noProof="0" dirty="0"/>
              <a:t>®</a:t>
            </a:r>
            <a:r>
              <a:rPr lang="en-US" altLang="en-US" noProof="0" dirty="0"/>
              <a:t>, XFC</a:t>
            </a:r>
            <a:r>
              <a:rPr lang="en-US" altLang="en-US" baseline="30000" noProof="0" dirty="0"/>
              <a:t>®</a:t>
            </a:r>
            <a:r>
              <a:rPr lang="en-US" altLang="en-US" noProof="0" dirty="0"/>
              <a:t>, XTS</a:t>
            </a:r>
            <a:r>
              <a:rPr lang="en-US" altLang="en-US" baseline="30000" noProof="0" dirty="0"/>
              <a:t>®</a:t>
            </a:r>
            <a:r>
              <a:rPr lang="en-US" altLang="en-US" noProof="0" dirty="0"/>
              <a:t> and </a:t>
            </a:r>
            <a:r>
              <a:rPr lang="en-US" altLang="en-US" noProof="0" dirty="0" err="1"/>
              <a:t>XPlanar</a:t>
            </a:r>
            <a:r>
              <a:rPr lang="en-US" altLang="en-US" baseline="30000" noProof="0" dirty="0"/>
              <a:t>®</a:t>
            </a:r>
            <a:r>
              <a:rPr lang="en-US" altLang="en-US" noProof="0" dirty="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dirty="0"/>
          </a:p>
          <a:p>
            <a:pPr lvl="0"/>
            <a:r>
              <a:rPr lang="en-US" altLang="en-US" noProof="0" dirty="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2" name="Date Placeholder"/>
          <p:cNvSpPr>
            <a:spLocks noGrp="1"/>
          </p:cNvSpPr>
          <p:nvPr>
            <p:ph type="body" sz="quarter" idx="11" hasCustomPrompt="1"/>
          </p:nvPr>
        </p:nvSpPr>
        <p:spPr>
          <a:xfrm>
            <a:off x="3255495"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dirty="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buFont typeface="Wingdings" panose="05000000000000000000" pitchFamily="2" charset="2"/>
              <a:buNone/>
            </a:pPr>
            <a:r>
              <a:rPr lang="en-US" altLang="en-US" sz="1600" noProof="0" dirty="0"/>
              <a:t>Phone:	+49 5246 963-0  </a:t>
            </a:r>
          </a:p>
          <a:p>
            <a:pPr>
              <a:buFont typeface="Wingdings" panose="05000000000000000000" pitchFamily="2" charset="2"/>
              <a:buNone/>
            </a:pPr>
            <a:r>
              <a:rPr lang="en-US" altLang="en-US" sz="1600" noProof="0" dirty="0"/>
              <a:t>E-mail:	info@beckhoff.com </a:t>
            </a:r>
          </a:p>
          <a:p>
            <a:pPr>
              <a:buFont typeface="Wingdings" panose="05000000000000000000" pitchFamily="2" charset="2"/>
              <a:buNone/>
            </a:pPr>
            <a:r>
              <a:rPr lang="en-US" altLang="en-US" sz="1600" noProof="0" dirty="0"/>
              <a:t>Web:	www.beckhoff.com </a:t>
            </a:r>
            <a:r>
              <a:rPr lang="en-US" altLang="en-US" sz="1600" b="1" noProof="0" dirty="0"/>
              <a:t> </a:t>
            </a:r>
          </a:p>
        </p:txBody>
      </p:sp>
      <p:sp>
        <p:nvSpPr>
          <p:cNvPr id="9" name="Address"/>
          <p:cNvSpPr txBox="1"/>
          <p:nvPr userDrawn="1"/>
        </p:nvSpPr>
        <p:spPr>
          <a:xfrm>
            <a:off x="4" y="1090800"/>
            <a:ext cx="6095998"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altLang="en-US" sz="1600" noProof="0" dirty="0"/>
              <a:t>Beckhoff Automation GmbH &amp; Co. KG </a:t>
            </a:r>
            <a:br>
              <a:rPr lang="en-US" altLang="en-US" sz="1600" noProof="0" dirty="0"/>
            </a:br>
            <a:r>
              <a:rPr lang="en-US" altLang="en-US" sz="1600" b="0" noProof="0" dirty="0"/>
              <a:t>Headquarters </a:t>
            </a:r>
            <a:br>
              <a:rPr lang="en-US" altLang="en-US" sz="1600" b="0" noProof="0" dirty="0"/>
            </a:br>
            <a:r>
              <a:rPr lang="en-US" altLang="en-US" sz="1600" b="0" noProof="0" dirty="0"/>
              <a:t>Huelshorstweg 20 </a:t>
            </a:r>
            <a:br>
              <a:rPr lang="en-US" altLang="en-US" sz="1600" b="0" noProof="0" dirty="0"/>
            </a:br>
            <a:r>
              <a:rPr lang="en-US" altLang="en-US" sz="1600" b="0" noProof="0" dirty="0"/>
              <a:t>33415 Verl </a:t>
            </a:r>
            <a:br>
              <a:rPr lang="en-US" altLang="en-US" sz="1600" b="0" noProof="0" dirty="0"/>
            </a:br>
            <a:r>
              <a:rPr lang="en-US" altLang="en-US" sz="1600" b="0" noProof="0" dirty="0"/>
              <a:t>Germany </a:t>
            </a:r>
          </a:p>
        </p:txBody>
      </p:sp>
      <p:sp>
        <p:nvSpPr>
          <p:cNvPr id="11"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defPPr>
              <a:defRPr lang="en-US"/>
            </a:defPPr>
            <a:lvl1pPr lvl="0">
              <a:spcBef>
                <a:spcPct val="0"/>
              </a:spcBef>
              <a:buNone/>
              <a:defRPr sz="2200" b="1" baseline="0">
                <a:solidFill>
                  <a:schemeClr val="bg1"/>
                </a:solidFill>
                <a:latin typeface="Arial" pitchFamily="34" charset="0"/>
                <a:ea typeface="+mj-ea"/>
                <a:cs typeface="Arial" pitchFamily="34" charset="0"/>
              </a:defRPr>
            </a:lvl1pPr>
          </a:lstStyle>
          <a:p>
            <a:pPr lvl="0"/>
            <a:r>
              <a:rPr lang="en-US" noProof="0" dirty="0"/>
              <a:t>Contact</a:t>
            </a:r>
          </a:p>
        </p:txBody>
      </p:sp>
    </p:spTree>
    <p:extLst>
      <p:ext uri="{BB962C8B-B14F-4D97-AF65-F5344CB8AC3E}">
        <p14:creationId xmlns:p14="http://schemas.microsoft.com/office/powerpoint/2010/main" val="38510568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act – D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Legal Notes"/>
          <p:cNvSpPr txBox="1">
            <a:spLocks noChangeArrowheads="1"/>
          </p:cNvSpPr>
          <p:nvPr userDrawn="1"/>
        </p:nvSpPr>
        <p:spPr bwMode="auto">
          <a:xfrm>
            <a:off x="0" y="4001989"/>
            <a:ext cx="101536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lvl1pPr marL="3175" indent="-3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de-DE" sz="1200" noProof="0" dirty="0">
                <a:latin typeface="+mj-lt"/>
              </a:rPr>
              <a:t>© Beckhoff Automation GmbH &amp; Co. KG</a:t>
            </a:r>
          </a:p>
          <a:p>
            <a:endParaRPr lang="de-DE" altLang="de-DE" sz="1200" noProof="0" dirty="0">
              <a:latin typeface="+mj-lt"/>
            </a:endParaRPr>
          </a:p>
          <a:p>
            <a:pPr>
              <a:buFont typeface="Wingdings" panose="05000000000000000000" pitchFamily="2" charset="2"/>
              <a:buNone/>
            </a:pPr>
            <a:r>
              <a:rPr lang="de-DE" altLang="de-DE" sz="1200" noProof="0" dirty="0">
                <a:latin typeface="+mj-lt"/>
              </a:rPr>
              <a:t>Alle Bilder sind urheberrechtlich geschützt. Die Weitergabe und Nutzung durch Dritte ist nicht gestattet.</a:t>
            </a:r>
          </a:p>
          <a:p>
            <a:pPr>
              <a:buFont typeface="Wingdings" panose="05000000000000000000" pitchFamily="2" charset="2"/>
              <a:buNone/>
            </a:pPr>
            <a:endParaRPr lang="de-DE" altLang="de-DE" sz="1200" noProof="0" dirty="0">
              <a:latin typeface="+mj-lt"/>
            </a:endParaRPr>
          </a:p>
          <a:p>
            <a:pPr>
              <a:buFont typeface="Wingdings" panose="05000000000000000000" pitchFamily="2" charset="2"/>
              <a:buNone/>
            </a:pPr>
            <a:r>
              <a:rPr lang="de-DE" sz="1200" b="0" i="0" dirty="0">
                <a:solidFill>
                  <a:srgbClr val="111111"/>
                </a:solidFill>
                <a:effectLst/>
                <a:latin typeface="+mj-lt"/>
              </a:rPr>
              <a:t>Beckhoff</a:t>
            </a:r>
            <a:r>
              <a:rPr lang="de-DE" sz="1200" b="0" i="0" baseline="30000" dirty="0">
                <a:solidFill>
                  <a:srgbClr val="111111"/>
                </a:solidFill>
                <a:effectLst/>
                <a:latin typeface="+mj-lt"/>
              </a:rPr>
              <a:t>®</a:t>
            </a:r>
            <a:r>
              <a:rPr lang="de-DE" sz="1200" b="0" i="0" dirty="0">
                <a:solidFill>
                  <a:srgbClr val="111111"/>
                </a:solidFill>
                <a:effectLst/>
                <a:latin typeface="+mj-lt"/>
              </a:rPr>
              <a:t>, TwinCAT</a:t>
            </a:r>
            <a:r>
              <a:rPr lang="de-DE" sz="1200" b="0" i="0" baseline="30000" dirty="0">
                <a:solidFill>
                  <a:srgbClr val="111111"/>
                </a:solidFill>
                <a:effectLst/>
                <a:latin typeface="+mj-lt"/>
              </a:rPr>
              <a:t>®</a:t>
            </a:r>
            <a:r>
              <a:rPr lang="de-DE" sz="1200" b="0" i="0" dirty="0">
                <a:solidFill>
                  <a:srgbClr val="111111"/>
                </a:solidFill>
                <a:effectLst/>
                <a:latin typeface="+mj-lt"/>
              </a:rPr>
              <a:t>, TwinCAT/BSD</a:t>
            </a:r>
            <a:r>
              <a:rPr lang="de-DE" sz="1200" b="0" i="0" baseline="30000" dirty="0">
                <a:solidFill>
                  <a:srgbClr val="111111"/>
                </a:solidFill>
                <a:effectLst/>
                <a:latin typeface="+mj-lt"/>
              </a:rPr>
              <a:t>®</a:t>
            </a:r>
            <a:r>
              <a:rPr lang="de-DE" sz="1200" b="0" i="0" dirty="0">
                <a:solidFill>
                  <a:srgbClr val="111111"/>
                </a:solidFill>
                <a:effectLst/>
                <a:latin typeface="+mj-lt"/>
              </a:rPr>
              <a:t>, TC/BSD</a:t>
            </a:r>
            <a:r>
              <a:rPr lang="de-DE" sz="1200" b="0" i="0" baseline="30000" dirty="0">
                <a:solidFill>
                  <a:srgbClr val="111111"/>
                </a:solidFill>
                <a:effectLst/>
                <a:latin typeface="+mj-lt"/>
              </a:rPr>
              <a:t>®</a:t>
            </a:r>
            <a:r>
              <a:rPr lang="de-DE" sz="1200" b="0" i="0" dirty="0">
                <a:solidFill>
                  <a:srgbClr val="111111"/>
                </a:solidFill>
                <a:effectLst/>
                <a:latin typeface="+mj-lt"/>
              </a:rPr>
              <a:t>, EtherCAT</a:t>
            </a:r>
            <a:r>
              <a:rPr lang="de-DE" sz="1200" b="0" i="0" baseline="30000" dirty="0">
                <a:solidFill>
                  <a:srgbClr val="111111"/>
                </a:solidFill>
                <a:effectLst/>
                <a:latin typeface="+mj-lt"/>
              </a:rPr>
              <a:t>®</a:t>
            </a:r>
            <a:r>
              <a:rPr lang="de-DE" sz="1200" b="0" i="0" dirty="0">
                <a:solidFill>
                  <a:srgbClr val="111111"/>
                </a:solidFill>
                <a:effectLst/>
                <a:latin typeface="+mj-lt"/>
              </a:rPr>
              <a:t>, EtherCAT G</a:t>
            </a:r>
            <a:r>
              <a:rPr lang="de-DE" sz="1200" b="0" i="0" baseline="30000" dirty="0">
                <a:solidFill>
                  <a:srgbClr val="111111"/>
                </a:solidFill>
                <a:effectLst/>
                <a:latin typeface="+mj-lt"/>
              </a:rPr>
              <a:t>®</a:t>
            </a:r>
            <a:r>
              <a:rPr lang="de-DE" sz="1200" b="0" i="0" dirty="0">
                <a:solidFill>
                  <a:srgbClr val="111111"/>
                </a:solidFill>
                <a:effectLst/>
                <a:latin typeface="+mj-lt"/>
              </a:rPr>
              <a:t>, EtherCAT G10</a:t>
            </a:r>
            <a:r>
              <a:rPr lang="de-DE" sz="1200" b="0" i="0" baseline="30000" dirty="0">
                <a:solidFill>
                  <a:srgbClr val="111111"/>
                </a:solidFill>
                <a:effectLst/>
                <a:latin typeface="+mj-lt"/>
              </a:rPr>
              <a:t>®</a:t>
            </a:r>
            <a:r>
              <a:rPr lang="de-DE" sz="1200" b="0" i="0" dirty="0">
                <a:solidFill>
                  <a:srgbClr val="111111"/>
                </a:solidFill>
                <a:effectLst/>
                <a:latin typeface="+mj-lt"/>
              </a:rPr>
              <a:t>, EtherCAT P</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Safety</a:t>
            </a:r>
            <a:r>
              <a:rPr lang="de-DE" sz="1200" b="0" i="0" dirty="0">
                <a:solidFill>
                  <a:srgbClr val="111111"/>
                </a:solidFill>
                <a:effectLst/>
                <a:latin typeface="+mj-lt"/>
              </a:rPr>
              <a:t> </a:t>
            </a:r>
            <a:r>
              <a:rPr lang="de-DE" sz="1200" b="0" i="0" dirty="0" err="1">
                <a:solidFill>
                  <a:srgbClr val="111111"/>
                </a:solidFill>
                <a:effectLst/>
                <a:latin typeface="+mj-lt"/>
              </a:rPr>
              <a:t>over</a:t>
            </a:r>
            <a:r>
              <a:rPr lang="de-DE" sz="1200" b="0" i="0" dirty="0">
                <a:solidFill>
                  <a:srgbClr val="111111"/>
                </a:solidFill>
                <a:effectLst/>
                <a:latin typeface="+mj-lt"/>
              </a:rPr>
              <a:t> EtherCAT</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TwinSAFE</a:t>
            </a:r>
            <a:r>
              <a:rPr lang="de-DE" sz="1200" b="0" i="0" baseline="30000" dirty="0">
                <a:solidFill>
                  <a:srgbClr val="111111"/>
                </a:solidFill>
                <a:effectLst/>
                <a:latin typeface="+mj-lt"/>
              </a:rPr>
              <a:t>®</a:t>
            </a:r>
            <a:r>
              <a:rPr lang="de-DE" sz="1200" b="0" i="0" dirty="0">
                <a:solidFill>
                  <a:srgbClr val="111111"/>
                </a:solidFill>
                <a:effectLst/>
                <a:latin typeface="+mj-lt"/>
              </a:rPr>
              <a:t>, XFC</a:t>
            </a:r>
            <a:r>
              <a:rPr lang="de-DE" sz="1200" b="0" i="0" baseline="30000" dirty="0">
                <a:solidFill>
                  <a:srgbClr val="111111"/>
                </a:solidFill>
                <a:effectLst/>
                <a:latin typeface="+mj-lt"/>
              </a:rPr>
              <a:t>®</a:t>
            </a:r>
            <a:r>
              <a:rPr lang="de-DE" sz="1200" b="0" i="0" dirty="0">
                <a:solidFill>
                  <a:srgbClr val="111111"/>
                </a:solidFill>
                <a:effectLst/>
                <a:latin typeface="+mj-lt"/>
              </a:rPr>
              <a:t>, XTS</a:t>
            </a:r>
            <a:r>
              <a:rPr lang="de-DE" sz="1200" b="0" i="0" baseline="30000" dirty="0">
                <a:solidFill>
                  <a:srgbClr val="111111"/>
                </a:solidFill>
                <a:effectLst/>
                <a:latin typeface="+mj-lt"/>
              </a:rPr>
              <a:t>®</a:t>
            </a:r>
            <a:r>
              <a:rPr lang="de-DE" sz="1200" b="0" i="0" dirty="0">
                <a:solidFill>
                  <a:srgbClr val="111111"/>
                </a:solidFill>
                <a:effectLst/>
                <a:latin typeface="+mj-lt"/>
              </a:rPr>
              <a:t> und </a:t>
            </a:r>
            <a:r>
              <a:rPr lang="de-DE" sz="1200" b="0" i="0" dirty="0" err="1">
                <a:solidFill>
                  <a:srgbClr val="111111"/>
                </a:solidFill>
                <a:effectLst/>
                <a:latin typeface="+mj-lt"/>
              </a:rPr>
              <a:t>XPlanar</a:t>
            </a:r>
            <a:r>
              <a:rPr lang="de-DE" sz="1200" b="0" i="0" baseline="30000" dirty="0">
                <a:solidFill>
                  <a:srgbClr val="111111"/>
                </a:solidFill>
                <a:effectLst/>
                <a:latin typeface="+mj-lt"/>
              </a:rPr>
              <a:t>®</a:t>
            </a:r>
            <a:r>
              <a:rPr lang="de-DE" sz="1200" b="0" i="0" dirty="0">
                <a:solidFill>
                  <a:srgbClr val="111111"/>
                </a:solidFill>
                <a:effectLst/>
                <a:latin typeface="+mj-lt"/>
              </a:rPr>
              <a:t> sind eingetragene und lizenzierte Marken der Beckhoff Automation GmbH. Die Verwendung anderer in dieser Dokumentation enthaltenen Marken oder Kennzeichen durch Dritte kann zu einer Verletzung von Rechten der Inhaber der entsprechenden Kennzeichen führen.</a:t>
            </a:r>
          </a:p>
          <a:p>
            <a:pPr>
              <a:buFont typeface="Wingdings" panose="05000000000000000000" pitchFamily="2" charset="2"/>
              <a:buNone/>
            </a:pPr>
            <a:endParaRPr lang="de-DE" altLang="de-DE" sz="1200" noProof="0" dirty="0">
              <a:latin typeface="+mj-lt"/>
            </a:endParaRPr>
          </a:p>
          <a:p>
            <a:pPr>
              <a:buFont typeface="Wingdings" panose="05000000000000000000" pitchFamily="2" charset="2"/>
              <a:buNone/>
            </a:pPr>
            <a:r>
              <a:rPr lang="de-DE" altLang="de-DE" sz="1200" noProof="0" dirty="0">
                <a:latin typeface="+mj-lt"/>
              </a:rPr>
              <a:t>Die Informationen in dieser Präsentation enthalten lediglich allgemeine Beschreibungen bzw. Leistungsmerkmale, welche im konkreten Anwendungsfall nicht immer in der beschriebenen Form zutreffen bzw. welche sich durch Weiterentwicklung der Produkte ändern können. Die gewünschten Leistungsmerkmale sind nur dann verbindlich, wenn sie bei Vertragsabschluss ausdrücklich vereinbart werden.</a:t>
            </a:r>
          </a:p>
        </p:txBody>
      </p:sp>
      <p:sp>
        <p:nvSpPr>
          <p:cNvPr id="8" name="Date Placeholder"/>
          <p:cNvSpPr>
            <a:spLocks noGrp="1"/>
          </p:cNvSpPr>
          <p:nvPr>
            <p:ph type="body" sz="quarter" idx="11" hasCustomPrompt="1"/>
          </p:nvPr>
        </p:nvSpPr>
        <p:spPr>
          <a:xfrm>
            <a:off x="3255495" y="4022394"/>
            <a:ext cx="2196000" cy="277200"/>
          </a:xfrm>
        </p:spPr>
        <p:txBody>
          <a:bodyPr lIns="0" tIns="46800"/>
          <a:lstStyle>
            <a:lvl1pPr marL="0" indent="0" algn="l">
              <a:buNone/>
              <a:defRPr lang="de-DE" sz="1200" kern="1200" baseline="0" dirty="0" smtClean="0">
                <a:solidFill>
                  <a:schemeClr val="tx1"/>
                </a:solidFill>
                <a:latin typeface="Arial" pitchFamily="34" charset="0"/>
                <a:ea typeface="+mn-ea"/>
                <a:cs typeface="+mn-cs"/>
              </a:defRPr>
            </a:lvl1pPr>
            <a:lvl2pPr marL="360362" indent="0" algn="l">
              <a:buNone/>
              <a:defRPr lang="de-DE" sz="1200" kern="1200" baseline="0" dirty="0" smtClean="0">
                <a:solidFill>
                  <a:schemeClr val="tx1"/>
                </a:solidFill>
                <a:latin typeface="Arial" pitchFamily="34" charset="0"/>
                <a:ea typeface="+mn-ea"/>
                <a:cs typeface="+mn-cs"/>
              </a:defRPr>
            </a:lvl2pPr>
            <a:lvl3pPr marL="715962" indent="0" algn="l">
              <a:buNone/>
              <a:defRPr lang="de-DE" sz="1200" kern="1200" baseline="0" dirty="0" smtClean="0">
                <a:solidFill>
                  <a:schemeClr val="tx1"/>
                </a:solidFill>
                <a:latin typeface="Arial" pitchFamily="34" charset="0"/>
                <a:ea typeface="+mn-ea"/>
                <a:cs typeface="+mn-cs"/>
              </a:defRPr>
            </a:lvl3pPr>
            <a:lvl4pPr marL="1076325" indent="0" algn="l">
              <a:buNone/>
              <a:defRPr lang="de-DE" sz="1200" kern="1200" baseline="0" dirty="0" smtClean="0">
                <a:solidFill>
                  <a:schemeClr val="tx1"/>
                </a:solidFill>
                <a:latin typeface="Arial" pitchFamily="34" charset="0"/>
                <a:ea typeface="+mn-ea"/>
                <a:cs typeface="+mn-cs"/>
              </a:defRPr>
            </a:lvl4pPr>
            <a:lvl5pPr marL="1433513" indent="0" algn="l">
              <a:buNone/>
              <a:defRPr lang="de-DE" sz="1200" kern="1200" baseline="0" dirty="0">
                <a:solidFill>
                  <a:schemeClr val="tx1"/>
                </a:solidFill>
                <a:latin typeface="Arial" pitchFamily="34" charset="0"/>
                <a:ea typeface="+mn-ea"/>
                <a:cs typeface="+mn-cs"/>
              </a:defRPr>
            </a:lvl5pPr>
          </a:lstStyle>
          <a:p>
            <a:pPr lvl="0"/>
            <a:r>
              <a:rPr lang="de-DE" noProof="0" dirty="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spcBef>
                <a:spcPct val="50000"/>
              </a:spcBef>
              <a:buFont typeface="Wingdings" panose="05000000000000000000" pitchFamily="2" charset="2"/>
              <a:buNone/>
            </a:pPr>
            <a:r>
              <a:rPr lang="de-DE" altLang="de-DE" sz="1600" noProof="0" dirty="0"/>
              <a:t>Telefon:	+49 5246 963-0  </a:t>
            </a:r>
          </a:p>
          <a:p>
            <a:pPr>
              <a:buFont typeface="Wingdings" panose="05000000000000000000" pitchFamily="2" charset="2"/>
              <a:buNone/>
            </a:pPr>
            <a:r>
              <a:rPr lang="de-DE" altLang="de-DE" sz="1600" noProof="0" dirty="0"/>
              <a:t>E-Mail:	info@beckhoff.com</a:t>
            </a:r>
          </a:p>
          <a:p>
            <a:pPr>
              <a:buFont typeface="Wingdings" panose="05000000000000000000" pitchFamily="2" charset="2"/>
              <a:buNone/>
            </a:pPr>
            <a:r>
              <a:rPr lang="de-DE" altLang="de-DE" sz="1600" noProof="0" dirty="0"/>
              <a:t>Web:	www.beckhoff.com</a:t>
            </a:r>
            <a:r>
              <a:rPr lang="de-DE" altLang="de-DE" sz="1600" b="1" noProof="0" dirty="0"/>
              <a:t> </a:t>
            </a:r>
          </a:p>
        </p:txBody>
      </p:sp>
      <p:sp>
        <p:nvSpPr>
          <p:cNvPr id="9" name="Address"/>
          <p:cNvSpPr txBox="1"/>
          <p:nvPr userDrawn="1"/>
        </p:nvSpPr>
        <p:spPr>
          <a:xfrm>
            <a:off x="3" y="1090800"/>
            <a:ext cx="6095997"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lvl="0" indent="0">
              <a:spcBef>
                <a:spcPts val="0"/>
              </a:spcBef>
              <a:buNone/>
            </a:pPr>
            <a:r>
              <a:rPr lang="de-DE" altLang="de-DE" sz="1600" noProof="0" dirty="0"/>
              <a:t>Beckhoff Automation GmbH &amp; Co. KG </a:t>
            </a:r>
            <a:br>
              <a:rPr lang="de-DE" altLang="de-DE" sz="1600" noProof="0" dirty="0"/>
            </a:br>
            <a:r>
              <a:rPr lang="de-DE" altLang="de-DE" sz="1600" b="0" noProof="0" dirty="0">
                <a:solidFill>
                  <a:srgbClr val="000000"/>
                </a:solidFill>
                <a:latin typeface="Arial"/>
                <a:cs typeface="+mn-cs"/>
              </a:rPr>
              <a:t>Unternehmenszentrale</a:t>
            </a:r>
          </a:p>
          <a:p>
            <a:pPr marL="0" lvl="0" indent="0">
              <a:spcBef>
                <a:spcPts val="0"/>
              </a:spcBef>
              <a:buNone/>
            </a:pPr>
            <a:r>
              <a:rPr lang="de-DE" altLang="de-DE" sz="1600" b="0" noProof="0" dirty="0">
                <a:solidFill>
                  <a:srgbClr val="000000"/>
                </a:solidFill>
                <a:latin typeface="Arial"/>
                <a:cs typeface="+mn-cs"/>
              </a:rPr>
              <a:t>Hülshorstweg 20</a:t>
            </a:r>
          </a:p>
          <a:p>
            <a:pPr marL="0" lvl="0" indent="0">
              <a:spcBef>
                <a:spcPts val="0"/>
              </a:spcBef>
              <a:buNone/>
            </a:pPr>
            <a:r>
              <a:rPr lang="de-DE" altLang="de-DE" sz="1600" b="0" noProof="0" dirty="0">
                <a:solidFill>
                  <a:srgbClr val="000000"/>
                </a:solidFill>
                <a:latin typeface="Arial"/>
                <a:cs typeface="+mn-cs"/>
              </a:rPr>
              <a:t>33415 Verl</a:t>
            </a:r>
          </a:p>
          <a:p>
            <a:pPr marL="0" lvl="0" indent="0">
              <a:spcBef>
                <a:spcPts val="0"/>
              </a:spcBef>
              <a:buNone/>
            </a:pPr>
            <a:r>
              <a:rPr lang="de-DE" altLang="de-DE" sz="1600" b="0" noProof="0" dirty="0">
                <a:solidFill>
                  <a:srgbClr val="000000"/>
                </a:solidFill>
                <a:latin typeface="Arial"/>
                <a:cs typeface="+mn-cs"/>
              </a:rPr>
              <a:t>Deutschland</a:t>
            </a:r>
          </a:p>
          <a:p>
            <a:pPr lvl="0"/>
            <a:endParaRPr lang="de-DE" altLang="de-DE" sz="1600" b="0" noProof="0" dirty="0"/>
          </a:p>
        </p:txBody>
      </p:sp>
      <p:sp>
        <p:nvSpPr>
          <p:cNvPr id="11"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lvl1pPr>
              <a:spcBef>
                <a:spcPct val="0"/>
              </a:spcBef>
              <a:buNone/>
              <a:defRPr sz="2200" b="1" baseline="0">
                <a:solidFill>
                  <a:schemeClr val="bg1"/>
                </a:solidFill>
                <a:latin typeface="Arial" pitchFamily="34" charset="0"/>
                <a:ea typeface="+mj-ea"/>
                <a:cs typeface="Arial" pitchFamily="34" charset="0"/>
              </a:defRPr>
            </a:lvl1pPr>
          </a:lstStyle>
          <a:p>
            <a:pPr lvl="0"/>
            <a:r>
              <a:rPr lang="de-DE" noProof="0" dirty="0"/>
              <a:t>Kontakt </a:t>
            </a:r>
          </a:p>
        </p:txBody>
      </p:sp>
    </p:spTree>
    <p:extLst>
      <p:ext uri="{BB962C8B-B14F-4D97-AF65-F5344CB8AC3E}">
        <p14:creationId xmlns:p14="http://schemas.microsoft.com/office/powerpoint/2010/main" val="33859228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act – Country-specific">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13" name="Legal Notes">
            <a:extLst>
              <a:ext uri="{FF2B5EF4-FFF2-40B4-BE49-F238E27FC236}">
                <a16:creationId xmlns:a16="http://schemas.microsoft.com/office/drawing/2014/main" id="{FB0F8624-008F-47A1-8364-BC96B920ADA6}"/>
              </a:ext>
            </a:extLst>
          </p:cNvPr>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dirty="0"/>
              <a:t>© Beckhoff Automation </a:t>
            </a:r>
          </a:p>
          <a:p>
            <a:pPr lvl="0"/>
            <a:endParaRPr lang="en-US" altLang="en-US" noProof="0" dirty="0"/>
          </a:p>
          <a:p>
            <a:pPr lvl="0"/>
            <a:r>
              <a:rPr lang="en-US" altLang="en-US" noProof="0" dirty="0"/>
              <a:t>All images are protected by copyright. The use and transfer to third parties is not permitted.</a:t>
            </a:r>
          </a:p>
          <a:p>
            <a:pPr lvl="0"/>
            <a:endParaRPr lang="en-US" altLang="en-US" noProof="0" dirty="0"/>
          </a:p>
          <a:p>
            <a:pPr lvl="0"/>
            <a:r>
              <a:rPr lang="en-US" altLang="en-US" noProof="0" dirty="0"/>
              <a:t>Beckhoff</a:t>
            </a:r>
            <a:r>
              <a:rPr lang="en-US" altLang="en-US" baseline="30000" noProof="0" dirty="0"/>
              <a:t>®</a:t>
            </a:r>
            <a:r>
              <a:rPr lang="en-US" altLang="en-US" noProof="0" dirty="0"/>
              <a:t>, </a:t>
            </a:r>
            <a:r>
              <a:rPr lang="en-US" altLang="en-US" noProof="0" dirty="0" err="1"/>
              <a:t>TwinCAT</a:t>
            </a:r>
            <a:r>
              <a:rPr lang="en-US" altLang="en-US" baseline="30000" noProof="0" dirty="0"/>
              <a:t>®</a:t>
            </a:r>
            <a:r>
              <a:rPr lang="en-US" altLang="en-US" noProof="0" dirty="0"/>
              <a:t>, </a:t>
            </a:r>
            <a:r>
              <a:rPr lang="en-US" altLang="en-US" noProof="0" dirty="0" err="1"/>
              <a:t>TwinCAT</a:t>
            </a:r>
            <a:r>
              <a:rPr lang="en-US" altLang="en-US" noProof="0" dirty="0"/>
              <a:t>/BSD</a:t>
            </a:r>
            <a:r>
              <a:rPr lang="en-US" altLang="en-US" baseline="30000" noProof="0" dirty="0"/>
              <a:t>®</a:t>
            </a:r>
            <a:r>
              <a:rPr lang="en-US" altLang="en-US" noProof="0" dirty="0"/>
              <a:t>, TC/BSD</a:t>
            </a:r>
            <a:r>
              <a:rPr lang="en-US" altLang="en-US" baseline="30000" noProof="0" dirty="0"/>
              <a:t>®</a:t>
            </a:r>
            <a:r>
              <a:rPr lang="en-US" altLang="en-US" noProof="0" dirty="0"/>
              <a:t>, </a:t>
            </a:r>
            <a:r>
              <a:rPr lang="en-US" altLang="en-US" noProof="0" dirty="0" err="1"/>
              <a:t>EtherCAT</a:t>
            </a:r>
            <a:r>
              <a:rPr lang="en-US" altLang="en-US" baseline="30000" noProof="0" dirty="0"/>
              <a:t>®</a:t>
            </a:r>
            <a:r>
              <a:rPr lang="en-US" altLang="en-US" noProof="0" dirty="0"/>
              <a:t>, </a:t>
            </a:r>
            <a:r>
              <a:rPr lang="en-US" altLang="en-US" noProof="0" dirty="0" err="1"/>
              <a:t>EtherCAT</a:t>
            </a:r>
            <a:r>
              <a:rPr lang="en-US" altLang="en-US" noProof="0" dirty="0"/>
              <a:t> G</a:t>
            </a:r>
            <a:r>
              <a:rPr lang="en-US" altLang="en-US" baseline="30000" noProof="0" dirty="0"/>
              <a:t>®</a:t>
            </a:r>
            <a:r>
              <a:rPr lang="en-US" altLang="en-US" noProof="0" dirty="0"/>
              <a:t>, </a:t>
            </a:r>
            <a:r>
              <a:rPr lang="en-US" altLang="en-US" noProof="0" dirty="0" err="1"/>
              <a:t>EtherCAT</a:t>
            </a:r>
            <a:r>
              <a:rPr lang="en-US" altLang="en-US" noProof="0" dirty="0"/>
              <a:t> G10</a:t>
            </a:r>
            <a:r>
              <a:rPr lang="en-US" altLang="en-US" baseline="30000" noProof="0" dirty="0"/>
              <a:t>®</a:t>
            </a:r>
            <a:r>
              <a:rPr lang="en-US" altLang="en-US" noProof="0" dirty="0"/>
              <a:t>, </a:t>
            </a:r>
            <a:r>
              <a:rPr lang="en-US" altLang="en-US" noProof="0" dirty="0" err="1"/>
              <a:t>EtherCAT</a:t>
            </a:r>
            <a:r>
              <a:rPr lang="en-US" altLang="en-US" noProof="0" dirty="0"/>
              <a:t> P</a:t>
            </a:r>
            <a:r>
              <a:rPr lang="en-US" altLang="en-US" baseline="30000" noProof="0" dirty="0"/>
              <a:t>®</a:t>
            </a:r>
            <a:r>
              <a:rPr lang="en-US" altLang="en-US" noProof="0" dirty="0"/>
              <a:t>, Safety over </a:t>
            </a:r>
            <a:r>
              <a:rPr lang="en-US" altLang="en-US" noProof="0" dirty="0" err="1"/>
              <a:t>EtherCAT</a:t>
            </a:r>
            <a:r>
              <a:rPr lang="en-US" altLang="en-US" baseline="30000" noProof="0" dirty="0"/>
              <a:t>®</a:t>
            </a:r>
            <a:r>
              <a:rPr lang="en-US" altLang="en-US" noProof="0" dirty="0"/>
              <a:t>, </a:t>
            </a:r>
            <a:r>
              <a:rPr lang="en-US" altLang="en-US" noProof="0" dirty="0" err="1"/>
              <a:t>TwinSAFE</a:t>
            </a:r>
            <a:r>
              <a:rPr lang="en-US" altLang="en-US" baseline="30000" noProof="0" dirty="0"/>
              <a:t>®</a:t>
            </a:r>
            <a:r>
              <a:rPr lang="en-US" altLang="en-US" noProof="0" dirty="0"/>
              <a:t>, XFC</a:t>
            </a:r>
            <a:r>
              <a:rPr lang="en-US" altLang="en-US" baseline="30000" noProof="0" dirty="0"/>
              <a:t>®</a:t>
            </a:r>
            <a:r>
              <a:rPr lang="en-US" altLang="en-US" noProof="0" dirty="0"/>
              <a:t>, XTS</a:t>
            </a:r>
            <a:r>
              <a:rPr lang="en-US" altLang="en-US" baseline="30000" noProof="0" dirty="0"/>
              <a:t>®</a:t>
            </a:r>
            <a:r>
              <a:rPr lang="en-US" altLang="en-US" noProof="0" dirty="0"/>
              <a:t> and </a:t>
            </a:r>
            <a:r>
              <a:rPr lang="en-US" altLang="en-US" noProof="0" dirty="0" err="1"/>
              <a:t>XPlanar</a:t>
            </a:r>
            <a:r>
              <a:rPr lang="en-US" altLang="en-US" baseline="30000" noProof="0" dirty="0"/>
              <a:t>®</a:t>
            </a:r>
            <a:r>
              <a:rPr lang="en-US" altLang="en-US" noProof="0" dirty="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dirty="0"/>
          </a:p>
          <a:p>
            <a:pPr lvl="0"/>
            <a:r>
              <a:rPr lang="en-US" altLang="en-US" noProof="0" dirty="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4" name="Date Placeholder">
            <a:extLst>
              <a:ext uri="{FF2B5EF4-FFF2-40B4-BE49-F238E27FC236}">
                <a16:creationId xmlns:a16="http://schemas.microsoft.com/office/drawing/2014/main" id="{D58367F0-49D0-49AE-B9D1-CF63427C3E5A}"/>
              </a:ext>
            </a:extLst>
          </p:cNvPr>
          <p:cNvSpPr>
            <a:spLocks noGrp="1"/>
          </p:cNvSpPr>
          <p:nvPr>
            <p:ph type="body" sz="quarter" idx="11" hasCustomPrompt="1"/>
          </p:nvPr>
        </p:nvSpPr>
        <p:spPr>
          <a:xfrm>
            <a:off x="2040500"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dirty="0"/>
              <a:t>MM/YYYY</a:t>
            </a:r>
          </a:p>
        </p:txBody>
      </p:sp>
      <p:sp>
        <p:nvSpPr>
          <p:cNvPr id="27" name="Phone, Mail, Web Placeholder">
            <a:extLst>
              <a:ext uri="{FF2B5EF4-FFF2-40B4-BE49-F238E27FC236}">
                <a16:creationId xmlns:a16="http://schemas.microsoft.com/office/drawing/2014/main" id="{CD68DB35-B7DC-45D7-8D3B-4237236AEDB1}"/>
              </a:ext>
            </a:extLst>
          </p:cNvPr>
          <p:cNvSpPr>
            <a:spLocks noGrp="1"/>
          </p:cNvSpPr>
          <p:nvPr>
            <p:ph type="body" sz="quarter" idx="16" hasCustomPrompt="1"/>
          </p:nvPr>
        </p:nvSpPr>
        <p:spPr>
          <a:xfrm>
            <a:off x="6096001" y="1090800"/>
            <a:ext cx="4052711" cy="1873250"/>
          </a:xfrm>
        </p:spPr>
        <p:txBody>
          <a:bodyPr lIns="90000" tIns="432000"/>
          <a:lstStyle>
            <a:lvl1pPr marL="0" indent="0">
              <a:spcBef>
                <a:spcPts val="0"/>
              </a:spcBef>
              <a:buNone/>
              <a:tabLst>
                <a:tab pos="896400" algn="l"/>
              </a:tabLst>
              <a:defRPr sz="1600"/>
            </a:lvl1pPr>
            <a:lvl2pPr>
              <a:spcBef>
                <a:spcPts val="0"/>
              </a:spcBef>
              <a:tabLst>
                <a:tab pos="914400" algn="l"/>
              </a:tabLst>
              <a:defRPr sz="1600"/>
            </a:lvl2pPr>
            <a:lvl3pPr>
              <a:spcBef>
                <a:spcPts val="0"/>
              </a:spcBef>
              <a:tabLst>
                <a:tab pos="914400" algn="l"/>
              </a:tabLst>
              <a:defRPr sz="1600"/>
            </a:lvl3pPr>
            <a:lvl4pPr>
              <a:spcBef>
                <a:spcPts val="0"/>
              </a:spcBef>
              <a:tabLst>
                <a:tab pos="914400" algn="l"/>
              </a:tabLst>
              <a:defRPr sz="1600"/>
            </a:lvl4pPr>
            <a:lvl5pPr>
              <a:spcBef>
                <a:spcPts val="0"/>
              </a:spcBef>
              <a:tabLst>
                <a:tab pos="914400" algn="l"/>
              </a:tabLst>
              <a:defRPr sz="1600"/>
            </a:lvl5pPr>
          </a:lstStyle>
          <a:p>
            <a:pPr lvl="0"/>
            <a:r>
              <a:rPr lang="en-US" noProof="0"/>
              <a:t>Phone:    … </a:t>
            </a:r>
            <a:br>
              <a:rPr lang="en-US" noProof="0"/>
            </a:br>
            <a:r>
              <a:rPr lang="en-US" noProof="0"/>
              <a:t>E-mail:    …</a:t>
            </a:r>
            <a:br>
              <a:rPr lang="en-US" noProof="0"/>
            </a:br>
            <a:r>
              <a:rPr lang="en-US" noProof="0"/>
              <a:t>Web:       …</a:t>
            </a:r>
          </a:p>
        </p:txBody>
      </p:sp>
      <p:sp>
        <p:nvSpPr>
          <p:cNvPr id="12" name="Address Placeholder">
            <a:extLst>
              <a:ext uri="{FF2B5EF4-FFF2-40B4-BE49-F238E27FC236}">
                <a16:creationId xmlns:a16="http://schemas.microsoft.com/office/drawing/2014/main" id="{1BE23ED5-17AC-4930-BA35-81B604872F42}"/>
              </a:ext>
            </a:extLst>
          </p:cNvPr>
          <p:cNvSpPr>
            <a:spLocks noGrp="1"/>
          </p:cNvSpPr>
          <p:nvPr>
            <p:ph type="body" sz="quarter" idx="14" hasCustomPrompt="1"/>
          </p:nvPr>
        </p:nvSpPr>
        <p:spPr>
          <a:xfrm>
            <a:off x="3" y="1090800"/>
            <a:ext cx="4871861" cy="1873250"/>
          </a:xfrm>
        </p:spPr>
        <p:txBody>
          <a:bodyPr/>
          <a:lstStyle>
            <a:lvl1pPr marL="0" indent="0">
              <a:spcBef>
                <a:spcPts val="0"/>
              </a:spcBef>
              <a:buNone/>
              <a:defRPr sz="1600" b="0"/>
            </a:lvl1pPr>
            <a:lvl2pPr marL="360362" indent="0">
              <a:buNone/>
              <a:defRPr sz="1600"/>
            </a:lvl2pPr>
            <a:lvl3pPr>
              <a:defRPr sz="1600"/>
            </a:lvl3pPr>
            <a:lvl4pPr>
              <a:defRPr sz="1600"/>
            </a:lvl4pPr>
            <a:lvl5pPr>
              <a:defRPr sz="1600"/>
            </a:lvl5pPr>
          </a:lstStyle>
          <a:p>
            <a:pPr lvl="0"/>
            <a:r>
              <a:rPr lang="en-US" noProof="0"/>
              <a:t>Subsidiary name </a:t>
            </a:r>
            <a:br>
              <a:rPr lang="en-US" noProof="0"/>
            </a:br>
            <a:r>
              <a:rPr lang="en-US" noProof="0"/>
              <a:t>and address details </a:t>
            </a:r>
          </a:p>
        </p:txBody>
      </p:sp>
      <p:sp>
        <p:nvSpPr>
          <p:cNvPr id="5" name="Title">
            <a:extLst>
              <a:ext uri="{FF2B5EF4-FFF2-40B4-BE49-F238E27FC236}">
                <a16:creationId xmlns:a16="http://schemas.microsoft.com/office/drawing/2014/main" id="{19FC4D1F-B4C7-47E6-B598-C1C778E645C7}"/>
              </a:ext>
            </a:extLst>
          </p:cNvPr>
          <p:cNvSpPr>
            <a:spLocks noGrp="1"/>
          </p:cNvSpPr>
          <p:nvPr>
            <p:ph type="title" hasCustomPrompt="1"/>
          </p:nvPr>
        </p:nvSpPr>
        <p:spPr/>
        <p:txBody>
          <a:bodyPr/>
          <a:lstStyle>
            <a:lvl1pPr>
              <a:defRPr/>
            </a:lvl1pPr>
          </a:lstStyle>
          <a:p>
            <a:r>
              <a:rPr lang="en-US" dirty="0"/>
              <a:t>Click to add title</a:t>
            </a:r>
          </a:p>
        </p:txBody>
      </p:sp>
    </p:spTree>
    <p:extLst>
      <p:ext uri="{BB962C8B-B14F-4D97-AF65-F5344CB8AC3E}">
        <p14:creationId xmlns:p14="http://schemas.microsoft.com/office/powerpoint/2010/main" val="32207065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EC17FFD9-E190-4354-AF30-89800F8E4F3E}"/>
              </a:ext>
            </a:extLst>
          </p:cNvPr>
          <p:cNvSpPr>
            <a:spLocks noGrp="1"/>
          </p:cNvSpPr>
          <p:nvPr>
            <p:ph type="ftr" sz="quarter" idx="10"/>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B0FDDC2E-ABE4-429F-8CE9-38DD695422FD}"/>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pic>
        <p:nvPicPr>
          <p:cNvPr id="6" name="Bildplatzhalter 4">
            <a:extLst>
              <a:ext uri="{FF2B5EF4-FFF2-40B4-BE49-F238E27FC236}">
                <a16:creationId xmlns:a16="http://schemas.microsoft.com/office/drawing/2014/main" id="{8D31A674-9DC6-4670-9A1A-2754DA6F827F}"/>
              </a:ext>
            </a:extLst>
          </p:cNvPr>
          <p:cNvPicPr>
            <a:picLocks noChangeAspect="1"/>
          </p:cNvPicPr>
          <p:nvPr userDrawn="1"/>
        </p:nvPicPr>
        <p:blipFill>
          <a:blip r:embed="rId2"/>
          <a:srcRect l="11" r="11"/>
          <a:stretch/>
        </p:blipFill>
        <p:spPr bwMode="gray">
          <a:xfrm>
            <a:off x="0" y="-1"/>
            <a:ext cx="12199938" cy="6858001"/>
          </a:xfrm>
          <a:prstGeom prst="rect">
            <a:avLst/>
          </a:prstGeom>
        </p:spPr>
      </p:pic>
      <p:sp>
        <p:nvSpPr>
          <p:cNvPr id="4" name="Title">
            <a:extLst>
              <a:ext uri="{FF2B5EF4-FFF2-40B4-BE49-F238E27FC236}">
                <a16:creationId xmlns:a16="http://schemas.microsoft.com/office/drawing/2014/main" id="{9030D639-0DC9-4081-8A98-1A8F8593892C}"/>
              </a:ext>
            </a:extLst>
          </p:cNvPr>
          <p:cNvSpPr>
            <a:spLocks noGrp="1"/>
          </p:cNvSpPr>
          <p:nvPr>
            <p:ph type="title" hasCustomPrompt="1"/>
          </p:nvPr>
        </p:nvSpPr>
        <p:spPr/>
        <p:txBody>
          <a:bodyPr/>
          <a:lstStyle/>
          <a:p>
            <a:r>
              <a:rPr lang="de-DE" noProof="0" dirty="0"/>
              <a:t>Click </a:t>
            </a:r>
            <a:r>
              <a:rPr lang="de-DE" noProof="0" dirty="0" err="1"/>
              <a:t>to</a:t>
            </a:r>
            <a:r>
              <a:rPr lang="de-DE" noProof="0" dirty="0"/>
              <a:t> </a:t>
            </a:r>
            <a:r>
              <a:rPr lang="de-DE" noProof="0" dirty="0" err="1"/>
              <a:t>add</a:t>
            </a:r>
            <a:r>
              <a:rPr lang="de-DE" noProof="0" dirty="0"/>
              <a:t> title</a:t>
            </a:r>
            <a:endParaRPr lang="en-US" noProof="0" dirty="0"/>
          </a:p>
        </p:txBody>
      </p:sp>
    </p:spTree>
    <p:extLst>
      <p:ext uri="{BB962C8B-B14F-4D97-AF65-F5344CB8AC3E}">
        <p14:creationId xmlns:p14="http://schemas.microsoft.com/office/powerpoint/2010/main" val="1777312408"/>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for Speaker – Version 1">
    <p:spTree>
      <p:nvGrpSpPr>
        <p:cNvPr id="1" name=""/>
        <p:cNvGrpSpPr/>
        <p:nvPr/>
      </p:nvGrpSpPr>
      <p:grpSpPr>
        <a:xfrm>
          <a:off x="0" y="0"/>
          <a:ext cx="0" cy="0"/>
          <a:chOff x="0" y="0"/>
          <a:chExt cx="0" cy="0"/>
        </a:xfrm>
      </p:grpSpPr>
      <p:pic>
        <p:nvPicPr>
          <p:cNvPr id="7" name="Bildplatzhalter 4">
            <a:extLst>
              <a:ext uri="{FF2B5EF4-FFF2-40B4-BE49-F238E27FC236}">
                <a16:creationId xmlns:a16="http://schemas.microsoft.com/office/drawing/2014/main" id="{7F7E3B65-0AB7-4975-9B5F-2DC6FD749BC3}"/>
              </a:ext>
            </a:extLst>
          </p:cNvPr>
          <p:cNvPicPr>
            <a:picLocks noChangeAspect="1"/>
          </p:cNvPicPr>
          <p:nvPr userDrawn="1"/>
        </p:nvPicPr>
        <p:blipFill>
          <a:blip r:embed="rId2"/>
          <a:srcRect l="11" r="11"/>
          <a:stretch/>
        </p:blipFill>
        <p:spPr bwMode="gray">
          <a:xfrm>
            <a:off x="0" y="1"/>
            <a:ext cx="12199938" cy="6858000"/>
          </a:xfrm>
          <a:prstGeom prst="rect">
            <a:avLst/>
          </a:prstGeom>
        </p:spPr>
      </p:pic>
      <p:sp>
        <p:nvSpPr>
          <p:cNvPr id="4" name="Rechteck 3">
            <a:extLst>
              <a:ext uri="{FF2B5EF4-FFF2-40B4-BE49-F238E27FC236}">
                <a16:creationId xmlns:a16="http://schemas.microsoft.com/office/drawing/2014/main" id="{256381DE-6AAF-6EB7-A339-870B8B807079}"/>
              </a:ext>
            </a:extLst>
          </p:cNvPr>
          <p:cNvSpPr/>
          <p:nvPr userDrawn="1"/>
        </p:nvSpPr>
        <p:spPr>
          <a:xfrm>
            <a:off x="-1" y="0"/>
            <a:ext cx="6098401" cy="6861175"/>
          </a:xfrm>
          <a:prstGeom prst="rect">
            <a:avLst/>
          </a:prstGeom>
          <a:gradFill>
            <a:gsLst>
              <a:gs pos="72000">
                <a:srgbClr val="FCFDFD">
                  <a:alpha val="60000"/>
                </a:srgbClr>
              </a:gs>
              <a:gs pos="0">
                <a:schemeClr val="accent1">
                  <a:lumMod val="5000"/>
                  <a:lumOff val="95000"/>
                </a:schemeClr>
              </a:gs>
              <a:gs pos="100000">
                <a:schemeClr val="bg1">
                  <a:alpha val="0"/>
                </a:schemeClr>
              </a:gs>
            </a:gsLst>
            <a:lin ang="0" scaled="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dirty="0">
              <a:solidFill>
                <a:schemeClr val="tx1"/>
              </a:solidFill>
              <a:latin typeface="+mj-lt"/>
              <a:ea typeface="+mn-ea"/>
              <a:cs typeface="Arial" pitchFamily="34" charset="0"/>
            </a:endParaRPr>
          </a:p>
        </p:txBody>
      </p:sp>
      <p:sp>
        <p:nvSpPr>
          <p:cNvPr id="8" name="Footer Placeholder">
            <a:extLst>
              <a:ext uri="{FF2B5EF4-FFF2-40B4-BE49-F238E27FC236}">
                <a16:creationId xmlns:a16="http://schemas.microsoft.com/office/drawing/2014/main" id="{A1007D3D-C5EC-4571-BE1C-06654C5B83FD}"/>
              </a:ext>
            </a:extLst>
          </p:cNvPr>
          <p:cNvSpPr>
            <a:spLocks noGrp="1"/>
          </p:cNvSpPr>
          <p:nvPr>
            <p:ph type="ftr" sz="quarter" idx="11"/>
          </p:nvPr>
        </p:nvSpPr>
        <p:spPr>
          <a:noFill/>
        </p:spPr>
        <p:txBody>
          <a:bodyPr/>
          <a:lstStyle/>
          <a:p>
            <a:r>
              <a:rPr lang="en-US" noProof="0"/>
              <a:t>Footer text</a:t>
            </a:r>
          </a:p>
        </p:txBody>
      </p:sp>
      <p:sp>
        <p:nvSpPr>
          <p:cNvPr id="10" name="Slide Number Placeholder">
            <a:extLst>
              <a:ext uri="{FF2B5EF4-FFF2-40B4-BE49-F238E27FC236}">
                <a16:creationId xmlns:a16="http://schemas.microsoft.com/office/drawing/2014/main" id="{4B4F1309-657C-418A-9A8B-219278A7A6FB}"/>
              </a:ext>
            </a:extLst>
          </p:cNvPr>
          <p:cNvSpPr>
            <a:spLocks noGrp="1"/>
          </p:cNvSpPr>
          <p:nvPr>
            <p:ph type="sldNum" sz="quarter" idx="12"/>
          </p:nvPr>
        </p:nvSpPr>
        <p:spPr>
          <a:noFill/>
        </p:spPr>
        <p:txBody>
          <a:bodyPr/>
          <a:lstStyle/>
          <a:p>
            <a:fld id="{A930EF64-91C9-4EBD-82F9-3643AB15A28C}" type="slidenum">
              <a:rPr lang="en-US" noProof="0" smtClean="0"/>
              <a:pPr/>
              <a:t>‹#›</a:t>
            </a:fld>
            <a:endParaRPr lang="en-US" noProof="0"/>
          </a:p>
        </p:txBody>
      </p:sp>
      <p:sp>
        <p:nvSpPr>
          <p:cNvPr id="3" name="Text Placeholder">
            <a:extLst>
              <a:ext uri="{FF2B5EF4-FFF2-40B4-BE49-F238E27FC236}">
                <a16:creationId xmlns:a16="http://schemas.microsoft.com/office/drawing/2014/main" id="{BEB3C114-D938-41BB-B3A2-9312262D642E}"/>
              </a:ext>
            </a:extLst>
          </p:cNvPr>
          <p:cNvSpPr>
            <a:spLocks noGrp="1"/>
          </p:cNvSpPr>
          <p:nvPr>
            <p:ph type="body" sz="quarter" idx="10" hasCustomPrompt="1"/>
          </p:nvPr>
        </p:nvSpPr>
        <p:spPr>
          <a:xfrm>
            <a:off x="0" y="1089025"/>
            <a:ext cx="6098400" cy="5772150"/>
          </a:xfrm>
          <a:noFill/>
        </p:spPr>
        <p:txBody>
          <a:bodyPr/>
          <a:lstStyle>
            <a:lvl1pPr>
              <a:defRPr/>
            </a:lvl1pPr>
          </a:lstStyle>
          <a:p>
            <a:pPr lvl="0"/>
            <a:r>
              <a:rPr lang="en-US" noProof="0"/>
              <a:t>Speaker name </a:t>
            </a:r>
            <a:br>
              <a:rPr lang="en-US" noProof="0"/>
            </a:br>
            <a:r>
              <a:rPr lang="en-US" noProof="0"/>
              <a:t>Department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a:extLst>
              <a:ext uri="{FF2B5EF4-FFF2-40B4-BE49-F238E27FC236}">
                <a16:creationId xmlns:a16="http://schemas.microsoft.com/office/drawing/2014/main" id="{1BEF4B5F-8F3C-41F6-887A-1CA15C7A5BC9}"/>
              </a:ext>
            </a:extLst>
          </p:cNvPr>
          <p:cNvSpPr>
            <a:spLocks noGrp="1"/>
          </p:cNvSpPr>
          <p:nvPr>
            <p:ph type="title" hasCustomPrompt="1"/>
          </p:nvPr>
        </p:nvSpPr>
        <p:spPr/>
        <p:txBody>
          <a:bodyPr/>
          <a:lstStyle/>
          <a:p>
            <a:r>
              <a:rPr lang="de-DE" noProof="0" dirty="0"/>
              <a:t>Click </a:t>
            </a:r>
            <a:r>
              <a:rPr lang="de-DE" noProof="0" dirty="0" err="1"/>
              <a:t>to</a:t>
            </a:r>
            <a:r>
              <a:rPr lang="de-DE" noProof="0" dirty="0"/>
              <a:t> </a:t>
            </a:r>
            <a:r>
              <a:rPr lang="de-DE" noProof="0" dirty="0" err="1"/>
              <a:t>add</a:t>
            </a:r>
            <a:r>
              <a:rPr lang="de-DE" noProof="0" dirty="0"/>
              <a:t> title</a:t>
            </a:r>
            <a:endParaRPr lang="en-US" noProof="0" dirty="0"/>
          </a:p>
        </p:txBody>
      </p:sp>
    </p:spTree>
    <p:extLst>
      <p:ext uri="{BB962C8B-B14F-4D97-AF65-F5344CB8AC3E}">
        <p14:creationId xmlns:p14="http://schemas.microsoft.com/office/powerpoint/2010/main" val="198879152"/>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for Speaker – Version 2">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F4598583-8674-490B-B814-FBA89FE47BBF}"/>
              </a:ext>
            </a:extLst>
          </p:cNvPr>
          <p:cNvSpPr>
            <a:spLocks noGrp="1"/>
          </p:cNvSpPr>
          <p:nvPr>
            <p:ph type="ftr" sz="quarter" idx="10"/>
          </p:nvPr>
        </p:nvSpPr>
        <p:spPr/>
        <p:txBody>
          <a:bodyPr/>
          <a:lstStyle/>
          <a:p>
            <a:r>
              <a:rPr lang="en-US" noProof="0"/>
              <a:t>Footer text</a:t>
            </a:r>
          </a:p>
        </p:txBody>
      </p:sp>
      <p:sp>
        <p:nvSpPr>
          <p:cNvPr id="6" name="Slide Number Placeholder">
            <a:extLst>
              <a:ext uri="{FF2B5EF4-FFF2-40B4-BE49-F238E27FC236}">
                <a16:creationId xmlns:a16="http://schemas.microsoft.com/office/drawing/2014/main" id="{6CDA0863-F8FA-4A9D-A308-28CFF0D552BF}"/>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342900" marR="0" lvl="0" indent="-34290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0" cap="none" spc="0" normalizeH="0" baseline="0" noProof="0" dirty="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dirty="0"/>
              <a:t>Speaker Name </a:t>
            </a:r>
            <a:br>
              <a:rPr lang="en-US" noProof="0" dirty="0"/>
            </a:br>
            <a:r>
              <a:rPr lang="en-US" noProof="0" dirty="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marL="0" indent="0">
              <a:buFont typeface="Arial" panose="020B0604020202020204" pitchFamily="34" charset="0"/>
              <a:buNone/>
              <a:defRPr lang="en-US" noProof="0" dirty="0">
                <a:solidFill>
                  <a:schemeClr val="bg1"/>
                </a:solidFill>
              </a:defRPr>
            </a:lvl1pPr>
          </a:lstStyle>
          <a:p>
            <a:pPr lvl="0"/>
            <a:r>
              <a:rPr lang="en-US" noProof="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pic>
        <p:nvPicPr>
          <p:cNvPr id="10" name="Title Picture version 2">
            <a:extLst>
              <a:ext uri="{FF2B5EF4-FFF2-40B4-BE49-F238E27FC236}">
                <a16:creationId xmlns:a16="http://schemas.microsoft.com/office/drawing/2014/main" id="{DC54ACFE-5BF1-41ED-8695-26F17FF498C1}"/>
              </a:ext>
            </a:extLst>
          </p:cNvPr>
          <p:cNvPicPr>
            <a:picLocks noChangeAspect="1"/>
          </p:cNvPicPr>
          <p:nvPr userDrawn="1"/>
        </p:nvPicPr>
        <p:blipFill rotWithShape="1">
          <a:blip r:embed="rId3"/>
          <a:srcRect l="7934" r="7934"/>
          <a:stretch/>
        </p:blipFill>
        <p:spPr>
          <a:xfrm>
            <a:off x="6098400" y="0"/>
            <a:ext cx="6094475" cy="6858000"/>
          </a:xfrm>
          <a:prstGeom prst="rect">
            <a:avLst/>
          </a:prstGeom>
          <a:ln w="6350">
            <a:solidFill>
              <a:schemeClr val="bg1">
                <a:lumMod val="95000"/>
              </a:schemeClr>
            </a:solidFill>
            <a:miter lim="800000"/>
          </a:ln>
        </p:spPr>
      </p:pic>
    </p:spTree>
    <p:extLst>
      <p:ext uri="{BB962C8B-B14F-4D97-AF65-F5344CB8AC3E}">
        <p14:creationId xmlns:p14="http://schemas.microsoft.com/office/powerpoint/2010/main" val="3100652705"/>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for Speaker – Version 3">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C4DB5B76-F41A-4B9A-92CC-7CBE8C6EF1EF}"/>
              </a:ext>
            </a:extLst>
          </p:cNvPr>
          <p:cNvSpPr>
            <a:spLocks noGrp="1"/>
          </p:cNvSpPr>
          <p:nvPr>
            <p:ph type="ftr" sz="quarter" idx="10"/>
          </p:nvPr>
        </p:nvSpPr>
        <p:spPr/>
        <p:txBody>
          <a:bodyPr/>
          <a:lstStyle/>
          <a:p>
            <a:r>
              <a:rPr lang="en-US" noProof="0" dirty="0"/>
              <a:t>Footer text</a:t>
            </a:r>
          </a:p>
        </p:txBody>
      </p:sp>
      <p:sp>
        <p:nvSpPr>
          <p:cNvPr id="6" name="Slide Number Placeholder">
            <a:extLst>
              <a:ext uri="{FF2B5EF4-FFF2-40B4-BE49-F238E27FC236}">
                <a16:creationId xmlns:a16="http://schemas.microsoft.com/office/drawing/2014/main" id="{871D1B19-4FC7-4864-9AAF-3307DBABF0DF}"/>
              </a:ext>
            </a:extLst>
          </p:cNvPr>
          <p:cNvSpPr>
            <a:spLocks noGrp="1"/>
          </p:cNvSpPr>
          <p:nvPr>
            <p:ph type="sldNum" sz="quarter" idx="11"/>
          </p:nvPr>
        </p:nvSpPr>
        <p:spPr/>
        <p:txBody>
          <a:bodyPr/>
          <a:lstStyle/>
          <a:p>
            <a:fld id="{A930EF64-91C9-4EBD-82F9-3643AB15A28C}" type="slidenum">
              <a:rPr lang="en-US" noProof="0" smtClean="0"/>
              <a:pPr/>
              <a:t>‹#›</a:t>
            </a:fld>
            <a:endParaRPr lang="en-US" noProof="0" dirty="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dirty="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dirty="0"/>
              <a:t>Speaker Name </a:t>
            </a:r>
            <a:br>
              <a:rPr lang="en-US" noProof="0" dirty="0"/>
            </a:br>
            <a:r>
              <a:rPr lang="en-US" noProof="0" dirty="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a:defRPr lang="en-US" noProof="0" dirty="0">
                <a:solidFill>
                  <a:schemeClr val="bg1"/>
                </a:solidFill>
              </a:defRPr>
            </a:lvl1pPr>
          </a:lstStyle>
          <a:p>
            <a:pPr lvl="0"/>
            <a:r>
              <a:rPr lang="en-US" noProof="0" dirty="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pic>
        <p:nvPicPr>
          <p:cNvPr id="10" name="Title Picture version 2">
            <a:extLst>
              <a:ext uri="{FF2B5EF4-FFF2-40B4-BE49-F238E27FC236}">
                <a16:creationId xmlns:a16="http://schemas.microsoft.com/office/drawing/2014/main" id="{41FE4FCD-3091-4AF3-93F5-D428D9B9B6A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8400" y="0"/>
            <a:ext cx="6094475" cy="6857999"/>
          </a:xfrm>
          <a:prstGeom prst="rect">
            <a:avLst/>
          </a:prstGeom>
          <a:ln w="6350">
            <a:solidFill>
              <a:schemeClr val="bg1">
                <a:lumMod val="95000"/>
              </a:schemeClr>
            </a:solidFill>
            <a:miter lim="800000"/>
          </a:ln>
        </p:spPr>
      </p:pic>
    </p:spTree>
    <p:extLst>
      <p:ext uri="{BB962C8B-B14F-4D97-AF65-F5344CB8AC3E}">
        <p14:creationId xmlns:p14="http://schemas.microsoft.com/office/powerpoint/2010/main" val="1686868652"/>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1A7223DA-1D3F-4531-BEC2-1CB60D927375}"/>
              </a:ext>
            </a:extLst>
          </p:cNvPr>
          <p:cNvSpPr>
            <a:spLocks noGrp="1"/>
          </p:cNvSpPr>
          <p:nvPr>
            <p:ph type="ftr" sz="quarter" idx="16"/>
          </p:nvPr>
        </p:nvSpPr>
        <p:spPr/>
        <p:txBody>
          <a:bodyPr/>
          <a:lstStyle/>
          <a:p>
            <a:r>
              <a:rPr lang="en-US" noProof="0"/>
              <a:t>Footer text</a:t>
            </a:r>
          </a:p>
        </p:txBody>
      </p:sp>
      <p:sp>
        <p:nvSpPr>
          <p:cNvPr id="9" name="Slide Number Placeholder">
            <a:extLst>
              <a:ext uri="{FF2B5EF4-FFF2-40B4-BE49-F238E27FC236}">
                <a16:creationId xmlns:a16="http://schemas.microsoft.com/office/drawing/2014/main" id="{22D552AE-634D-49AB-8A75-90A3811E881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5" name="Text Placeholder"/>
          <p:cNvSpPr>
            <a:spLocks noGrp="1"/>
          </p:cNvSpPr>
          <p:nvPr>
            <p:ph type="body" sz="quarter" idx="15" hasCustomPrompt="1"/>
          </p:nvPr>
        </p:nvSpPr>
        <p:spPr bwMode="gray">
          <a:xfrm>
            <a:off x="3" y="1090799"/>
            <a:ext cx="10137600" cy="5331600"/>
          </a:xfrm>
          <a:prstGeom prst="rect">
            <a:avLst/>
          </a:prstGeom>
        </p:spPr>
        <p:txBody>
          <a:bodyPr/>
          <a:lstStyle>
            <a:lvl1pPr marL="630000" indent="-630000">
              <a:buFont typeface="+mj-lt"/>
              <a:buAutoNum type="arabicPeriod"/>
              <a:defRPr b="0" baseline="0"/>
            </a:lvl1pPr>
            <a:lvl2pPr marL="982800" indent="-270000">
              <a:defRPr/>
            </a:lvl2pPr>
            <a:lvl3pPr marL="1342800" indent="-266400">
              <a:buFont typeface="Symbol" panose="05050102010706020507" pitchFamily="18" charset="2"/>
              <a:buChar char="-"/>
              <a:defRPr/>
            </a:lvl3pPr>
            <a:lvl4pPr marL="1699200" indent="-266400">
              <a:defRPr/>
            </a:lvl4pPr>
            <a:lvl5pPr marL="2059200" indent="-266700">
              <a:defRPr/>
            </a:lvl5pPr>
          </a:lstStyle>
          <a:p>
            <a:pPr lvl="0"/>
            <a:r>
              <a:rPr lang="en-US" noProof="0"/>
              <a:t>Click to add chapter (active chapter in bold)</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le"/>
          <p:cNvSpPr>
            <a:spLocks noGrp="1"/>
          </p:cNvSpPr>
          <p:nvPr>
            <p:ph type="title" hasCustomPrompt="1"/>
          </p:nvPr>
        </p:nvSpPr>
        <p:spPr/>
        <p:txBody>
          <a:bodyPr/>
          <a:lstStyle/>
          <a:p>
            <a:r>
              <a:rPr lang="en-US" noProof="0"/>
              <a:t>Click to add contents</a:t>
            </a:r>
          </a:p>
        </p:txBody>
      </p:sp>
    </p:spTree>
    <p:extLst>
      <p:ext uri="{BB962C8B-B14F-4D97-AF65-F5344CB8AC3E}">
        <p14:creationId xmlns:p14="http://schemas.microsoft.com/office/powerpoint/2010/main" val="19400936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9F4DFDF0-0B44-48E7-B482-FA214B6813AE}"/>
              </a:ext>
            </a:extLst>
          </p:cNvPr>
          <p:cNvSpPr>
            <a:spLocks noGrp="1"/>
          </p:cNvSpPr>
          <p:nvPr>
            <p:ph type="ftr" sz="quarter" idx="16"/>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515C8023-6CA7-4538-BC5A-F44602780247}"/>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8" name="Text Placeholder"/>
          <p:cNvSpPr>
            <a:spLocks noGrp="1"/>
          </p:cNvSpPr>
          <p:nvPr>
            <p:ph type="body" sz="quarter" idx="15" hasCustomPrompt="1"/>
          </p:nvPr>
        </p:nvSpPr>
        <p:spPr bwMode="gray">
          <a:xfrm>
            <a:off x="3" y="1090799"/>
            <a:ext cx="10137600" cy="5331600"/>
          </a:xfrm>
          <a:prstGeom prst="rect">
            <a:avLst/>
          </a:prstGeom>
        </p:spPr>
        <p:txBody>
          <a:bodyPr vert="horz" lIns="450000" tIns="190800" rIns="91440" bIns="45720" rtlCol="0">
            <a:noAutofit/>
          </a:bodyPr>
          <a:lstStyle>
            <a:lvl1pPr>
              <a:defRPr lang="en-US" noProof="0" dirty="0" smtClean="0"/>
            </a:lvl1pPr>
            <a:lvl2pPr>
              <a:defRPr lang="en-US" noProof="0" dirty="0" smtClean="0"/>
            </a:lvl2pPr>
            <a:lvl3pPr>
              <a:defRPr lang="en-US" noProof="0" dirty="0" smtClean="0"/>
            </a:lvl3pPr>
            <a:lvl4pPr>
              <a:defRPr lang="en-US" noProof="0" dirty="0" smtClean="0"/>
            </a:lvl4pPr>
            <a:lvl5pPr>
              <a:defRPr lang="en-US" noProof="0" dirty="0" smtClean="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el 1">
            <a:extLst>
              <a:ext uri="{FF2B5EF4-FFF2-40B4-BE49-F238E27FC236}">
                <a16:creationId xmlns:a16="http://schemas.microsoft.com/office/drawing/2014/main" id="{2F689EAD-B005-8D54-C948-D21D1674C391}"/>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37240972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3 text + 2 pictures">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6484DE6C-01C4-4549-8868-BC91980DA1B8}"/>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47B61BDE-5EB2-439B-87EA-3291DABA7078}"/>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noChangeAspect="1"/>
          </p:cNvSpPr>
          <p:nvPr>
            <p:ph type="pic" sz="quarter" idx="16" hasCustomPrompt="1"/>
          </p:nvPr>
        </p:nvSpPr>
        <p:spPr bwMode="gray">
          <a:xfrm>
            <a:off x="8136000" y="3981600"/>
            <a:ext cx="3805618" cy="2700000"/>
          </a:xfrm>
          <a:prstGeom prst="rect">
            <a:avLst/>
          </a:prstGeom>
          <a:ln w="12700">
            <a:solidFill>
              <a:schemeClr val="bg1"/>
            </a:solidFill>
            <a:miter lim="800000"/>
          </a:ln>
          <a:effectLst>
            <a:outerShdw blurRad="50800" dist="38100" dir="2700000" algn="tl" rotWithShape="0">
              <a:prstClr val="black">
                <a:alpha val="40000"/>
              </a:prstClr>
            </a:outerShdw>
          </a:effectLst>
        </p:spPr>
        <p:txBody>
          <a:bodyPr/>
          <a:lstStyle>
            <a:lvl1pPr marL="0" indent="0">
              <a:buNone/>
              <a:defRPr/>
            </a:lvl1pPr>
          </a:lstStyle>
          <a:p>
            <a:r>
              <a:rPr lang="en-US" noProof="0"/>
              <a:t>Click on symbol to add picture</a:t>
            </a:r>
          </a:p>
        </p:txBody>
      </p:sp>
      <p:sp>
        <p:nvSpPr>
          <p:cNvPr id="4" name="Picture Placeholder 1"/>
          <p:cNvSpPr>
            <a:spLocks noGrp="1" noChangeAspect="1"/>
          </p:cNvSpPr>
          <p:nvPr>
            <p:ph type="pic" sz="quarter" idx="14" hasCustomPrompt="1"/>
          </p:nvPr>
        </p:nvSpPr>
        <p:spPr bwMode="gray">
          <a:xfrm>
            <a:off x="8136000" y="1090799"/>
            <a:ext cx="3805618" cy="2700000"/>
          </a:xfrm>
          <a:prstGeom prst="rect">
            <a:avLst/>
          </a:prstGeom>
          <a:ln w="12700">
            <a:solidFill>
              <a:schemeClr val="bg1"/>
            </a:solidFill>
            <a:miter lim="800000"/>
          </a:ln>
          <a:effectLst>
            <a:outerShdw blurRad="50800" dist="38100" dir="2700000" algn="tl" rotWithShape="0">
              <a:prstClr val="black">
                <a:alpha val="40000"/>
              </a:prstClr>
            </a:outerShdw>
          </a:effectLst>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799"/>
            <a:ext cx="81360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el 1">
            <a:extLst>
              <a:ext uri="{FF2B5EF4-FFF2-40B4-BE49-F238E27FC236}">
                <a16:creationId xmlns:a16="http://schemas.microsoft.com/office/drawing/2014/main" id="{7CDF4B99-BE8E-6165-03D4-E55FDE939E5B}"/>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2394205253"/>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2 text + 1 halfsize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99F85A85-2456-4567-AD94-8845D76D276C}"/>
              </a:ext>
            </a:extLst>
          </p:cNvPr>
          <p:cNvSpPr>
            <a:spLocks noGrp="1"/>
          </p:cNvSpPr>
          <p:nvPr>
            <p:ph type="ftr" sz="quarter" idx="16"/>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CDB31999-ACD1-4446-88FC-073D53B8E87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5840813" cy="5523602"/>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2" y="1090800"/>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el 1">
            <a:extLst>
              <a:ext uri="{FF2B5EF4-FFF2-40B4-BE49-F238E27FC236}">
                <a16:creationId xmlns:a16="http://schemas.microsoft.com/office/drawing/2014/main" id="{3996252B-A877-5A1A-D17E-2369B9D63FCA}"/>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310131542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2 text + 1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5192BE08-D7FF-416E-BE68-DD5FA8DD6D56}"/>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27640755-13F0-423E-A8D5-986F786D5482}"/>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5843215" cy="4140586"/>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5" name="Titel 4">
            <a:extLst>
              <a:ext uri="{FF2B5EF4-FFF2-40B4-BE49-F238E27FC236}">
                <a16:creationId xmlns:a16="http://schemas.microsoft.com/office/drawing/2014/main" id="{326C8A53-1767-E603-8F61-EA23B677938D}"/>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9063745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2 text + 2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88D676BE-C49F-4CF3-A83C-582B2EB62ECB}"/>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9757859A-C6FD-456E-AD04-51BA82F9F30A}"/>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6098400" y="3981600"/>
            <a:ext cx="5840815" cy="2761802"/>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dirty="0"/>
              <a:t>Click on symbol to add picture</a:t>
            </a:r>
          </a:p>
        </p:txBody>
      </p:sp>
      <p:sp>
        <p:nvSpPr>
          <p:cNvPr id="4" name="Picture Placeholder 1"/>
          <p:cNvSpPr>
            <a:spLocks noGrp="1"/>
          </p:cNvSpPr>
          <p:nvPr>
            <p:ph type="pic" sz="quarter" idx="14" hasCustomPrompt="1"/>
          </p:nvPr>
        </p:nvSpPr>
        <p:spPr bwMode="gray">
          <a:xfrm>
            <a:off x="6098400" y="1090799"/>
            <a:ext cx="5840815" cy="2761802"/>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5" name="Titel 4">
            <a:extLst>
              <a:ext uri="{FF2B5EF4-FFF2-40B4-BE49-F238E27FC236}">
                <a16:creationId xmlns:a16="http://schemas.microsoft.com/office/drawing/2014/main" id="{FD18979F-9021-1844-4027-359007499A0B}"/>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525265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2 text + 3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0F761C-97E7-4B2C-A6DB-271C198DEA62}"/>
              </a:ext>
            </a:extLst>
          </p:cNvPr>
          <p:cNvSpPr>
            <a:spLocks noGrp="1"/>
          </p:cNvSpPr>
          <p:nvPr>
            <p:ph type="ftr" sz="quarter" idx="18"/>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C418DBE4-B032-4AE5-9085-D2385C26C94D}"/>
              </a:ext>
            </a:extLst>
          </p:cNvPr>
          <p:cNvSpPr>
            <a:spLocks noGrp="1"/>
          </p:cNvSpPr>
          <p:nvPr>
            <p:ph type="sldNum" sz="quarter" idx="19"/>
          </p:nvPr>
        </p:nvSpPr>
        <p:spPr/>
        <p:txBody>
          <a:bodyPr/>
          <a:lstStyle/>
          <a:p>
            <a:fld id="{A930EF64-91C9-4EBD-82F9-3643AB15A28C}" type="slidenum">
              <a:rPr lang="en-US" noProof="0" smtClean="0"/>
              <a:pPr/>
              <a:t>‹#›</a:t>
            </a:fld>
            <a:endParaRPr lang="en-US" noProof="0"/>
          </a:p>
        </p:txBody>
      </p:sp>
      <p:sp>
        <p:nvSpPr>
          <p:cNvPr id="10" name="Picture Placeholder 3"/>
          <p:cNvSpPr>
            <a:spLocks noGrp="1"/>
          </p:cNvSpPr>
          <p:nvPr>
            <p:ph type="pic" sz="quarter" idx="17" hasCustomPrompt="1"/>
          </p:nvPr>
        </p:nvSpPr>
        <p:spPr bwMode="gray">
          <a:xfrm>
            <a:off x="9151200" y="3981600"/>
            <a:ext cx="2790417" cy="2641991"/>
          </a:xfr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dirty="0"/>
              <a:t>Click on symbol to add picture</a:t>
            </a:r>
          </a:p>
        </p:txBody>
      </p:sp>
      <p:sp>
        <p:nvSpPr>
          <p:cNvPr id="3" name="Picture Placeholder 2"/>
          <p:cNvSpPr>
            <a:spLocks noGrp="1"/>
          </p:cNvSpPr>
          <p:nvPr>
            <p:ph type="pic" sz="quarter" idx="16" hasCustomPrompt="1"/>
          </p:nvPr>
        </p:nvSpPr>
        <p:spPr bwMode="gray">
          <a:xfrm>
            <a:off x="6098400" y="3981600"/>
            <a:ext cx="2790417" cy="2641991"/>
          </a:xfr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dirty="0"/>
              <a:t>Click on symbol to add picture</a:t>
            </a:r>
          </a:p>
        </p:txBody>
      </p:sp>
      <p:sp>
        <p:nvSpPr>
          <p:cNvPr id="4" name="Picture Placeholder 1"/>
          <p:cNvSpPr>
            <a:spLocks noGrp="1"/>
          </p:cNvSpPr>
          <p:nvPr>
            <p:ph type="pic" sz="quarter" idx="14" hasCustomPrompt="1"/>
          </p:nvPr>
        </p:nvSpPr>
        <p:spPr bwMode="gray">
          <a:xfrm>
            <a:off x="6098400" y="1090800"/>
            <a:ext cx="5843218" cy="2762938"/>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8" name="Titel 7">
            <a:extLst>
              <a:ext uri="{FF2B5EF4-FFF2-40B4-BE49-F238E27FC236}">
                <a16:creationId xmlns:a16="http://schemas.microsoft.com/office/drawing/2014/main" id="{E740C64F-C288-2547-72A4-144A09E45C8B}"/>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31712431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 3 small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4221ECB-122E-407B-9764-357AD2433556}"/>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3209F383-5AD8-4BEC-863A-2D72A7D3951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6" name="Picture Placeholder 3">
            <a:extLst>
              <a:ext uri="{FF2B5EF4-FFF2-40B4-BE49-F238E27FC236}">
                <a16:creationId xmlns:a16="http://schemas.microsoft.com/office/drawing/2014/main" id="{B7155D95-8CF2-4871-9E93-C5776EC6AEFD}"/>
              </a:ext>
            </a:extLst>
          </p:cNvPr>
          <p:cNvSpPr>
            <a:spLocks noGrp="1"/>
          </p:cNvSpPr>
          <p:nvPr>
            <p:ph type="pic" sz="quarter" idx="22" hasCustomPrompt="1"/>
          </p:nvPr>
        </p:nvSpPr>
        <p:spPr bwMode="gray">
          <a:xfrm>
            <a:off x="8136000" y="4943904"/>
            <a:ext cx="3805615" cy="1799467"/>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dirty="0"/>
              <a:t>Click on symbol to add picture</a:t>
            </a:r>
          </a:p>
          <a:p>
            <a:pPr marL="0" lvl="0" indent="0">
              <a:buNone/>
            </a:pPr>
            <a:endParaRPr lang="en-US" noProof="0" dirty="0"/>
          </a:p>
        </p:txBody>
      </p:sp>
      <p:sp>
        <p:nvSpPr>
          <p:cNvPr id="15" name="Picture Placeholder 2">
            <a:extLst>
              <a:ext uri="{FF2B5EF4-FFF2-40B4-BE49-F238E27FC236}">
                <a16:creationId xmlns:a16="http://schemas.microsoft.com/office/drawing/2014/main" id="{6FFFBCA8-1957-4710-B7E3-26115B999CE2}"/>
              </a:ext>
            </a:extLst>
          </p:cNvPr>
          <p:cNvSpPr>
            <a:spLocks noGrp="1"/>
          </p:cNvSpPr>
          <p:nvPr>
            <p:ph type="pic" sz="quarter" idx="18" hasCustomPrompt="1"/>
          </p:nvPr>
        </p:nvSpPr>
        <p:spPr bwMode="gray">
          <a:xfrm>
            <a:off x="8136000" y="3020400"/>
            <a:ext cx="3805615" cy="1799467"/>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dirty="0"/>
              <a:t>Click on symbol to add picture</a:t>
            </a:r>
          </a:p>
          <a:p>
            <a:pPr marL="0" lvl="0" indent="0">
              <a:buNone/>
            </a:pPr>
            <a:endParaRPr lang="en-US" noProof="0" dirty="0"/>
          </a:p>
        </p:txBody>
      </p:sp>
      <p:sp>
        <p:nvSpPr>
          <p:cNvPr id="12" name="Picture Placeholder 1">
            <a:extLst>
              <a:ext uri="{FF2B5EF4-FFF2-40B4-BE49-F238E27FC236}">
                <a16:creationId xmlns:a16="http://schemas.microsoft.com/office/drawing/2014/main" id="{E6E47F99-2029-4182-9703-E617B8F0F221}"/>
              </a:ext>
            </a:extLst>
          </p:cNvPr>
          <p:cNvSpPr>
            <a:spLocks noGrp="1"/>
          </p:cNvSpPr>
          <p:nvPr>
            <p:ph type="pic" sz="quarter" idx="12" hasCustomPrompt="1"/>
          </p:nvPr>
        </p:nvSpPr>
        <p:spPr bwMode="gray">
          <a:xfrm>
            <a:off x="8136000" y="1090800"/>
            <a:ext cx="3805615" cy="1799467"/>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dirty="0"/>
              <a:t>Click on symbol to add picture</a:t>
            </a:r>
          </a:p>
          <a:p>
            <a:pPr marL="0" lvl="0" indent="0">
              <a:buNone/>
            </a:pPr>
            <a:endParaRPr lang="en-US" noProof="0" dirty="0"/>
          </a:p>
        </p:txBody>
      </p:sp>
      <p:sp>
        <p:nvSpPr>
          <p:cNvPr id="6" name="Text Placeholder"/>
          <p:cNvSpPr>
            <a:spLocks noGrp="1"/>
          </p:cNvSpPr>
          <p:nvPr>
            <p:ph type="body" sz="quarter" idx="15" hasCustomPrompt="1"/>
          </p:nvPr>
        </p:nvSpPr>
        <p:spPr bwMode="gray">
          <a:xfrm>
            <a:off x="1" y="1090800"/>
            <a:ext cx="81360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4" name="Titel 3">
            <a:extLst>
              <a:ext uri="{FF2B5EF4-FFF2-40B4-BE49-F238E27FC236}">
                <a16:creationId xmlns:a16="http://schemas.microsoft.com/office/drawing/2014/main" id="{9164C062-8732-2F80-21D7-616DB0279090}"/>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87565004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ull-screen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E53EAF44-3DBF-4702-A59C-62B56C67E84C}"/>
              </a:ext>
            </a:extLst>
          </p:cNvPr>
          <p:cNvSpPr>
            <a:spLocks noGrp="1"/>
          </p:cNvSpPr>
          <p:nvPr>
            <p:ph type="ftr" sz="quarter" idx="15"/>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71EA1DDB-97CD-49FA-ADFD-D8BE9D94A264}"/>
              </a:ext>
            </a:extLst>
          </p:cNvPr>
          <p:cNvSpPr>
            <a:spLocks noGrp="1"/>
          </p:cNvSpPr>
          <p:nvPr>
            <p:ph type="sldNum" sz="quarter" idx="16"/>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0"/>
            <a:ext cx="122004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a:t>Click on symbol to add picture</a:t>
            </a:r>
          </a:p>
        </p:txBody>
      </p:sp>
      <p:sp>
        <p:nvSpPr>
          <p:cNvPr id="4" name="Titel 3">
            <a:extLst>
              <a:ext uri="{FF2B5EF4-FFF2-40B4-BE49-F238E27FC236}">
                <a16:creationId xmlns:a16="http://schemas.microsoft.com/office/drawing/2014/main" id="{A37888BF-463F-9532-69DA-CA1CF55A34C9}"/>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31253021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Full-screen picture with text overlay">
    <p:spTree>
      <p:nvGrpSpPr>
        <p:cNvPr id="1" name=""/>
        <p:cNvGrpSpPr/>
        <p:nvPr/>
      </p:nvGrpSpPr>
      <p:grpSpPr>
        <a:xfrm>
          <a:off x="0" y="0"/>
          <a:ext cx="0" cy="0"/>
          <a:chOff x="0" y="0"/>
          <a:chExt cx="0" cy="0"/>
        </a:xfrm>
      </p:grpSpPr>
      <p:sp>
        <p:nvSpPr>
          <p:cNvPr id="10" name="Picture Placeholder"/>
          <p:cNvSpPr>
            <a:spLocks noGrp="1"/>
          </p:cNvSpPr>
          <p:nvPr>
            <p:ph type="pic" sz="quarter" idx="14" hasCustomPrompt="1"/>
          </p:nvPr>
        </p:nvSpPr>
        <p:spPr bwMode="gray">
          <a:xfrm>
            <a:off x="0" y="0"/>
            <a:ext cx="122004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dirty="0"/>
              <a:t>Click on symbol to add picture</a:t>
            </a:r>
          </a:p>
        </p:txBody>
      </p:sp>
      <p:sp>
        <p:nvSpPr>
          <p:cNvPr id="4" name="Rechteck 3">
            <a:extLst>
              <a:ext uri="{FF2B5EF4-FFF2-40B4-BE49-F238E27FC236}">
                <a16:creationId xmlns:a16="http://schemas.microsoft.com/office/drawing/2014/main" id="{5381B02A-FF0F-C0DF-6D72-9B9AEEC2B56B}"/>
              </a:ext>
            </a:extLst>
          </p:cNvPr>
          <p:cNvSpPr/>
          <p:nvPr userDrawn="1"/>
        </p:nvSpPr>
        <p:spPr>
          <a:xfrm>
            <a:off x="-1" y="0"/>
            <a:ext cx="6098401" cy="6861175"/>
          </a:xfrm>
          <a:prstGeom prst="rect">
            <a:avLst/>
          </a:prstGeom>
          <a:gradFill>
            <a:gsLst>
              <a:gs pos="72000">
                <a:srgbClr val="FCFDFD">
                  <a:alpha val="60000"/>
                </a:srgbClr>
              </a:gs>
              <a:gs pos="0">
                <a:schemeClr val="accent1">
                  <a:lumMod val="5000"/>
                  <a:lumOff val="95000"/>
                </a:schemeClr>
              </a:gs>
              <a:gs pos="100000">
                <a:schemeClr val="bg1">
                  <a:alpha val="0"/>
                </a:schemeClr>
              </a:gs>
            </a:gsLst>
            <a:lin ang="0" scaled="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dirty="0">
              <a:solidFill>
                <a:schemeClr val="tx1"/>
              </a:solidFill>
              <a:latin typeface="+mj-lt"/>
              <a:ea typeface="+mn-ea"/>
              <a:cs typeface="Arial" pitchFamily="34" charset="0"/>
            </a:endParaRPr>
          </a:p>
        </p:txBody>
      </p:sp>
      <p:sp>
        <p:nvSpPr>
          <p:cNvPr id="2" name="Footer Placeholder">
            <a:extLst>
              <a:ext uri="{FF2B5EF4-FFF2-40B4-BE49-F238E27FC236}">
                <a16:creationId xmlns:a16="http://schemas.microsoft.com/office/drawing/2014/main" id="{6A3CF061-CE3B-477C-BF53-46C74855204B}"/>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4033E844-A321-496B-BCE0-305FF3755D7E}"/>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6" name="Text Placeholder"/>
          <p:cNvSpPr>
            <a:spLocks noGrp="1"/>
          </p:cNvSpPr>
          <p:nvPr>
            <p:ph type="body" sz="quarter" idx="15" hasCustomPrompt="1"/>
          </p:nvPr>
        </p:nvSpPr>
        <p:spPr bwMode="gray">
          <a:xfrm>
            <a:off x="2" y="1090800"/>
            <a:ext cx="4066116" cy="5767200"/>
          </a:xfrm>
          <a:prstGeom prst="rect">
            <a:avLst/>
          </a:prstGeom>
          <a:noFill/>
        </p:spPr>
        <p:txBody>
          <a:bodyPr lIns="450000" tIns="190800"/>
          <a:lstStyle>
            <a:lvl1pPr>
              <a:defRPr baseline="0"/>
            </a:lvl1pPr>
          </a:lstStyle>
          <a:p>
            <a:pPr lvl="0"/>
            <a:r>
              <a:rPr lang="en-US" noProof="0"/>
              <a:t>Click to edit text</a:t>
            </a:r>
          </a:p>
        </p:txBody>
      </p:sp>
      <p:sp>
        <p:nvSpPr>
          <p:cNvPr id="5" name="Titel 4">
            <a:extLst>
              <a:ext uri="{FF2B5EF4-FFF2-40B4-BE49-F238E27FC236}">
                <a16:creationId xmlns:a16="http://schemas.microsoft.com/office/drawing/2014/main" id="{A1E05A7B-9872-672B-0DDC-5A1EB93EF620}"/>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3170535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pplications">
    <p:spTree>
      <p:nvGrpSpPr>
        <p:cNvPr id="1" name=""/>
        <p:cNvGrpSpPr/>
        <p:nvPr/>
      </p:nvGrpSpPr>
      <p:grpSpPr>
        <a:xfrm>
          <a:off x="0" y="0"/>
          <a:ext cx="0" cy="0"/>
          <a:chOff x="0" y="0"/>
          <a:chExt cx="0" cy="0"/>
        </a:xfrm>
      </p:grpSpPr>
      <p:sp>
        <p:nvSpPr>
          <p:cNvPr id="10" name="Picture Placeholder 1"/>
          <p:cNvSpPr>
            <a:spLocks noGrp="1"/>
          </p:cNvSpPr>
          <p:nvPr>
            <p:ph type="pic" sz="quarter" idx="14" hasCustomPrompt="1"/>
          </p:nvPr>
        </p:nvSpPr>
        <p:spPr bwMode="gray">
          <a:xfrm>
            <a:off x="0" y="0"/>
            <a:ext cx="122004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dirty="0"/>
              <a:t>Click on symbol to add picture</a:t>
            </a:r>
          </a:p>
        </p:txBody>
      </p:sp>
      <p:sp>
        <p:nvSpPr>
          <p:cNvPr id="4" name="Rechteck 3">
            <a:extLst>
              <a:ext uri="{FF2B5EF4-FFF2-40B4-BE49-F238E27FC236}">
                <a16:creationId xmlns:a16="http://schemas.microsoft.com/office/drawing/2014/main" id="{B8E6BBA1-7B42-38E0-2262-8C81DE1DFA64}"/>
              </a:ext>
            </a:extLst>
          </p:cNvPr>
          <p:cNvSpPr/>
          <p:nvPr userDrawn="1"/>
        </p:nvSpPr>
        <p:spPr>
          <a:xfrm>
            <a:off x="-1" y="0"/>
            <a:ext cx="6098401" cy="6861175"/>
          </a:xfrm>
          <a:prstGeom prst="rect">
            <a:avLst/>
          </a:prstGeom>
          <a:gradFill>
            <a:gsLst>
              <a:gs pos="72000">
                <a:srgbClr val="FCFDFD">
                  <a:alpha val="60000"/>
                </a:srgbClr>
              </a:gs>
              <a:gs pos="0">
                <a:schemeClr val="accent1">
                  <a:lumMod val="5000"/>
                  <a:lumOff val="95000"/>
                </a:schemeClr>
              </a:gs>
              <a:gs pos="100000">
                <a:schemeClr val="bg1">
                  <a:alpha val="0"/>
                </a:schemeClr>
              </a:gs>
            </a:gsLst>
            <a:lin ang="0" scaled="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dirty="0">
              <a:solidFill>
                <a:schemeClr val="tx1"/>
              </a:solidFill>
              <a:latin typeface="+mj-lt"/>
              <a:ea typeface="+mn-ea"/>
              <a:cs typeface="Arial" pitchFamily="34" charset="0"/>
            </a:endParaRPr>
          </a:p>
        </p:txBody>
      </p:sp>
      <p:sp>
        <p:nvSpPr>
          <p:cNvPr id="2" name="Footer Placeholder">
            <a:extLst>
              <a:ext uri="{FF2B5EF4-FFF2-40B4-BE49-F238E27FC236}">
                <a16:creationId xmlns:a16="http://schemas.microsoft.com/office/drawing/2014/main" id="{A0D634CA-AF9C-4B0E-B84B-2BE960996021}"/>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C2FED48F-6577-44F0-BAAE-6D7A8C662C25}"/>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5" name="Picture Placeholder 4"/>
          <p:cNvSpPr>
            <a:spLocks noGrp="1"/>
          </p:cNvSpPr>
          <p:nvPr>
            <p:ph type="pic" sz="quarter" idx="16" hasCustomPrompt="1"/>
          </p:nvPr>
        </p:nvSpPr>
        <p:spPr bwMode="gray">
          <a:xfrm>
            <a:off x="101736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8" name="Picture Placeholder 3"/>
          <p:cNvSpPr>
            <a:spLocks noGrp="1"/>
          </p:cNvSpPr>
          <p:nvPr>
            <p:ph type="pic" sz="quarter" idx="17" hasCustomPrompt="1"/>
          </p:nvPr>
        </p:nvSpPr>
        <p:spPr bwMode="gray">
          <a:xfrm>
            <a:off x="81360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9" name="Picture Placeholder 2"/>
          <p:cNvSpPr>
            <a:spLocks noGrp="1"/>
          </p:cNvSpPr>
          <p:nvPr>
            <p:ph type="pic" sz="quarter" idx="18" hasCustomPrompt="1"/>
          </p:nvPr>
        </p:nvSpPr>
        <p:spPr bwMode="gray">
          <a:xfrm>
            <a:off x="60984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noFill/>
        </p:spPr>
        <p:txBody>
          <a:bodyPr lIns="450000" tIns="190800"/>
          <a:lstStyle>
            <a:lvl1pPr>
              <a:defRPr sz="1800" baseline="0"/>
            </a:lvl1pPr>
            <a:lvl2pPr marL="360362" indent="0">
              <a:buNone/>
              <a:defRPr/>
            </a:lvl2pPr>
          </a:lstStyle>
          <a:p>
            <a:pPr lvl="0"/>
            <a:r>
              <a:rPr lang="en-US" noProof="0" dirty="0"/>
              <a:t>Click to edit text </a:t>
            </a:r>
          </a:p>
        </p:txBody>
      </p:sp>
      <p:sp>
        <p:nvSpPr>
          <p:cNvPr id="11" name="Titel 10">
            <a:extLst>
              <a:ext uri="{FF2B5EF4-FFF2-40B4-BE49-F238E27FC236}">
                <a16:creationId xmlns:a16="http://schemas.microsoft.com/office/drawing/2014/main" id="{B07EA687-E05D-32EE-E35F-7A01C446870E}"/>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7261814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External graphics with sourc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82A5F8D-3649-45B4-8E98-726A38D577FF}"/>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F10BE100-9EF6-469D-B237-64DA3A3E339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0"/>
            <a:ext cx="122016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dirty="0"/>
              <a:t>Click on symbol to add picture</a:t>
            </a:r>
          </a:p>
        </p:txBody>
      </p:sp>
      <p:sp>
        <p:nvSpPr>
          <p:cNvPr id="11" name="Text Placeholder"/>
          <p:cNvSpPr>
            <a:spLocks noGrp="1"/>
          </p:cNvSpPr>
          <p:nvPr>
            <p:ph type="body" sz="quarter" idx="15" hasCustomPrompt="1"/>
          </p:nvPr>
        </p:nvSpPr>
        <p:spPr bwMode="gray">
          <a:xfrm rot="16200000">
            <a:off x="9316229" y="3609679"/>
            <a:ext cx="5337307" cy="302081"/>
          </a:xfrm>
          <a:prstGeom prst="rect">
            <a:avLst/>
          </a:prstGeom>
        </p:spPr>
        <p:txBody>
          <a:bodyPr wrap="square" lIns="72000" tIns="54000" bIns="108000" anchor="b" anchorCtr="0">
            <a:spAutoFit/>
          </a:bodyPr>
          <a:lstStyle>
            <a:lvl1pPr marL="0" indent="0">
              <a:buNone/>
              <a:defRPr sz="900">
                <a:solidFill>
                  <a:schemeClr val="accent1"/>
                </a:solidFill>
              </a:defRPr>
            </a:lvl1pPr>
            <a:lvl2pPr marL="360362" indent="0">
              <a:buNone/>
              <a:defRPr sz="1100">
                <a:solidFill>
                  <a:schemeClr val="accent2"/>
                </a:solidFill>
              </a:defRPr>
            </a:lvl2pPr>
            <a:lvl3pPr marL="715962" indent="0">
              <a:buNone/>
              <a:defRPr sz="1100">
                <a:solidFill>
                  <a:schemeClr val="accent2"/>
                </a:solidFill>
              </a:defRPr>
            </a:lvl3pPr>
            <a:lvl4pPr marL="1076325" indent="0">
              <a:buNone/>
              <a:defRPr sz="1100">
                <a:solidFill>
                  <a:schemeClr val="accent2"/>
                </a:solidFill>
              </a:defRPr>
            </a:lvl4pPr>
            <a:lvl5pPr marL="1433513" indent="0">
              <a:buNone/>
              <a:defRPr sz="1100">
                <a:solidFill>
                  <a:schemeClr val="accent2"/>
                </a:solidFill>
              </a:defRPr>
            </a:lvl5pPr>
          </a:lstStyle>
          <a:p>
            <a:pPr lvl="0"/>
            <a:r>
              <a:rPr lang="en-US" noProof="0"/>
              <a:t>Click here to edit source</a:t>
            </a:r>
          </a:p>
        </p:txBody>
      </p:sp>
      <p:sp>
        <p:nvSpPr>
          <p:cNvPr id="4" name="Titel 3">
            <a:extLst>
              <a:ext uri="{FF2B5EF4-FFF2-40B4-BE49-F238E27FC236}">
                <a16:creationId xmlns:a16="http://schemas.microsoft.com/office/drawing/2014/main" id="{DC746769-F288-3447-4386-BA4016763557}"/>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18767965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creenshot with description">
    <p:spTree>
      <p:nvGrpSpPr>
        <p:cNvPr id="1" name=""/>
        <p:cNvGrpSpPr/>
        <p:nvPr/>
      </p:nvGrpSpPr>
      <p:grpSpPr>
        <a:xfrm>
          <a:off x="0" y="0"/>
          <a:ext cx="0" cy="0"/>
          <a:chOff x="0" y="0"/>
          <a:chExt cx="0" cy="0"/>
        </a:xfrm>
      </p:grpSpPr>
      <p:sp>
        <p:nvSpPr>
          <p:cNvPr id="13" name="Picture Placeholder"/>
          <p:cNvSpPr>
            <a:spLocks noGrp="1"/>
          </p:cNvSpPr>
          <p:nvPr>
            <p:ph type="pic" sz="quarter" idx="16" hasCustomPrompt="1"/>
          </p:nvPr>
        </p:nvSpPr>
        <p:spPr bwMode="gray">
          <a:xfrm>
            <a:off x="2040467" y="2540212"/>
            <a:ext cx="10151533" cy="4320000"/>
          </a:xfrm>
          <a:prstGeom prst="rect">
            <a:avLst/>
          </a:prstGeom>
          <a:ln w="6350">
            <a:noFill/>
            <a:miter lim="800000"/>
          </a:ln>
        </p:spPr>
        <p:txBody>
          <a:bodyPr/>
          <a:lstStyle>
            <a:lvl1pPr marL="0" indent="0">
              <a:buNone/>
              <a:defRPr/>
            </a:lvl1pPr>
          </a:lstStyle>
          <a:p>
            <a:r>
              <a:rPr lang="en-US" noProof="0"/>
              <a:t>Click on symbol to add picture</a:t>
            </a:r>
          </a:p>
        </p:txBody>
      </p:sp>
      <p:sp>
        <p:nvSpPr>
          <p:cNvPr id="2" name="Footer Placeholder">
            <a:extLst>
              <a:ext uri="{FF2B5EF4-FFF2-40B4-BE49-F238E27FC236}">
                <a16:creationId xmlns:a16="http://schemas.microsoft.com/office/drawing/2014/main" id="{63CA297C-D9EC-49EA-B20C-E781D32F0224}"/>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BFB16F39-1614-43D4-8F87-1F37EB349457}"/>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6" name="Text Placeholder"/>
          <p:cNvSpPr>
            <a:spLocks noGrp="1"/>
          </p:cNvSpPr>
          <p:nvPr>
            <p:ph type="body" sz="quarter" idx="15" hasCustomPrompt="1"/>
          </p:nvPr>
        </p:nvSpPr>
        <p:spPr bwMode="gray">
          <a:xfrm>
            <a:off x="1" y="1090801"/>
            <a:ext cx="10137600" cy="5329475"/>
          </a:xfrm>
          <a:prstGeom prst="rect">
            <a:avLst/>
          </a:prstGeom>
        </p:spPr>
        <p:txBody>
          <a:bodyPr/>
          <a:lstStyle>
            <a:lvl1pPr>
              <a:defRPr/>
            </a:lvl1pPr>
          </a:lstStyle>
          <a:p>
            <a:pPr lvl="0"/>
            <a:r>
              <a:rPr lang="en-US" noProof="0"/>
              <a:t>Click to add text</a:t>
            </a:r>
          </a:p>
          <a:p>
            <a:pPr lvl="1"/>
            <a:r>
              <a:rPr lang="en-US" noProof="0"/>
              <a:t>Second level</a:t>
            </a:r>
          </a:p>
          <a:p>
            <a:pPr lvl="0"/>
            <a:endParaRPr lang="en-US" noProof="0"/>
          </a:p>
        </p:txBody>
      </p:sp>
      <p:sp>
        <p:nvSpPr>
          <p:cNvPr id="4" name="Titel 3">
            <a:extLst>
              <a:ext uri="{FF2B5EF4-FFF2-40B4-BE49-F238E27FC236}">
                <a16:creationId xmlns:a16="http://schemas.microsoft.com/office/drawing/2014/main" id="{117FFDDB-83E8-A21F-0BD0-E1226ACAF341}"/>
              </a:ext>
            </a:extLst>
          </p:cNvPr>
          <p:cNvSpPr>
            <a:spLocks noGrp="1"/>
          </p:cNvSpPr>
          <p:nvPr>
            <p:ph type="title" hasCustomPrompt="1"/>
          </p:nvPr>
        </p:nvSpPr>
        <p:spPr/>
        <p:txBody>
          <a:bodyPr/>
          <a:lstStyle/>
          <a:p>
            <a:r>
              <a:rPr lang="en-AE" noProof="0" dirty="0"/>
              <a:t>Click to add title</a:t>
            </a:r>
          </a:p>
        </p:txBody>
      </p:sp>
    </p:spTree>
    <p:extLst>
      <p:ext uri="{BB962C8B-B14F-4D97-AF65-F5344CB8AC3E}">
        <p14:creationId xmlns:p14="http://schemas.microsoft.com/office/powerpoint/2010/main" val="42704089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AF9FEAD5-3A95-43C7-B7DB-35A714945450}"/>
              </a:ext>
            </a:extLst>
          </p:cNvPr>
          <p:cNvSpPr>
            <a:spLocks noGrp="1"/>
          </p:cNvSpPr>
          <p:nvPr>
            <p:ph type="ftr" sz="quarter" idx="12"/>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2CCCD6F8-28B9-4BC0-A6CF-1354A6BBF0EA}"/>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Picture Placeholder 2"/>
          <p:cNvSpPr>
            <a:spLocks noGrp="1"/>
          </p:cNvSpPr>
          <p:nvPr>
            <p:ph type="pic" sz="quarter" idx="11" hasCustomPrompt="1"/>
          </p:nvPr>
        </p:nvSpPr>
        <p:spPr bwMode="gray">
          <a:xfrm>
            <a:off x="6098400" y="0"/>
            <a:ext cx="6098400" cy="6858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5" name="Picture Placeholder 1"/>
          <p:cNvSpPr>
            <a:spLocks noGrp="1"/>
          </p:cNvSpPr>
          <p:nvPr>
            <p:ph type="pic" sz="quarter" idx="10" hasCustomPrompt="1"/>
          </p:nvPr>
        </p:nvSpPr>
        <p:spPr bwMode="gray">
          <a:xfrm>
            <a:off x="-7200" y="0"/>
            <a:ext cx="6098400" cy="6858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dirty="0"/>
              <a:t>Click to add title</a:t>
            </a:r>
          </a:p>
        </p:txBody>
      </p:sp>
    </p:spTree>
    <p:extLst>
      <p:ext uri="{BB962C8B-B14F-4D97-AF65-F5344CB8AC3E}">
        <p14:creationId xmlns:p14="http://schemas.microsoft.com/office/powerpoint/2010/main" val="15664609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9209FD55-FA07-444B-A15E-1DF999425FDD}"/>
              </a:ext>
            </a:extLst>
          </p:cNvPr>
          <p:cNvSpPr>
            <a:spLocks noGrp="1"/>
          </p:cNvSpPr>
          <p:nvPr>
            <p:ph type="ftr" sz="quarter" idx="14"/>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A3C92518-CBDC-4A28-AD37-4D9787D4DC5E}"/>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11" name="Picture Placeholder 4"/>
          <p:cNvSpPr>
            <a:spLocks noGrp="1"/>
          </p:cNvSpPr>
          <p:nvPr>
            <p:ph type="pic" sz="quarter" idx="13" hasCustomPrompt="1"/>
          </p:nvPr>
        </p:nvSpPr>
        <p:spPr bwMode="gray">
          <a:xfrm>
            <a:off x="6098400" y="3430800"/>
            <a:ext cx="60984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0" name="Picture Placeholder 3"/>
          <p:cNvSpPr>
            <a:spLocks noGrp="1"/>
          </p:cNvSpPr>
          <p:nvPr>
            <p:ph type="pic" sz="quarter" idx="12" hasCustomPrompt="1"/>
          </p:nvPr>
        </p:nvSpPr>
        <p:spPr bwMode="gray">
          <a:xfrm>
            <a:off x="-7200" y="3430800"/>
            <a:ext cx="60984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9" name="Picture Placeholder 2"/>
          <p:cNvSpPr>
            <a:spLocks noGrp="1"/>
          </p:cNvSpPr>
          <p:nvPr>
            <p:ph type="pic" sz="quarter" idx="11" hasCustomPrompt="1"/>
          </p:nvPr>
        </p:nvSpPr>
        <p:spPr bwMode="gray">
          <a:xfrm>
            <a:off x="6098400" y="0"/>
            <a:ext cx="60984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7" name="Picture Placeholder 1"/>
          <p:cNvSpPr>
            <a:spLocks noGrp="1"/>
          </p:cNvSpPr>
          <p:nvPr>
            <p:ph type="pic" sz="quarter" idx="10" hasCustomPrompt="1"/>
          </p:nvPr>
        </p:nvSpPr>
        <p:spPr bwMode="gray">
          <a:xfrm>
            <a:off x="-7200" y="0"/>
            <a:ext cx="60984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57461414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6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010A4CBC-CA71-4748-BD7B-CA5DBB0A480A}"/>
              </a:ext>
            </a:extLst>
          </p:cNvPr>
          <p:cNvSpPr>
            <a:spLocks noGrp="1"/>
          </p:cNvSpPr>
          <p:nvPr>
            <p:ph type="ftr" sz="quarter" idx="16"/>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B9452A79-03F3-4ADC-BA22-73980563DB6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6"/>
          <p:cNvSpPr>
            <a:spLocks noGrp="1"/>
          </p:cNvSpPr>
          <p:nvPr>
            <p:ph type="pic" sz="quarter" idx="15" hasCustomPrompt="1"/>
          </p:nvPr>
        </p:nvSpPr>
        <p:spPr bwMode="gray">
          <a:xfrm>
            <a:off x="8136000" y="3430800"/>
            <a:ext cx="40656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5" name="Picture Placeholder 5"/>
          <p:cNvSpPr>
            <a:spLocks noGrp="1"/>
          </p:cNvSpPr>
          <p:nvPr>
            <p:ph type="pic" sz="quarter" idx="14" hasCustomPrompt="1"/>
          </p:nvPr>
        </p:nvSpPr>
        <p:spPr bwMode="gray">
          <a:xfrm>
            <a:off x="4063200" y="3430800"/>
            <a:ext cx="40656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4" name="Picture Placeholder 4"/>
          <p:cNvSpPr>
            <a:spLocks noGrp="1"/>
          </p:cNvSpPr>
          <p:nvPr>
            <p:ph type="pic" sz="quarter" idx="13" hasCustomPrompt="1"/>
          </p:nvPr>
        </p:nvSpPr>
        <p:spPr bwMode="gray">
          <a:xfrm>
            <a:off x="-7200" y="3430800"/>
            <a:ext cx="40656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1" name="Picture Placeholder 3"/>
          <p:cNvSpPr>
            <a:spLocks noGrp="1"/>
          </p:cNvSpPr>
          <p:nvPr>
            <p:ph type="pic" sz="quarter" idx="12" hasCustomPrompt="1"/>
          </p:nvPr>
        </p:nvSpPr>
        <p:spPr bwMode="gray">
          <a:xfrm>
            <a:off x="8136000" y="0"/>
            <a:ext cx="40656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3" name="Picture Placeholder 2"/>
          <p:cNvSpPr>
            <a:spLocks noGrp="1"/>
          </p:cNvSpPr>
          <p:nvPr>
            <p:ph type="pic" sz="quarter" idx="11" hasCustomPrompt="1"/>
          </p:nvPr>
        </p:nvSpPr>
        <p:spPr bwMode="gray">
          <a:xfrm>
            <a:off x="4063200" y="0"/>
            <a:ext cx="40656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p:cNvSpPr>
            <a:spLocks noGrp="1"/>
          </p:cNvSpPr>
          <p:nvPr>
            <p:ph type="pic" sz="quarter" idx="10" hasCustomPrompt="1"/>
          </p:nvPr>
        </p:nvSpPr>
        <p:spPr bwMode="gray">
          <a:xfrm>
            <a:off x="-7200" y="0"/>
            <a:ext cx="40656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13536137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9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3B7F431F-6C16-4EAF-9D55-96329CEFBE38}"/>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5BE701F0-2D10-4EB7-BFE4-BEEC39397E9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20" name="Picture Placeholder 9"/>
          <p:cNvSpPr>
            <a:spLocks noGrp="1"/>
          </p:cNvSpPr>
          <p:nvPr>
            <p:ph type="pic" sz="quarter" idx="18" hasCustomPrompt="1"/>
          </p:nvPr>
        </p:nvSpPr>
        <p:spPr bwMode="gray">
          <a:xfrm>
            <a:off x="8136000" y="4572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9" name="Picture Placeholder 8"/>
          <p:cNvSpPr>
            <a:spLocks noGrp="1"/>
          </p:cNvSpPr>
          <p:nvPr>
            <p:ph type="pic" sz="quarter" idx="17" hasCustomPrompt="1"/>
          </p:nvPr>
        </p:nvSpPr>
        <p:spPr bwMode="gray">
          <a:xfrm>
            <a:off x="4064400" y="4572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8" name="Picture Placeholder 7"/>
          <p:cNvSpPr>
            <a:spLocks noGrp="1"/>
          </p:cNvSpPr>
          <p:nvPr>
            <p:ph type="pic" sz="quarter" idx="16" hasCustomPrompt="1"/>
          </p:nvPr>
        </p:nvSpPr>
        <p:spPr bwMode="gray">
          <a:xfrm>
            <a:off x="-7200" y="4572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7" name="Picture Placeholder 6"/>
          <p:cNvSpPr>
            <a:spLocks noGrp="1"/>
          </p:cNvSpPr>
          <p:nvPr>
            <p:ph type="pic" sz="quarter" idx="15" hasCustomPrompt="1"/>
          </p:nvPr>
        </p:nvSpPr>
        <p:spPr bwMode="gray">
          <a:xfrm>
            <a:off x="8136000" y="2286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6" name="Picture Placeholder 5"/>
          <p:cNvSpPr>
            <a:spLocks noGrp="1"/>
          </p:cNvSpPr>
          <p:nvPr>
            <p:ph type="pic" sz="quarter" idx="14" hasCustomPrompt="1"/>
          </p:nvPr>
        </p:nvSpPr>
        <p:spPr bwMode="gray">
          <a:xfrm>
            <a:off x="4064400" y="2286000"/>
            <a:ext cx="4065600" cy="22860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5" name="Picture Placeholder 4"/>
          <p:cNvSpPr>
            <a:spLocks noGrp="1"/>
          </p:cNvSpPr>
          <p:nvPr>
            <p:ph type="pic" sz="quarter" idx="13" hasCustomPrompt="1"/>
          </p:nvPr>
        </p:nvSpPr>
        <p:spPr bwMode="gray">
          <a:xfrm>
            <a:off x="-7200" y="2286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4" name="Picture Placeholder 3"/>
          <p:cNvSpPr>
            <a:spLocks noGrp="1"/>
          </p:cNvSpPr>
          <p:nvPr>
            <p:ph type="pic" sz="quarter" idx="12" hasCustomPrompt="1"/>
          </p:nvPr>
        </p:nvSpPr>
        <p:spPr bwMode="gray">
          <a:xfrm>
            <a:off x="8136000" y="0"/>
            <a:ext cx="4065600" cy="2286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3" name="Picture Placeholder 2"/>
          <p:cNvSpPr>
            <a:spLocks noGrp="1"/>
          </p:cNvSpPr>
          <p:nvPr>
            <p:ph type="pic" sz="quarter" idx="11" hasCustomPrompt="1"/>
          </p:nvPr>
        </p:nvSpPr>
        <p:spPr bwMode="gray">
          <a:xfrm>
            <a:off x="4064400" y="0"/>
            <a:ext cx="4065600" cy="2286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p:cNvSpPr>
            <a:spLocks noGrp="1"/>
          </p:cNvSpPr>
          <p:nvPr>
            <p:ph type="pic" sz="quarter" idx="10" hasCustomPrompt="1"/>
          </p:nvPr>
        </p:nvSpPr>
        <p:spPr bwMode="gray">
          <a:xfrm>
            <a:off x="-7200" y="0"/>
            <a:ext cx="4065600" cy="2286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4" name="Titel 3">
            <a:extLst>
              <a:ext uri="{FF2B5EF4-FFF2-40B4-BE49-F238E27FC236}">
                <a16:creationId xmlns:a16="http://schemas.microsoft.com/office/drawing/2014/main" id="{3F61FA7E-5635-DAD6-63A6-B3F4AB3D8F95}"/>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70402058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Black"/>
          <p:cNvSpPr/>
          <p:nvPr userDrawn="1"/>
        </p:nvSpPr>
        <p:spPr bwMode="ltGray">
          <a:xfrm>
            <a:off x="-1" y="0"/>
            <a:ext cx="12192001" cy="6858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dirty="0">
              <a:solidFill>
                <a:schemeClr val="bg1"/>
              </a:solidFill>
              <a:latin typeface="Arial" pitchFamily="34" charset="0"/>
              <a:cs typeface="Arial" pitchFamily="34" charset="0"/>
            </a:endParaRPr>
          </a:p>
        </p:txBody>
      </p:sp>
      <p:sp>
        <p:nvSpPr>
          <p:cNvPr id="4" name="Footer Placeholder">
            <a:extLst>
              <a:ext uri="{FF2B5EF4-FFF2-40B4-BE49-F238E27FC236}">
                <a16:creationId xmlns:a16="http://schemas.microsoft.com/office/drawing/2014/main" id="{22B7274A-E314-4ED9-80AF-92D22D8B8AB2}"/>
              </a:ext>
            </a:extLst>
          </p:cNvPr>
          <p:cNvSpPr>
            <a:spLocks noGrp="1"/>
          </p:cNvSpPr>
          <p:nvPr>
            <p:ph type="ftr" sz="quarter" idx="18"/>
          </p:nvPr>
        </p:nvSpPr>
        <p:spPr/>
        <p:txBody>
          <a:bodyPr/>
          <a:lstStyle/>
          <a:p>
            <a:r>
              <a:rPr lang="en-US" dirty="0"/>
              <a:t>Footer text</a:t>
            </a:r>
          </a:p>
        </p:txBody>
      </p:sp>
      <p:sp>
        <p:nvSpPr>
          <p:cNvPr id="5" name="Slide Number Placeholder">
            <a:extLst>
              <a:ext uri="{FF2B5EF4-FFF2-40B4-BE49-F238E27FC236}">
                <a16:creationId xmlns:a16="http://schemas.microsoft.com/office/drawing/2014/main" id="{BC03AE38-4298-4D83-888D-DAB5D4938648}"/>
              </a:ext>
            </a:extLst>
          </p:cNvPr>
          <p:cNvSpPr>
            <a:spLocks noGrp="1"/>
          </p:cNvSpPr>
          <p:nvPr>
            <p:ph type="sldNum" sz="quarter" idx="19"/>
          </p:nvPr>
        </p:nvSpPr>
        <p:spPr/>
        <p:txBody>
          <a:bodyPr/>
          <a:lstStyle/>
          <a:p>
            <a:fld id="{A930EF64-91C9-4EBD-82F9-3643AB15A28C}" type="slidenum">
              <a:rPr lang="en-US" smtClean="0"/>
              <a:pPr/>
              <a:t>‹#›</a:t>
            </a:fld>
            <a:endParaRPr lang="en-US" dirty="0"/>
          </a:p>
        </p:txBody>
      </p:sp>
      <p:sp>
        <p:nvSpPr>
          <p:cNvPr id="3" name="Media Placeholder"/>
          <p:cNvSpPr>
            <a:spLocks noGrp="1"/>
          </p:cNvSpPr>
          <p:nvPr>
            <p:ph type="media" sz="quarter" idx="17" hasCustomPrompt="1"/>
          </p:nvPr>
        </p:nvSpPr>
        <p:spPr bwMode="white">
          <a:xfrm>
            <a:off x="-1" y="0"/>
            <a:ext cx="12193200" cy="6856226"/>
          </a:xfrm>
          <a:prstGeom prst="rect">
            <a:avLst/>
          </a:prstGeom>
        </p:spPr>
        <p:txBody>
          <a:bodyPr/>
          <a:lstStyle>
            <a:lvl1pPr marL="0" indent="0">
              <a:buNone/>
              <a:defRPr>
                <a:solidFill>
                  <a:schemeClr val="bg1"/>
                </a:solidFill>
              </a:defRPr>
            </a:lvl1pPr>
          </a:lstStyle>
          <a:p>
            <a:r>
              <a:rPr lang="en-US" noProof="0" dirty="0"/>
              <a:t>Click on symbol to add v</a:t>
            </a:r>
            <a:r>
              <a:rPr lang="en-US" dirty="0" err="1"/>
              <a:t>ideo</a:t>
            </a:r>
            <a:r>
              <a:rPr lang="en-US" dirty="0"/>
              <a:t> in 16:9 </a:t>
            </a:r>
            <a:r>
              <a:rPr lang="en-US" dirty="0" err="1"/>
              <a:t>format</a:t>
            </a:r>
            <a:endParaRPr lang="en-US" dirty="0"/>
          </a:p>
        </p:txBody>
      </p:sp>
    </p:spTree>
    <p:extLst>
      <p:ext uri="{BB962C8B-B14F-4D97-AF65-F5344CB8AC3E}">
        <p14:creationId xmlns:p14="http://schemas.microsoft.com/office/powerpoint/2010/main" val="215558763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Graphics">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6D1787AB-6D34-4497-8839-CEB0A1A22779}"/>
              </a:ext>
            </a:extLst>
          </p:cNvPr>
          <p:cNvSpPr>
            <a:spLocks noGrp="1"/>
          </p:cNvSpPr>
          <p:nvPr>
            <p:ph type="ftr" sz="quarter" idx="14"/>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A3BAD292-9C8A-4178-A096-3F282FE0B149}"/>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9" name="Chart Placeholder"/>
          <p:cNvSpPr>
            <a:spLocks noGrp="1"/>
          </p:cNvSpPr>
          <p:nvPr>
            <p:ph type="chart" sz="quarter" idx="13" hasCustomPrompt="1"/>
          </p:nvPr>
        </p:nvSpPr>
        <p:spPr bwMode="gray">
          <a:xfrm>
            <a:off x="335361" y="1484313"/>
            <a:ext cx="11521279" cy="4969529"/>
          </a:xfrm>
          <a:prstGeom prst="rect">
            <a:avLst/>
          </a:prstGeom>
          <a:ln>
            <a:noFill/>
            <a:miter lim="800000"/>
          </a:ln>
        </p:spPr>
        <p:txBody>
          <a:bodyPr lIns="90000" tIns="0"/>
          <a:lstStyle>
            <a:lvl1pPr marL="0" indent="0">
              <a:buFont typeface="Wingdings" panose="05000000000000000000" pitchFamily="2" charset="2"/>
              <a:buNone/>
              <a:defRPr/>
            </a:lvl1pPr>
          </a:lstStyle>
          <a:p>
            <a:r>
              <a:rPr lang="en-US" noProof="0"/>
              <a:t>Click on symbol to add diagram/chart</a:t>
            </a:r>
          </a:p>
        </p:txBody>
      </p:sp>
      <p:sp>
        <p:nvSpPr>
          <p:cNvPr id="2" name="Title">
            <a:extLst>
              <a:ext uri="{FF2B5EF4-FFF2-40B4-BE49-F238E27FC236}">
                <a16:creationId xmlns:a16="http://schemas.microsoft.com/office/drawing/2014/main" id="{4875A038-76B6-4E5E-9461-7B75B0E9323F}"/>
              </a:ext>
            </a:extLst>
          </p:cNvPr>
          <p:cNvSpPr>
            <a:spLocks noGrp="1"/>
          </p:cNvSpPr>
          <p:nvPr>
            <p:ph type="title" hasCustomPrompt="1"/>
          </p:nvPr>
        </p:nvSpPr>
        <p:spPr/>
        <p:txBody>
          <a:bodyPr/>
          <a:lstStyle>
            <a:lvl1pPr>
              <a:defRPr/>
            </a:lvl1pPr>
          </a:lstStyle>
          <a:p>
            <a:r>
              <a:rPr lang="en-US" noProof="0"/>
              <a:t>Click to add title</a:t>
            </a:r>
          </a:p>
        </p:txBody>
      </p:sp>
    </p:spTree>
    <p:extLst>
      <p:ext uri="{BB962C8B-B14F-4D97-AF65-F5344CB8AC3E}">
        <p14:creationId xmlns:p14="http://schemas.microsoft.com/office/powerpoint/2010/main" val="17284511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40FB082D-0528-4AB0-982F-BB0D654F93F6}"/>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263F52BA-04FF-44FB-AFBA-C472EAF2E03C}"/>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5" name="Table Placeholder">
            <a:extLst>
              <a:ext uri="{FF2B5EF4-FFF2-40B4-BE49-F238E27FC236}">
                <a16:creationId xmlns:a16="http://schemas.microsoft.com/office/drawing/2014/main" id="{67524011-23C3-4303-A154-1A435121F38C}"/>
              </a:ext>
            </a:extLst>
          </p:cNvPr>
          <p:cNvSpPr>
            <a:spLocks noGrp="1"/>
          </p:cNvSpPr>
          <p:nvPr>
            <p:ph type="tbl" sz="quarter" idx="16" hasCustomPrompt="1"/>
          </p:nvPr>
        </p:nvSpPr>
        <p:spPr>
          <a:xfrm>
            <a:off x="0" y="1108800"/>
            <a:ext cx="12200400" cy="5752800"/>
          </a:xfrm>
        </p:spPr>
        <p:txBody>
          <a:bodyPr/>
          <a:lstStyle>
            <a:lvl1pPr marL="0" indent="0">
              <a:buNone/>
              <a:defRPr/>
            </a:lvl1pPr>
          </a:lstStyle>
          <a:p>
            <a:r>
              <a:rPr lang="en-US" noProof="0"/>
              <a:t>Click on symbol to add table</a:t>
            </a:r>
          </a:p>
        </p:txBody>
      </p:sp>
      <p:sp>
        <p:nvSpPr>
          <p:cNvPr id="2" name="Titel 1">
            <a:extLst>
              <a:ext uri="{FF2B5EF4-FFF2-40B4-BE49-F238E27FC236}">
                <a16:creationId xmlns:a16="http://schemas.microsoft.com/office/drawing/2014/main" id="{E20B4D83-E007-4FFB-7AB3-3C64823A34FE}"/>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274009544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2" name="Titel 1">
            <a:extLst>
              <a:ext uri="{FF2B5EF4-FFF2-40B4-BE49-F238E27FC236}">
                <a16:creationId xmlns:a16="http://schemas.microsoft.com/office/drawing/2014/main" id="{67FBA53B-A944-06F0-FE80-F3E811D3C8DD}"/>
              </a:ext>
            </a:extLst>
          </p:cNvPr>
          <p:cNvSpPr>
            <a:spLocks noGrp="1"/>
          </p:cNvSpPr>
          <p:nvPr>
            <p:ph type="title" hasCustomPrompt="1"/>
          </p:nvPr>
        </p:nvSpPr>
        <p:spPr/>
        <p:txBody>
          <a:bodyPr/>
          <a:lstStyle/>
          <a:p>
            <a:r>
              <a:rPr lang="de-DE" dirty="0"/>
              <a:t>Click </a:t>
            </a:r>
            <a:r>
              <a:rPr lang="de-DE" dirty="0" err="1"/>
              <a:t>to</a:t>
            </a:r>
            <a:r>
              <a:rPr lang="de-DE" dirty="0"/>
              <a:t> </a:t>
            </a:r>
            <a:r>
              <a:rPr lang="de-DE" dirty="0" err="1"/>
              <a:t>add</a:t>
            </a:r>
            <a:r>
              <a:rPr lang="de-DE" dirty="0"/>
              <a:t> title</a:t>
            </a:r>
          </a:p>
        </p:txBody>
      </p:sp>
    </p:spTree>
    <p:extLst>
      <p:ext uri="{BB962C8B-B14F-4D97-AF65-F5344CB8AC3E}">
        <p14:creationId xmlns:p14="http://schemas.microsoft.com/office/powerpoint/2010/main" val="215065080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Empty silver-blue">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3BC4754F-FBBF-564A-F9F1-0EB0D45DFDA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itle"/>
          <p:cNvSpPr>
            <a:spLocks noGrp="1"/>
          </p:cNvSpPr>
          <p:nvPr>
            <p:ph type="title" hasCustomPrompt="1"/>
          </p:nvPr>
        </p:nvSpPr>
        <p:spPr>
          <a:xfrm>
            <a:off x="-1" y="112233"/>
            <a:ext cx="10137600" cy="629367"/>
          </a:xfrm>
          <a:prstGeom prst="rect">
            <a:avLst/>
          </a:prstGeom>
        </p:spPr>
        <p:txBody>
          <a:bodyPr vert="horz" wrap="square" lIns="450000" tIns="144000" rIns="90000" bIns="144000" rtlCol="0" anchor="t" anchorCtr="0">
            <a:spAutoFit/>
          </a:bodyPr>
          <a:lstStyle>
            <a:lvl1pPr>
              <a:defRPr lang="en-US" noProof="0" dirty="0">
                <a:solidFill>
                  <a:schemeClr val="tx1"/>
                </a:solidFill>
              </a:defRPr>
            </a:lvl1pPr>
          </a:lstStyle>
          <a:p>
            <a:pPr marL="0" lvl="0"/>
            <a:r>
              <a:rPr lang="en-US" noProof="0" dirty="0"/>
              <a:t>Click to add title </a:t>
            </a:r>
          </a:p>
        </p:txBody>
      </p:sp>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Tree>
    <p:extLst>
      <p:ext uri="{BB962C8B-B14F-4D97-AF65-F5344CB8AC3E}">
        <p14:creationId xmlns:p14="http://schemas.microsoft.com/office/powerpoint/2010/main" val="15843828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act – EN">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0FABAA2E-4E9A-4460-887B-63388ECCD83C}"/>
              </a:ext>
            </a:extLst>
          </p:cNvPr>
          <p:cNvSpPr>
            <a:spLocks noGrp="1"/>
          </p:cNvSpPr>
          <p:nvPr>
            <p:ph type="ftr" sz="quarter" idx="12"/>
          </p:nvPr>
        </p:nvSpPr>
        <p:spPr/>
        <p:txBody>
          <a:bodyPr/>
          <a:lstStyle/>
          <a:p>
            <a:r>
              <a:rPr lang="en-US" noProof="0" dirty="0"/>
              <a:t>Footer text</a:t>
            </a:r>
          </a:p>
        </p:txBody>
      </p:sp>
      <p:sp>
        <p:nvSpPr>
          <p:cNvPr id="3" name="Slide Number Placeholder">
            <a:extLst>
              <a:ext uri="{FF2B5EF4-FFF2-40B4-BE49-F238E27FC236}">
                <a16:creationId xmlns:a16="http://schemas.microsoft.com/office/drawing/2014/main" id="{5272A250-950F-4B10-8016-B1DD44A8958C}"/>
              </a:ext>
            </a:extLst>
          </p:cNvPr>
          <p:cNvSpPr>
            <a:spLocks noGrp="1"/>
          </p:cNvSpPr>
          <p:nvPr>
            <p:ph type="sldNum" sz="quarter" idx="13"/>
          </p:nvPr>
        </p:nvSpPr>
        <p:spPr/>
        <p:txBody>
          <a:bodyPr/>
          <a:lstStyle/>
          <a:p>
            <a:fld id="{A930EF64-91C9-4EBD-82F9-3643AB15A28C}" type="slidenum">
              <a:rPr lang="en-US" noProof="0" smtClean="0"/>
              <a:pPr/>
              <a:t>‹#›</a:t>
            </a:fld>
            <a:endParaRPr lang="en-US" noProof="0" dirty="0"/>
          </a:p>
        </p:txBody>
      </p:sp>
      <p:sp>
        <p:nvSpPr>
          <p:cNvPr id="7" name="Legal Notes"/>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dirty="0"/>
              <a:t>© Beckhoff Automation GmbH &amp; Co. KG</a:t>
            </a:r>
          </a:p>
          <a:p>
            <a:pPr lvl="0"/>
            <a:endParaRPr lang="en-US" altLang="en-US" noProof="0" dirty="0"/>
          </a:p>
          <a:p>
            <a:pPr lvl="0"/>
            <a:r>
              <a:rPr lang="en-US" altLang="en-US" noProof="0" dirty="0"/>
              <a:t>All images are protected by copyright. The use and transfer to third parties is not permitted.</a:t>
            </a:r>
          </a:p>
          <a:p>
            <a:pPr lvl="0"/>
            <a:endParaRPr lang="en-US" altLang="en-US" noProof="0" dirty="0"/>
          </a:p>
          <a:p>
            <a:pPr lvl="0"/>
            <a:r>
              <a:rPr lang="en-US" altLang="en-US" noProof="0" dirty="0"/>
              <a:t>Beckhoff</a:t>
            </a:r>
            <a:r>
              <a:rPr lang="en-US" altLang="en-US" baseline="30000" noProof="0" dirty="0"/>
              <a:t>®</a:t>
            </a:r>
            <a:r>
              <a:rPr lang="en-US" altLang="en-US" noProof="0" dirty="0"/>
              <a:t>, </a:t>
            </a:r>
            <a:r>
              <a:rPr lang="en-US" altLang="en-US" noProof="0" dirty="0" err="1"/>
              <a:t>TwinCAT</a:t>
            </a:r>
            <a:r>
              <a:rPr lang="en-US" altLang="en-US" baseline="30000" noProof="0" dirty="0"/>
              <a:t>®</a:t>
            </a:r>
            <a:r>
              <a:rPr lang="en-US" altLang="en-US" noProof="0" dirty="0"/>
              <a:t>, </a:t>
            </a:r>
            <a:r>
              <a:rPr lang="en-US" altLang="en-US" noProof="0" dirty="0" err="1"/>
              <a:t>TwinCAT</a:t>
            </a:r>
            <a:r>
              <a:rPr lang="en-US" altLang="en-US" noProof="0" dirty="0"/>
              <a:t>/BSD</a:t>
            </a:r>
            <a:r>
              <a:rPr lang="en-US" altLang="en-US" baseline="30000" noProof="0" dirty="0"/>
              <a:t>®</a:t>
            </a:r>
            <a:r>
              <a:rPr lang="en-US" altLang="en-US" noProof="0" dirty="0"/>
              <a:t>, TC/BSD</a:t>
            </a:r>
            <a:r>
              <a:rPr lang="en-US" altLang="en-US" baseline="30000" noProof="0" dirty="0"/>
              <a:t>®</a:t>
            </a:r>
            <a:r>
              <a:rPr lang="en-US" altLang="en-US" noProof="0" dirty="0"/>
              <a:t>, </a:t>
            </a:r>
            <a:r>
              <a:rPr lang="en-US" altLang="en-US" noProof="0" dirty="0" err="1"/>
              <a:t>EtherCAT</a:t>
            </a:r>
            <a:r>
              <a:rPr lang="en-US" altLang="en-US" baseline="30000" noProof="0" dirty="0"/>
              <a:t>®</a:t>
            </a:r>
            <a:r>
              <a:rPr lang="en-US" altLang="en-US" noProof="0" dirty="0"/>
              <a:t>, </a:t>
            </a:r>
            <a:r>
              <a:rPr lang="en-US" altLang="en-US" noProof="0" dirty="0" err="1"/>
              <a:t>EtherCAT</a:t>
            </a:r>
            <a:r>
              <a:rPr lang="en-US" altLang="en-US" noProof="0" dirty="0"/>
              <a:t> G</a:t>
            </a:r>
            <a:r>
              <a:rPr lang="en-US" altLang="en-US" baseline="30000" noProof="0" dirty="0"/>
              <a:t>®</a:t>
            </a:r>
            <a:r>
              <a:rPr lang="en-US" altLang="en-US" noProof="0" dirty="0"/>
              <a:t>, </a:t>
            </a:r>
            <a:r>
              <a:rPr lang="en-US" altLang="en-US" noProof="0" dirty="0" err="1"/>
              <a:t>EtherCAT</a:t>
            </a:r>
            <a:r>
              <a:rPr lang="en-US" altLang="en-US" noProof="0" dirty="0"/>
              <a:t> G10</a:t>
            </a:r>
            <a:r>
              <a:rPr lang="en-US" altLang="en-US" baseline="30000" noProof="0" dirty="0"/>
              <a:t>®</a:t>
            </a:r>
            <a:r>
              <a:rPr lang="en-US" altLang="en-US" noProof="0" dirty="0"/>
              <a:t>, </a:t>
            </a:r>
            <a:r>
              <a:rPr lang="en-US" altLang="en-US" noProof="0" dirty="0" err="1"/>
              <a:t>EtherCAT</a:t>
            </a:r>
            <a:r>
              <a:rPr lang="en-US" altLang="en-US" noProof="0" dirty="0"/>
              <a:t> P</a:t>
            </a:r>
            <a:r>
              <a:rPr lang="en-US" altLang="en-US" baseline="30000" noProof="0" dirty="0"/>
              <a:t>®</a:t>
            </a:r>
            <a:r>
              <a:rPr lang="en-US" altLang="en-US" noProof="0" dirty="0"/>
              <a:t>, Safety over </a:t>
            </a:r>
            <a:r>
              <a:rPr lang="en-US" altLang="en-US" noProof="0" dirty="0" err="1"/>
              <a:t>EtherCAT</a:t>
            </a:r>
            <a:r>
              <a:rPr lang="en-US" altLang="en-US" baseline="30000" noProof="0" dirty="0"/>
              <a:t>®</a:t>
            </a:r>
            <a:r>
              <a:rPr lang="en-US" altLang="en-US" noProof="0" dirty="0"/>
              <a:t>, </a:t>
            </a:r>
            <a:r>
              <a:rPr lang="en-US" altLang="en-US" noProof="0" dirty="0" err="1"/>
              <a:t>TwinSAFE</a:t>
            </a:r>
            <a:r>
              <a:rPr lang="en-US" altLang="en-US" baseline="30000" noProof="0" dirty="0"/>
              <a:t>®</a:t>
            </a:r>
            <a:r>
              <a:rPr lang="en-US" altLang="en-US" noProof="0" dirty="0"/>
              <a:t>, XFC</a:t>
            </a:r>
            <a:r>
              <a:rPr lang="en-US" altLang="en-US" baseline="30000" noProof="0" dirty="0"/>
              <a:t>®</a:t>
            </a:r>
            <a:r>
              <a:rPr lang="en-US" altLang="en-US" noProof="0" dirty="0"/>
              <a:t>, XTS</a:t>
            </a:r>
            <a:r>
              <a:rPr lang="en-US" altLang="en-US" baseline="30000" noProof="0" dirty="0"/>
              <a:t>®</a:t>
            </a:r>
            <a:r>
              <a:rPr lang="en-US" altLang="en-US" noProof="0" dirty="0"/>
              <a:t> and </a:t>
            </a:r>
            <a:r>
              <a:rPr lang="en-US" altLang="en-US" noProof="0" dirty="0" err="1"/>
              <a:t>XPlanar</a:t>
            </a:r>
            <a:r>
              <a:rPr lang="en-US" altLang="en-US" baseline="30000" noProof="0" dirty="0"/>
              <a:t>®</a:t>
            </a:r>
            <a:r>
              <a:rPr lang="en-US" altLang="en-US" noProof="0" dirty="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dirty="0"/>
          </a:p>
          <a:p>
            <a:pPr lvl="0"/>
            <a:r>
              <a:rPr lang="en-US" altLang="en-US" noProof="0" dirty="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2" name="Date Placeholder"/>
          <p:cNvSpPr>
            <a:spLocks noGrp="1"/>
          </p:cNvSpPr>
          <p:nvPr>
            <p:ph type="body" sz="quarter" idx="11" hasCustomPrompt="1"/>
          </p:nvPr>
        </p:nvSpPr>
        <p:spPr>
          <a:xfrm>
            <a:off x="3255495"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dirty="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buFont typeface="Wingdings" panose="05000000000000000000" pitchFamily="2" charset="2"/>
              <a:buNone/>
            </a:pPr>
            <a:r>
              <a:rPr lang="en-US" altLang="en-US" sz="1600" noProof="0" dirty="0"/>
              <a:t>Phone:	+49 5246 963-0  </a:t>
            </a:r>
          </a:p>
          <a:p>
            <a:pPr>
              <a:buFont typeface="Wingdings" panose="05000000000000000000" pitchFamily="2" charset="2"/>
              <a:buNone/>
            </a:pPr>
            <a:r>
              <a:rPr lang="en-US" altLang="en-US" sz="1600" noProof="0" dirty="0"/>
              <a:t>E-mail:	info@beckhoff.com </a:t>
            </a:r>
          </a:p>
          <a:p>
            <a:pPr>
              <a:buFont typeface="Wingdings" panose="05000000000000000000" pitchFamily="2" charset="2"/>
              <a:buNone/>
            </a:pPr>
            <a:r>
              <a:rPr lang="en-US" altLang="en-US" sz="1600" noProof="0" dirty="0"/>
              <a:t>Web:	www.beckhoff.com </a:t>
            </a:r>
            <a:r>
              <a:rPr lang="en-US" altLang="en-US" sz="1600" b="1" noProof="0" dirty="0"/>
              <a:t> </a:t>
            </a:r>
          </a:p>
        </p:txBody>
      </p:sp>
      <p:sp>
        <p:nvSpPr>
          <p:cNvPr id="9" name="Address"/>
          <p:cNvSpPr txBox="1"/>
          <p:nvPr userDrawn="1"/>
        </p:nvSpPr>
        <p:spPr>
          <a:xfrm>
            <a:off x="4" y="1090800"/>
            <a:ext cx="6095998"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altLang="en-US" sz="1600" noProof="0" dirty="0"/>
              <a:t>Beckhoff Automation GmbH &amp; Co. KG </a:t>
            </a:r>
            <a:br>
              <a:rPr lang="en-US" altLang="en-US" sz="1600" noProof="0" dirty="0"/>
            </a:br>
            <a:r>
              <a:rPr lang="en-US" altLang="en-US" sz="1600" b="0" noProof="0" dirty="0"/>
              <a:t>Headquarters </a:t>
            </a:r>
            <a:br>
              <a:rPr lang="en-US" altLang="en-US" sz="1600" b="0" noProof="0" dirty="0"/>
            </a:br>
            <a:r>
              <a:rPr lang="en-US" altLang="en-US" sz="1600" b="0" noProof="0" dirty="0"/>
              <a:t>Huelshorstweg 20 </a:t>
            </a:r>
            <a:br>
              <a:rPr lang="en-US" altLang="en-US" sz="1600" b="0" noProof="0" dirty="0"/>
            </a:br>
            <a:r>
              <a:rPr lang="en-US" altLang="en-US" sz="1600" b="0" noProof="0" dirty="0"/>
              <a:t>33415 Verl </a:t>
            </a:r>
            <a:br>
              <a:rPr lang="en-US" altLang="en-US" sz="1600" b="0" noProof="0" dirty="0"/>
            </a:br>
            <a:r>
              <a:rPr lang="en-US" altLang="en-US" sz="1600" b="0" noProof="0" dirty="0"/>
              <a:t>Germany </a:t>
            </a:r>
          </a:p>
        </p:txBody>
      </p:sp>
      <p:sp>
        <p:nvSpPr>
          <p:cNvPr id="11" name="Title"/>
          <p:cNvSpPr txBox="1"/>
          <p:nvPr userDrawn="1"/>
        </p:nvSpPr>
        <p:spPr bwMode="white">
          <a:xfrm>
            <a:off x="-1" y="111600"/>
            <a:ext cx="10137600" cy="629367"/>
          </a:xfrm>
          <a:prstGeom prst="rect">
            <a:avLst/>
          </a:prstGeom>
        </p:spPr>
        <p:txBody>
          <a:bodyPr vert="horz" wrap="square" lIns="450000" tIns="144000" rIns="90000" bIns="144000" rtlCol="0" anchor="t" anchorCtr="0">
            <a:spAutoFit/>
          </a:bodyPr>
          <a:lstStyle>
            <a:defPPr>
              <a:defRPr lang="en-US"/>
            </a:defPPr>
            <a:lvl1pPr lvl="0">
              <a:spcBef>
                <a:spcPct val="0"/>
              </a:spcBef>
              <a:buNone/>
              <a:defRPr sz="2200" b="1" baseline="0">
                <a:solidFill>
                  <a:schemeClr val="bg1"/>
                </a:solidFill>
                <a:latin typeface="Arial" pitchFamily="34" charset="0"/>
                <a:ea typeface="+mj-ea"/>
                <a:cs typeface="Arial" pitchFamily="34" charset="0"/>
              </a:defRPr>
            </a:lvl1pPr>
          </a:lstStyle>
          <a:p>
            <a:pPr lvl="0"/>
            <a:r>
              <a:rPr lang="en-US" noProof="0" dirty="0">
                <a:solidFill>
                  <a:schemeClr val="tx1"/>
                </a:solidFill>
              </a:rPr>
              <a:t>Contact</a:t>
            </a:r>
          </a:p>
        </p:txBody>
      </p:sp>
    </p:spTree>
    <p:extLst>
      <p:ext uri="{BB962C8B-B14F-4D97-AF65-F5344CB8AC3E}">
        <p14:creationId xmlns:p14="http://schemas.microsoft.com/office/powerpoint/2010/main" val="20464259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act – D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Legal Notes"/>
          <p:cNvSpPr txBox="1">
            <a:spLocks noChangeArrowheads="1"/>
          </p:cNvSpPr>
          <p:nvPr userDrawn="1"/>
        </p:nvSpPr>
        <p:spPr bwMode="auto">
          <a:xfrm>
            <a:off x="0" y="4001989"/>
            <a:ext cx="101536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lvl1pPr marL="3175" indent="-3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de-DE" sz="1200" noProof="0" dirty="0">
                <a:latin typeface="+mj-lt"/>
              </a:rPr>
              <a:t>© Beckhoff Automation GmbH &amp; Co. KG</a:t>
            </a:r>
          </a:p>
          <a:p>
            <a:endParaRPr lang="de-DE" altLang="de-DE" sz="1200" noProof="0" dirty="0">
              <a:latin typeface="+mj-lt"/>
            </a:endParaRPr>
          </a:p>
          <a:p>
            <a:pPr>
              <a:buFont typeface="Wingdings" panose="05000000000000000000" pitchFamily="2" charset="2"/>
              <a:buNone/>
            </a:pPr>
            <a:r>
              <a:rPr lang="de-DE" altLang="de-DE" sz="1200" noProof="0" dirty="0">
                <a:latin typeface="+mj-lt"/>
              </a:rPr>
              <a:t>Alle Bilder sind urheberrechtlich geschützt. Die Weitergabe und Nutzung durch Dritte ist nicht gestattet.</a:t>
            </a:r>
          </a:p>
          <a:p>
            <a:pPr>
              <a:buFont typeface="Wingdings" panose="05000000000000000000" pitchFamily="2" charset="2"/>
              <a:buNone/>
            </a:pPr>
            <a:endParaRPr lang="de-DE" altLang="de-DE" sz="1200" noProof="0" dirty="0">
              <a:latin typeface="+mj-lt"/>
            </a:endParaRPr>
          </a:p>
          <a:p>
            <a:pPr>
              <a:buFont typeface="Wingdings" panose="05000000000000000000" pitchFamily="2" charset="2"/>
              <a:buNone/>
            </a:pPr>
            <a:r>
              <a:rPr lang="de-DE" sz="1200" b="0" i="0" dirty="0">
                <a:solidFill>
                  <a:srgbClr val="111111"/>
                </a:solidFill>
                <a:effectLst/>
                <a:latin typeface="+mj-lt"/>
              </a:rPr>
              <a:t>Beckhoff</a:t>
            </a:r>
            <a:r>
              <a:rPr lang="de-DE" sz="1200" b="0" i="0" baseline="30000" dirty="0">
                <a:solidFill>
                  <a:srgbClr val="111111"/>
                </a:solidFill>
                <a:effectLst/>
                <a:latin typeface="+mj-lt"/>
              </a:rPr>
              <a:t>®</a:t>
            </a:r>
            <a:r>
              <a:rPr lang="de-DE" sz="1200" b="0" i="0" dirty="0">
                <a:solidFill>
                  <a:srgbClr val="111111"/>
                </a:solidFill>
                <a:effectLst/>
                <a:latin typeface="+mj-lt"/>
              </a:rPr>
              <a:t>, TwinCAT</a:t>
            </a:r>
            <a:r>
              <a:rPr lang="de-DE" sz="1200" b="0" i="0" baseline="30000" dirty="0">
                <a:solidFill>
                  <a:srgbClr val="111111"/>
                </a:solidFill>
                <a:effectLst/>
                <a:latin typeface="+mj-lt"/>
              </a:rPr>
              <a:t>®</a:t>
            </a:r>
            <a:r>
              <a:rPr lang="de-DE" sz="1200" b="0" i="0" dirty="0">
                <a:solidFill>
                  <a:srgbClr val="111111"/>
                </a:solidFill>
                <a:effectLst/>
                <a:latin typeface="+mj-lt"/>
              </a:rPr>
              <a:t>, TwinCAT/BSD</a:t>
            </a:r>
            <a:r>
              <a:rPr lang="de-DE" sz="1200" b="0" i="0" baseline="30000" dirty="0">
                <a:solidFill>
                  <a:srgbClr val="111111"/>
                </a:solidFill>
                <a:effectLst/>
                <a:latin typeface="+mj-lt"/>
              </a:rPr>
              <a:t>®</a:t>
            </a:r>
            <a:r>
              <a:rPr lang="de-DE" sz="1200" b="0" i="0" dirty="0">
                <a:solidFill>
                  <a:srgbClr val="111111"/>
                </a:solidFill>
                <a:effectLst/>
                <a:latin typeface="+mj-lt"/>
              </a:rPr>
              <a:t>, TC/BSD</a:t>
            </a:r>
            <a:r>
              <a:rPr lang="de-DE" sz="1200" b="0" i="0" baseline="30000" dirty="0">
                <a:solidFill>
                  <a:srgbClr val="111111"/>
                </a:solidFill>
                <a:effectLst/>
                <a:latin typeface="+mj-lt"/>
              </a:rPr>
              <a:t>®</a:t>
            </a:r>
            <a:r>
              <a:rPr lang="de-DE" sz="1200" b="0" i="0" dirty="0">
                <a:solidFill>
                  <a:srgbClr val="111111"/>
                </a:solidFill>
                <a:effectLst/>
                <a:latin typeface="+mj-lt"/>
              </a:rPr>
              <a:t>, EtherCAT</a:t>
            </a:r>
            <a:r>
              <a:rPr lang="de-DE" sz="1200" b="0" i="0" baseline="30000" dirty="0">
                <a:solidFill>
                  <a:srgbClr val="111111"/>
                </a:solidFill>
                <a:effectLst/>
                <a:latin typeface="+mj-lt"/>
              </a:rPr>
              <a:t>®</a:t>
            </a:r>
            <a:r>
              <a:rPr lang="de-DE" sz="1200" b="0" i="0" dirty="0">
                <a:solidFill>
                  <a:srgbClr val="111111"/>
                </a:solidFill>
                <a:effectLst/>
                <a:latin typeface="+mj-lt"/>
              </a:rPr>
              <a:t>, EtherCAT G</a:t>
            </a:r>
            <a:r>
              <a:rPr lang="de-DE" sz="1200" b="0" i="0" baseline="30000" dirty="0">
                <a:solidFill>
                  <a:srgbClr val="111111"/>
                </a:solidFill>
                <a:effectLst/>
                <a:latin typeface="+mj-lt"/>
              </a:rPr>
              <a:t>®</a:t>
            </a:r>
            <a:r>
              <a:rPr lang="de-DE" sz="1200" b="0" i="0" dirty="0">
                <a:solidFill>
                  <a:srgbClr val="111111"/>
                </a:solidFill>
                <a:effectLst/>
                <a:latin typeface="+mj-lt"/>
              </a:rPr>
              <a:t>, EtherCAT G10</a:t>
            </a:r>
            <a:r>
              <a:rPr lang="de-DE" sz="1200" b="0" i="0" baseline="30000" dirty="0">
                <a:solidFill>
                  <a:srgbClr val="111111"/>
                </a:solidFill>
                <a:effectLst/>
                <a:latin typeface="+mj-lt"/>
              </a:rPr>
              <a:t>®</a:t>
            </a:r>
            <a:r>
              <a:rPr lang="de-DE" sz="1200" b="0" i="0" dirty="0">
                <a:solidFill>
                  <a:srgbClr val="111111"/>
                </a:solidFill>
                <a:effectLst/>
                <a:latin typeface="+mj-lt"/>
              </a:rPr>
              <a:t>, EtherCAT P</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Safety</a:t>
            </a:r>
            <a:r>
              <a:rPr lang="de-DE" sz="1200" b="0" i="0" dirty="0">
                <a:solidFill>
                  <a:srgbClr val="111111"/>
                </a:solidFill>
                <a:effectLst/>
                <a:latin typeface="+mj-lt"/>
              </a:rPr>
              <a:t> </a:t>
            </a:r>
            <a:r>
              <a:rPr lang="de-DE" sz="1200" b="0" i="0" dirty="0" err="1">
                <a:solidFill>
                  <a:srgbClr val="111111"/>
                </a:solidFill>
                <a:effectLst/>
                <a:latin typeface="+mj-lt"/>
              </a:rPr>
              <a:t>over</a:t>
            </a:r>
            <a:r>
              <a:rPr lang="de-DE" sz="1200" b="0" i="0" dirty="0">
                <a:solidFill>
                  <a:srgbClr val="111111"/>
                </a:solidFill>
                <a:effectLst/>
                <a:latin typeface="+mj-lt"/>
              </a:rPr>
              <a:t> EtherCAT</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TwinSAFE</a:t>
            </a:r>
            <a:r>
              <a:rPr lang="de-DE" sz="1200" b="0" i="0" baseline="30000" dirty="0">
                <a:solidFill>
                  <a:srgbClr val="111111"/>
                </a:solidFill>
                <a:effectLst/>
                <a:latin typeface="+mj-lt"/>
              </a:rPr>
              <a:t>®</a:t>
            </a:r>
            <a:r>
              <a:rPr lang="de-DE" sz="1200" b="0" i="0" dirty="0">
                <a:solidFill>
                  <a:srgbClr val="111111"/>
                </a:solidFill>
                <a:effectLst/>
                <a:latin typeface="+mj-lt"/>
              </a:rPr>
              <a:t>, XFC</a:t>
            </a:r>
            <a:r>
              <a:rPr lang="de-DE" sz="1200" b="0" i="0" baseline="30000" dirty="0">
                <a:solidFill>
                  <a:srgbClr val="111111"/>
                </a:solidFill>
                <a:effectLst/>
                <a:latin typeface="+mj-lt"/>
              </a:rPr>
              <a:t>®</a:t>
            </a:r>
            <a:r>
              <a:rPr lang="de-DE" sz="1200" b="0" i="0" dirty="0">
                <a:solidFill>
                  <a:srgbClr val="111111"/>
                </a:solidFill>
                <a:effectLst/>
                <a:latin typeface="+mj-lt"/>
              </a:rPr>
              <a:t>, XTS</a:t>
            </a:r>
            <a:r>
              <a:rPr lang="de-DE" sz="1200" b="0" i="0" baseline="30000" dirty="0">
                <a:solidFill>
                  <a:srgbClr val="111111"/>
                </a:solidFill>
                <a:effectLst/>
                <a:latin typeface="+mj-lt"/>
              </a:rPr>
              <a:t>®</a:t>
            </a:r>
            <a:r>
              <a:rPr lang="de-DE" sz="1200" b="0" i="0" dirty="0">
                <a:solidFill>
                  <a:srgbClr val="111111"/>
                </a:solidFill>
                <a:effectLst/>
                <a:latin typeface="+mj-lt"/>
              </a:rPr>
              <a:t> und </a:t>
            </a:r>
            <a:r>
              <a:rPr lang="de-DE" sz="1200" b="0" i="0" dirty="0" err="1">
                <a:solidFill>
                  <a:srgbClr val="111111"/>
                </a:solidFill>
                <a:effectLst/>
                <a:latin typeface="+mj-lt"/>
              </a:rPr>
              <a:t>XPlanar</a:t>
            </a:r>
            <a:r>
              <a:rPr lang="de-DE" sz="1200" b="0" i="0" baseline="30000" dirty="0">
                <a:solidFill>
                  <a:srgbClr val="111111"/>
                </a:solidFill>
                <a:effectLst/>
                <a:latin typeface="+mj-lt"/>
              </a:rPr>
              <a:t>®</a:t>
            </a:r>
            <a:r>
              <a:rPr lang="de-DE" sz="1200" b="0" i="0" dirty="0">
                <a:solidFill>
                  <a:srgbClr val="111111"/>
                </a:solidFill>
                <a:effectLst/>
                <a:latin typeface="+mj-lt"/>
              </a:rPr>
              <a:t> sind eingetragene und lizenzierte Marken der Beckhoff Automation GmbH. Die Verwendung anderer in dieser Dokumentation enthaltenen Marken oder Kennzeichen durch Dritte kann zu einer Verletzung von Rechten der Inhaber der entsprechenden Kennzeichen führen.</a:t>
            </a:r>
          </a:p>
          <a:p>
            <a:pPr>
              <a:buFont typeface="Wingdings" panose="05000000000000000000" pitchFamily="2" charset="2"/>
              <a:buNone/>
            </a:pPr>
            <a:endParaRPr lang="de-DE" altLang="de-DE" sz="1200" noProof="0" dirty="0">
              <a:latin typeface="+mj-lt"/>
            </a:endParaRPr>
          </a:p>
          <a:p>
            <a:pPr>
              <a:buFont typeface="Wingdings" panose="05000000000000000000" pitchFamily="2" charset="2"/>
              <a:buNone/>
            </a:pPr>
            <a:r>
              <a:rPr lang="de-DE" altLang="de-DE" sz="1200" noProof="0" dirty="0">
                <a:latin typeface="+mj-lt"/>
              </a:rPr>
              <a:t>Die Informationen in dieser Präsentation enthalten lediglich allgemeine Beschreibungen bzw. Leistungsmerkmale, welche im konkreten Anwendungsfall nicht immer in der beschriebenen Form zutreffen bzw. welche sich durch Weiterentwicklung der Produkte ändern können. Die gewünschten Leistungsmerkmale sind nur dann verbindlich, wenn sie bei Vertragsabschluss ausdrücklich vereinbart werden.</a:t>
            </a:r>
          </a:p>
        </p:txBody>
      </p:sp>
      <p:sp>
        <p:nvSpPr>
          <p:cNvPr id="8" name="Date Placeholder"/>
          <p:cNvSpPr>
            <a:spLocks noGrp="1"/>
          </p:cNvSpPr>
          <p:nvPr>
            <p:ph type="body" sz="quarter" idx="11" hasCustomPrompt="1"/>
          </p:nvPr>
        </p:nvSpPr>
        <p:spPr>
          <a:xfrm>
            <a:off x="3255495" y="4022394"/>
            <a:ext cx="2196000" cy="277200"/>
          </a:xfrm>
        </p:spPr>
        <p:txBody>
          <a:bodyPr lIns="0" tIns="46800"/>
          <a:lstStyle>
            <a:lvl1pPr marL="0" indent="0" algn="l">
              <a:buNone/>
              <a:defRPr lang="de-DE" sz="1200" kern="1200" baseline="0" dirty="0" smtClean="0">
                <a:solidFill>
                  <a:schemeClr val="tx1"/>
                </a:solidFill>
                <a:latin typeface="Arial" pitchFamily="34" charset="0"/>
                <a:ea typeface="+mn-ea"/>
                <a:cs typeface="+mn-cs"/>
              </a:defRPr>
            </a:lvl1pPr>
            <a:lvl2pPr marL="360362" indent="0" algn="l">
              <a:buNone/>
              <a:defRPr lang="de-DE" sz="1200" kern="1200" baseline="0" dirty="0" smtClean="0">
                <a:solidFill>
                  <a:schemeClr val="tx1"/>
                </a:solidFill>
                <a:latin typeface="Arial" pitchFamily="34" charset="0"/>
                <a:ea typeface="+mn-ea"/>
                <a:cs typeface="+mn-cs"/>
              </a:defRPr>
            </a:lvl2pPr>
            <a:lvl3pPr marL="715962" indent="0" algn="l">
              <a:buNone/>
              <a:defRPr lang="de-DE" sz="1200" kern="1200" baseline="0" dirty="0" smtClean="0">
                <a:solidFill>
                  <a:schemeClr val="tx1"/>
                </a:solidFill>
                <a:latin typeface="Arial" pitchFamily="34" charset="0"/>
                <a:ea typeface="+mn-ea"/>
                <a:cs typeface="+mn-cs"/>
              </a:defRPr>
            </a:lvl3pPr>
            <a:lvl4pPr marL="1076325" indent="0" algn="l">
              <a:buNone/>
              <a:defRPr lang="de-DE" sz="1200" kern="1200" baseline="0" dirty="0" smtClean="0">
                <a:solidFill>
                  <a:schemeClr val="tx1"/>
                </a:solidFill>
                <a:latin typeface="Arial" pitchFamily="34" charset="0"/>
                <a:ea typeface="+mn-ea"/>
                <a:cs typeface="+mn-cs"/>
              </a:defRPr>
            </a:lvl4pPr>
            <a:lvl5pPr marL="1433513" indent="0" algn="l">
              <a:buNone/>
              <a:defRPr lang="de-DE" sz="1200" kern="1200" baseline="0" dirty="0">
                <a:solidFill>
                  <a:schemeClr val="tx1"/>
                </a:solidFill>
                <a:latin typeface="Arial" pitchFamily="34" charset="0"/>
                <a:ea typeface="+mn-ea"/>
                <a:cs typeface="+mn-cs"/>
              </a:defRPr>
            </a:lvl5pPr>
          </a:lstStyle>
          <a:p>
            <a:pPr lvl="0"/>
            <a:r>
              <a:rPr lang="de-DE" noProof="0" dirty="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spcBef>
                <a:spcPct val="50000"/>
              </a:spcBef>
              <a:buFont typeface="Wingdings" panose="05000000000000000000" pitchFamily="2" charset="2"/>
              <a:buNone/>
            </a:pPr>
            <a:r>
              <a:rPr lang="de-DE" altLang="de-DE" sz="1600" noProof="0" dirty="0"/>
              <a:t>Telefon:	+49 5246 963-0  </a:t>
            </a:r>
          </a:p>
          <a:p>
            <a:pPr>
              <a:buFont typeface="Wingdings" panose="05000000000000000000" pitchFamily="2" charset="2"/>
              <a:buNone/>
            </a:pPr>
            <a:r>
              <a:rPr lang="de-DE" altLang="de-DE" sz="1600" noProof="0" dirty="0"/>
              <a:t>E-Mail:	info@beckhoff.com</a:t>
            </a:r>
          </a:p>
          <a:p>
            <a:pPr>
              <a:buFont typeface="Wingdings" panose="05000000000000000000" pitchFamily="2" charset="2"/>
              <a:buNone/>
            </a:pPr>
            <a:r>
              <a:rPr lang="de-DE" altLang="de-DE" sz="1600" noProof="0" dirty="0"/>
              <a:t>Web:	www.beckhoff.com</a:t>
            </a:r>
            <a:r>
              <a:rPr lang="de-DE" altLang="de-DE" sz="1600" b="1" noProof="0" dirty="0"/>
              <a:t> </a:t>
            </a:r>
          </a:p>
        </p:txBody>
      </p:sp>
      <p:sp>
        <p:nvSpPr>
          <p:cNvPr id="9" name="Address"/>
          <p:cNvSpPr txBox="1"/>
          <p:nvPr userDrawn="1"/>
        </p:nvSpPr>
        <p:spPr>
          <a:xfrm>
            <a:off x="3" y="1090800"/>
            <a:ext cx="6095997"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lvl="0" indent="0">
              <a:spcBef>
                <a:spcPts val="0"/>
              </a:spcBef>
              <a:buNone/>
            </a:pPr>
            <a:r>
              <a:rPr lang="de-DE" altLang="de-DE" sz="1600" noProof="0" dirty="0"/>
              <a:t>Beckhoff Automation GmbH &amp; Co. KG </a:t>
            </a:r>
            <a:br>
              <a:rPr lang="de-DE" altLang="de-DE" sz="1600" noProof="0" dirty="0"/>
            </a:br>
            <a:r>
              <a:rPr lang="de-DE" altLang="de-DE" sz="1600" b="0" noProof="0" dirty="0">
                <a:solidFill>
                  <a:srgbClr val="000000"/>
                </a:solidFill>
                <a:latin typeface="Arial"/>
                <a:cs typeface="+mn-cs"/>
              </a:rPr>
              <a:t>Unternehmenszentrale</a:t>
            </a:r>
          </a:p>
          <a:p>
            <a:pPr marL="0" lvl="0" indent="0">
              <a:spcBef>
                <a:spcPts val="0"/>
              </a:spcBef>
              <a:buNone/>
            </a:pPr>
            <a:r>
              <a:rPr lang="de-DE" altLang="de-DE" sz="1600" b="0" noProof="0" dirty="0">
                <a:solidFill>
                  <a:srgbClr val="000000"/>
                </a:solidFill>
                <a:latin typeface="Arial"/>
                <a:cs typeface="+mn-cs"/>
              </a:rPr>
              <a:t>Hülshorstweg 20</a:t>
            </a:r>
          </a:p>
          <a:p>
            <a:pPr marL="0" lvl="0" indent="0">
              <a:spcBef>
                <a:spcPts val="0"/>
              </a:spcBef>
              <a:buNone/>
            </a:pPr>
            <a:r>
              <a:rPr lang="de-DE" altLang="de-DE" sz="1600" b="0" noProof="0" dirty="0">
                <a:solidFill>
                  <a:srgbClr val="000000"/>
                </a:solidFill>
                <a:latin typeface="Arial"/>
                <a:cs typeface="+mn-cs"/>
              </a:rPr>
              <a:t>33415 Verl</a:t>
            </a:r>
          </a:p>
          <a:p>
            <a:pPr marL="0" lvl="0" indent="0">
              <a:spcBef>
                <a:spcPts val="0"/>
              </a:spcBef>
              <a:buNone/>
            </a:pPr>
            <a:r>
              <a:rPr lang="de-DE" altLang="de-DE" sz="1600" b="0" noProof="0" dirty="0">
                <a:solidFill>
                  <a:srgbClr val="000000"/>
                </a:solidFill>
                <a:latin typeface="Arial"/>
                <a:cs typeface="+mn-cs"/>
              </a:rPr>
              <a:t>Deutschland</a:t>
            </a:r>
          </a:p>
          <a:p>
            <a:pPr lvl="0"/>
            <a:endParaRPr lang="de-DE" altLang="de-DE" sz="1600" b="0" noProof="0" dirty="0"/>
          </a:p>
        </p:txBody>
      </p:sp>
      <p:sp>
        <p:nvSpPr>
          <p:cNvPr id="11" name="Title"/>
          <p:cNvSpPr txBox="1"/>
          <p:nvPr userDrawn="1"/>
        </p:nvSpPr>
        <p:spPr bwMode="white">
          <a:xfrm>
            <a:off x="-1" y="111600"/>
            <a:ext cx="10137600" cy="629367"/>
          </a:xfrm>
          <a:prstGeom prst="rect">
            <a:avLst/>
          </a:prstGeom>
        </p:spPr>
        <p:txBody>
          <a:bodyPr vert="horz" wrap="square" lIns="450000" tIns="144000" rIns="90000" bIns="144000" rtlCol="0" anchor="t" anchorCtr="0">
            <a:spAutoFit/>
          </a:bodyPr>
          <a:lstStyle>
            <a:lvl1pPr>
              <a:spcBef>
                <a:spcPct val="0"/>
              </a:spcBef>
              <a:buNone/>
              <a:defRPr sz="2200" b="1" baseline="0">
                <a:solidFill>
                  <a:schemeClr val="bg1"/>
                </a:solidFill>
                <a:latin typeface="Arial" pitchFamily="34" charset="0"/>
                <a:ea typeface="+mj-ea"/>
                <a:cs typeface="Arial" pitchFamily="34" charset="0"/>
              </a:defRPr>
            </a:lvl1pPr>
          </a:lstStyle>
          <a:p>
            <a:pPr lvl="0"/>
            <a:r>
              <a:rPr lang="de-DE" noProof="0" dirty="0">
                <a:solidFill>
                  <a:schemeClr val="tx1"/>
                </a:solidFill>
              </a:rPr>
              <a:t>Kontakt </a:t>
            </a:r>
          </a:p>
        </p:txBody>
      </p:sp>
    </p:spTree>
    <p:extLst>
      <p:ext uri="{BB962C8B-B14F-4D97-AF65-F5344CB8AC3E}">
        <p14:creationId xmlns:p14="http://schemas.microsoft.com/office/powerpoint/2010/main" val="32110963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act – Country-specific">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13" name="Legal Notes">
            <a:extLst>
              <a:ext uri="{FF2B5EF4-FFF2-40B4-BE49-F238E27FC236}">
                <a16:creationId xmlns:a16="http://schemas.microsoft.com/office/drawing/2014/main" id="{FB0F8624-008F-47A1-8364-BC96B920ADA6}"/>
              </a:ext>
            </a:extLst>
          </p:cNvPr>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dirty="0"/>
              <a:t>© Beckhoff Automation </a:t>
            </a:r>
          </a:p>
          <a:p>
            <a:pPr lvl="0"/>
            <a:endParaRPr lang="en-US" altLang="en-US" noProof="0" dirty="0"/>
          </a:p>
          <a:p>
            <a:pPr lvl="0"/>
            <a:r>
              <a:rPr lang="en-US" altLang="en-US" noProof="0" dirty="0"/>
              <a:t>All images are protected by copyright. The use and transfer to third parties is not permitted.</a:t>
            </a:r>
          </a:p>
          <a:p>
            <a:pPr lvl="0"/>
            <a:endParaRPr lang="en-US" altLang="en-US" noProof="0" dirty="0"/>
          </a:p>
          <a:p>
            <a:pPr lvl="0"/>
            <a:r>
              <a:rPr lang="en-US" altLang="en-US" noProof="0" dirty="0"/>
              <a:t>Beckhoff</a:t>
            </a:r>
            <a:r>
              <a:rPr lang="en-US" altLang="en-US" baseline="30000" noProof="0" dirty="0"/>
              <a:t>®</a:t>
            </a:r>
            <a:r>
              <a:rPr lang="en-US" altLang="en-US" noProof="0" dirty="0"/>
              <a:t>, </a:t>
            </a:r>
            <a:r>
              <a:rPr lang="en-US" altLang="en-US" noProof="0" dirty="0" err="1"/>
              <a:t>TwinCAT</a:t>
            </a:r>
            <a:r>
              <a:rPr lang="en-US" altLang="en-US" baseline="30000" noProof="0" dirty="0"/>
              <a:t>®</a:t>
            </a:r>
            <a:r>
              <a:rPr lang="en-US" altLang="en-US" noProof="0" dirty="0"/>
              <a:t>, </a:t>
            </a:r>
            <a:r>
              <a:rPr lang="en-US" altLang="en-US" noProof="0" dirty="0" err="1"/>
              <a:t>TwinCAT</a:t>
            </a:r>
            <a:r>
              <a:rPr lang="en-US" altLang="en-US" noProof="0" dirty="0"/>
              <a:t>/BSD</a:t>
            </a:r>
            <a:r>
              <a:rPr lang="en-US" altLang="en-US" baseline="30000" noProof="0" dirty="0"/>
              <a:t>®</a:t>
            </a:r>
            <a:r>
              <a:rPr lang="en-US" altLang="en-US" noProof="0" dirty="0"/>
              <a:t>, TC/BSD</a:t>
            </a:r>
            <a:r>
              <a:rPr lang="en-US" altLang="en-US" baseline="30000" noProof="0" dirty="0"/>
              <a:t>®</a:t>
            </a:r>
            <a:r>
              <a:rPr lang="en-US" altLang="en-US" noProof="0" dirty="0"/>
              <a:t>, </a:t>
            </a:r>
            <a:r>
              <a:rPr lang="en-US" altLang="en-US" noProof="0" dirty="0" err="1"/>
              <a:t>EtherCAT</a:t>
            </a:r>
            <a:r>
              <a:rPr lang="en-US" altLang="en-US" baseline="30000" noProof="0" dirty="0"/>
              <a:t>®</a:t>
            </a:r>
            <a:r>
              <a:rPr lang="en-US" altLang="en-US" noProof="0" dirty="0"/>
              <a:t>, </a:t>
            </a:r>
            <a:r>
              <a:rPr lang="en-US" altLang="en-US" noProof="0" dirty="0" err="1"/>
              <a:t>EtherCAT</a:t>
            </a:r>
            <a:r>
              <a:rPr lang="en-US" altLang="en-US" noProof="0" dirty="0"/>
              <a:t> G</a:t>
            </a:r>
            <a:r>
              <a:rPr lang="en-US" altLang="en-US" baseline="30000" noProof="0" dirty="0"/>
              <a:t>®</a:t>
            </a:r>
            <a:r>
              <a:rPr lang="en-US" altLang="en-US" noProof="0" dirty="0"/>
              <a:t>, </a:t>
            </a:r>
            <a:r>
              <a:rPr lang="en-US" altLang="en-US" noProof="0" dirty="0" err="1"/>
              <a:t>EtherCAT</a:t>
            </a:r>
            <a:r>
              <a:rPr lang="en-US" altLang="en-US" noProof="0" dirty="0"/>
              <a:t> G10</a:t>
            </a:r>
            <a:r>
              <a:rPr lang="en-US" altLang="en-US" baseline="30000" noProof="0" dirty="0"/>
              <a:t>®</a:t>
            </a:r>
            <a:r>
              <a:rPr lang="en-US" altLang="en-US" noProof="0" dirty="0"/>
              <a:t>, </a:t>
            </a:r>
            <a:r>
              <a:rPr lang="en-US" altLang="en-US" noProof="0" dirty="0" err="1"/>
              <a:t>EtherCAT</a:t>
            </a:r>
            <a:r>
              <a:rPr lang="en-US" altLang="en-US" noProof="0" dirty="0"/>
              <a:t> P</a:t>
            </a:r>
            <a:r>
              <a:rPr lang="en-US" altLang="en-US" baseline="30000" noProof="0" dirty="0"/>
              <a:t>®</a:t>
            </a:r>
            <a:r>
              <a:rPr lang="en-US" altLang="en-US" noProof="0" dirty="0"/>
              <a:t>, Safety over </a:t>
            </a:r>
            <a:r>
              <a:rPr lang="en-US" altLang="en-US" noProof="0" dirty="0" err="1"/>
              <a:t>EtherCAT</a:t>
            </a:r>
            <a:r>
              <a:rPr lang="en-US" altLang="en-US" baseline="30000" noProof="0" dirty="0"/>
              <a:t>®</a:t>
            </a:r>
            <a:r>
              <a:rPr lang="en-US" altLang="en-US" noProof="0" dirty="0"/>
              <a:t>, </a:t>
            </a:r>
            <a:r>
              <a:rPr lang="en-US" altLang="en-US" noProof="0" dirty="0" err="1"/>
              <a:t>TwinSAFE</a:t>
            </a:r>
            <a:r>
              <a:rPr lang="en-US" altLang="en-US" baseline="30000" noProof="0" dirty="0"/>
              <a:t>®</a:t>
            </a:r>
            <a:r>
              <a:rPr lang="en-US" altLang="en-US" noProof="0" dirty="0"/>
              <a:t>, XFC</a:t>
            </a:r>
            <a:r>
              <a:rPr lang="en-US" altLang="en-US" baseline="30000" noProof="0" dirty="0"/>
              <a:t>®</a:t>
            </a:r>
            <a:r>
              <a:rPr lang="en-US" altLang="en-US" noProof="0" dirty="0"/>
              <a:t>, XTS</a:t>
            </a:r>
            <a:r>
              <a:rPr lang="en-US" altLang="en-US" baseline="30000" noProof="0" dirty="0"/>
              <a:t>®</a:t>
            </a:r>
            <a:r>
              <a:rPr lang="en-US" altLang="en-US" noProof="0" dirty="0"/>
              <a:t> and </a:t>
            </a:r>
            <a:r>
              <a:rPr lang="en-US" altLang="en-US" noProof="0" dirty="0" err="1"/>
              <a:t>XPlanar</a:t>
            </a:r>
            <a:r>
              <a:rPr lang="en-US" altLang="en-US" baseline="30000" noProof="0" dirty="0"/>
              <a:t>®</a:t>
            </a:r>
            <a:r>
              <a:rPr lang="en-US" altLang="en-US" noProof="0" dirty="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dirty="0"/>
          </a:p>
          <a:p>
            <a:pPr lvl="0"/>
            <a:r>
              <a:rPr lang="en-US" altLang="en-US" noProof="0" dirty="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4" name="Date Placeholder">
            <a:extLst>
              <a:ext uri="{FF2B5EF4-FFF2-40B4-BE49-F238E27FC236}">
                <a16:creationId xmlns:a16="http://schemas.microsoft.com/office/drawing/2014/main" id="{D58367F0-49D0-49AE-B9D1-CF63427C3E5A}"/>
              </a:ext>
            </a:extLst>
          </p:cNvPr>
          <p:cNvSpPr>
            <a:spLocks noGrp="1"/>
          </p:cNvSpPr>
          <p:nvPr>
            <p:ph type="body" sz="quarter" idx="11" hasCustomPrompt="1"/>
          </p:nvPr>
        </p:nvSpPr>
        <p:spPr>
          <a:xfrm>
            <a:off x="2040500"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dirty="0"/>
              <a:t>MM/YYYY</a:t>
            </a:r>
          </a:p>
        </p:txBody>
      </p:sp>
      <p:sp>
        <p:nvSpPr>
          <p:cNvPr id="27" name="Phone, Mail, Web Placeholder">
            <a:extLst>
              <a:ext uri="{FF2B5EF4-FFF2-40B4-BE49-F238E27FC236}">
                <a16:creationId xmlns:a16="http://schemas.microsoft.com/office/drawing/2014/main" id="{CD68DB35-B7DC-45D7-8D3B-4237236AEDB1}"/>
              </a:ext>
            </a:extLst>
          </p:cNvPr>
          <p:cNvSpPr>
            <a:spLocks noGrp="1"/>
          </p:cNvSpPr>
          <p:nvPr>
            <p:ph type="body" sz="quarter" idx="16" hasCustomPrompt="1"/>
          </p:nvPr>
        </p:nvSpPr>
        <p:spPr>
          <a:xfrm>
            <a:off x="6096001" y="1090800"/>
            <a:ext cx="4052711" cy="1873250"/>
          </a:xfrm>
        </p:spPr>
        <p:txBody>
          <a:bodyPr lIns="90000" tIns="432000"/>
          <a:lstStyle>
            <a:lvl1pPr marL="0" indent="0">
              <a:spcBef>
                <a:spcPts val="0"/>
              </a:spcBef>
              <a:buNone/>
              <a:tabLst>
                <a:tab pos="896400" algn="l"/>
              </a:tabLst>
              <a:defRPr sz="1600"/>
            </a:lvl1pPr>
            <a:lvl2pPr>
              <a:spcBef>
                <a:spcPts val="0"/>
              </a:spcBef>
              <a:tabLst>
                <a:tab pos="914400" algn="l"/>
              </a:tabLst>
              <a:defRPr sz="1600"/>
            </a:lvl2pPr>
            <a:lvl3pPr>
              <a:spcBef>
                <a:spcPts val="0"/>
              </a:spcBef>
              <a:tabLst>
                <a:tab pos="914400" algn="l"/>
              </a:tabLst>
              <a:defRPr sz="1600"/>
            </a:lvl3pPr>
            <a:lvl4pPr>
              <a:spcBef>
                <a:spcPts val="0"/>
              </a:spcBef>
              <a:tabLst>
                <a:tab pos="914400" algn="l"/>
              </a:tabLst>
              <a:defRPr sz="1600"/>
            </a:lvl4pPr>
            <a:lvl5pPr>
              <a:spcBef>
                <a:spcPts val="0"/>
              </a:spcBef>
              <a:tabLst>
                <a:tab pos="914400" algn="l"/>
              </a:tabLst>
              <a:defRPr sz="1600"/>
            </a:lvl5pPr>
          </a:lstStyle>
          <a:p>
            <a:pPr lvl="0"/>
            <a:r>
              <a:rPr lang="en-US" noProof="0"/>
              <a:t>Phone:    … </a:t>
            </a:r>
            <a:br>
              <a:rPr lang="en-US" noProof="0"/>
            </a:br>
            <a:r>
              <a:rPr lang="en-US" noProof="0"/>
              <a:t>E-mail:    …</a:t>
            </a:r>
            <a:br>
              <a:rPr lang="en-US" noProof="0"/>
            </a:br>
            <a:r>
              <a:rPr lang="en-US" noProof="0"/>
              <a:t>Web:       …</a:t>
            </a:r>
          </a:p>
        </p:txBody>
      </p:sp>
      <p:sp>
        <p:nvSpPr>
          <p:cNvPr id="12" name="Address Placeholder">
            <a:extLst>
              <a:ext uri="{FF2B5EF4-FFF2-40B4-BE49-F238E27FC236}">
                <a16:creationId xmlns:a16="http://schemas.microsoft.com/office/drawing/2014/main" id="{1BE23ED5-17AC-4930-BA35-81B604872F42}"/>
              </a:ext>
            </a:extLst>
          </p:cNvPr>
          <p:cNvSpPr>
            <a:spLocks noGrp="1"/>
          </p:cNvSpPr>
          <p:nvPr>
            <p:ph type="body" sz="quarter" idx="14" hasCustomPrompt="1"/>
          </p:nvPr>
        </p:nvSpPr>
        <p:spPr>
          <a:xfrm>
            <a:off x="3" y="1090800"/>
            <a:ext cx="4871861" cy="1873250"/>
          </a:xfrm>
        </p:spPr>
        <p:txBody>
          <a:bodyPr/>
          <a:lstStyle>
            <a:lvl1pPr marL="0" indent="0">
              <a:spcBef>
                <a:spcPts val="0"/>
              </a:spcBef>
              <a:buNone/>
              <a:defRPr sz="1600" b="0"/>
            </a:lvl1pPr>
            <a:lvl2pPr marL="360362" indent="0">
              <a:buNone/>
              <a:defRPr sz="1600"/>
            </a:lvl2pPr>
            <a:lvl3pPr>
              <a:defRPr sz="1600"/>
            </a:lvl3pPr>
            <a:lvl4pPr>
              <a:defRPr sz="1600"/>
            </a:lvl4pPr>
            <a:lvl5pPr>
              <a:defRPr sz="1600"/>
            </a:lvl5pPr>
          </a:lstStyle>
          <a:p>
            <a:pPr lvl="0"/>
            <a:r>
              <a:rPr lang="en-US" noProof="0"/>
              <a:t>Subsidiary name </a:t>
            </a:r>
            <a:br>
              <a:rPr lang="en-US" noProof="0"/>
            </a:br>
            <a:r>
              <a:rPr lang="en-US" noProof="0"/>
              <a:t>and address details </a:t>
            </a:r>
          </a:p>
        </p:txBody>
      </p:sp>
      <p:sp>
        <p:nvSpPr>
          <p:cNvPr id="5" name="Title">
            <a:extLst>
              <a:ext uri="{FF2B5EF4-FFF2-40B4-BE49-F238E27FC236}">
                <a16:creationId xmlns:a16="http://schemas.microsoft.com/office/drawing/2014/main" id="{19FC4D1F-B4C7-47E6-B598-C1C778E645C7}"/>
              </a:ext>
            </a:extLst>
          </p:cNvPr>
          <p:cNvSpPr>
            <a:spLocks noGrp="1"/>
          </p:cNvSpPr>
          <p:nvPr>
            <p:ph type="title" hasCustomPrompt="1"/>
          </p:nvPr>
        </p:nvSpPr>
        <p:spPr/>
        <p:txBody>
          <a:bodyPr/>
          <a:lstStyle>
            <a:lvl1pPr>
              <a:defRPr/>
            </a:lvl1pPr>
          </a:lstStyle>
          <a:p>
            <a:r>
              <a:rPr lang="en-US" dirty="0"/>
              <a:t>Click to add title</a:t>
            </a:r>
          </a:p>
        </p:txBody>
      </p:sp>
    </p:spTree>
    <p:extLst>
      <p:ext uri="{BB962C8B-B14F-4D97-AF65-F5344CB8AC3E}">
        <p14:creationId xmlns:p14="http://schemas.microsoft.com/office/powerpoint/2010/main" val="474037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slideLayout" Target="../slideLayouts/slideLayout55.xml"/><Relationship Id="rId3" Type="http://schemas.openxmlformats.org/officeDocument/2006/relationships/slideLayout" Target="../slideLayouts/slideLayout32.xml"/><Relationship Id="rId21" Type="http://schemas.openxmlformats.org/officeDocument/2006/relationships/slideLayout" Target="../slideLayouts/slideLayout50.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29" Type="http://schemas.openxmlformats.org/officeDocument/2006/relationships/slideLayout" Target="../slideLayouts/slideLayout58.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31" Type="http://schemas.openxmlformats.org/officeDocument/2006/relationships/image" Target="../media/image1.png"/><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4" name="Background"/>
          <p:cNvGrpSpPr/>
          <p:nvPr userDrawn="1"/>
        </p:nvGrpSpPr>
        <p:grpSpPr bwMode="ltGray">
          <a:xfrm>
            <a:off x="0" y="0"/>
            <a:ext cx="12192000" cy="6862298"/>
            <a:chOff x="0" y="0"/>
            <a:chExt cx="9144000" cy="6862298"/>
          </a:xfrm>
        </p:grpSpPr>
        <p:sp>
          <p:nvSpPr>
            <p:cNvPr id="16" name="Stage Red"/>
            <p:cNvSpPr/>
            <p:nvPr userDrawn="1"/>
          </p:nvSpPr>
          <p:spPr bwMode="ltGray">
            <a:xfrm>
              <a:off x="0" y="0"/>
              <a:ext cx="91440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3" name="White"/>
            <p:cNvSpPr/>
            <p:nvPr userDrawn="1"/>
          </p:nvSpPr>
          <p:spPr bwMode="ltGray">
            <a:xfrm>
              <a:off x="1" y="1086504"/>
              <a:ext cx="9143999" cy="577579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noProof="0">
                <a:solidFill>
                  <a:schemeClr val="bg1"/>
                </a:solidFill>
                <a:latin typeface="Arial" pitchFamily="34" charset="0"/>
                <a:cs typeface="Arial" pitchFamily="34" charset="0"/>
              </a:endParaRPr>
            </a:p>
          </p:txBody>
        </p:sp>
      </p:grpSp>
      <p:sp>
        <p:nvSpPr>
          <p:cNvPr id="19" name="Footer Placeholder"/>
          <p:cNvSpPr>
            <a:spLocks noGrp="1"/>
          </p:cNvSpPr>
          <p:nvPr>
            <p:ph type="ftr" sz="quarter" idx="3"/>
          </p:nvPr>
        </p:nvSpPr>
        <p:spPr bwMode="gray">
          <a:xfrm>
            <a:off x="450000" y="6416676"/>
            <a:ext cx="5646000" cy="441325"/>
          </a:xfrm>
          <a:prstGeom prst="rect">
            <a:avLst/>
          </a:prstGeom>
        </p:spPr>
        <p:txBody>
          <a:bodyPr vert="horz" lIns="0" tIns="36000" rIns="91440" bIns="36000" rtlCol="0" anchor="ctr"/>
          <a:lstStyle>
            <a:lvl1pPr algn="l">
              <a:defRPr sz="1100">
                <a:solidFill>
                  <a:schemeClr val="accent1"/>
                </a:solidFill>
                <a:latin typeface="Arial" pitchFamily="34" charset="0"/>
                <a:cs typeface="Arial" pitchFamily="34" charset="0"/>
              </a:defRPr>
            </a:lvl1pPr>
          </a:lstStyle>
          <a:p>
            <a:r>
              <a:rPr lang="en-US" noProof="0"/>
              <a:t>Footer text</a:t>
            </a:r>
          </a:p>
        </p:txBody>
      </p:sp>
      <p:sp>
        <p:nvSpPr>
          <p:cNvPr id="20" name="Slide Number Placeholder"/>
          <p:cNvSpPr>
            <a:spLocks noGrp="1"/>
          </p:cNvSpPr>
          <p:nvPr>
            <p:ph type="sldNum" sz="quarter" idx="4"/>
          </p:nvPr>
        </p:nvSpPr>
        <p:spPr bwMode="gray">
          <a:xfrm>
            <a:off x="0" y="6416676"/>
            <a:ext cx="450000" cy="441325"/>
          </a:xfrm>
          <a:prstGeom prst="rect">
            <a:avLst/>
          </a:prstGeom>
        </p:spPr>
        <p:txBody>
          <a:bodyPr vert="horz" lIns="0" tIns="45720" rIns="90000" bIns="45720" rtlCol="0" anchor="ctr"/>
          <a:lstStyle>
            <a:lvl1pPr algn="r">
              <a:defRPr sz="1100">
                <a:solidFill>
                  <a:schemeClr val="accent1"/>
                </a:solidFill>
                <a:latin typeface="Arial" pitchFamily="34" charset="0"/>
                <a:cs typeface="Arial" pitchFamily="34" charset="0"/>
              </a:defRPr>
            </a:lvl1pPr>
          </a:lstStyle>
          <a:p>
            <a:fld id="{A930EF64-91C9-4EBD-82F9-3643AB15A28C}" type="slidenum">
              <a:rPr lang="en-US" noProof="0" smtClean="0"/>
              <a:pPr/>
              <a:t>‹#›</a:t>
            </a:fld>
            <a:endParaRPr lang="en-US" noProof="0"/>
          </a:p>
        </p:txBody>
      </p:sp>
      <p:sp>
        <p:nvSpPr>
          <p:cNvPr id="18" name="Text Placeholder"/>
          <p:cNvSpPr>
            <a:spLocks noGrp="1"/>
          </p:cNvSpPr>
          <p:nvPr>
            <p:ph type="body" idx="1"/>
          </p:nvPr>
        </p:nvSpPr>
        <p:spPr bwMode="gray">
          <a:xfrm>
            <a:off x="2" y="1090801"/>
            <a:ext cx="12191999" cy="5330171"/>
          </a:xfrm>
          <a:prstGeom prst="rect">
            <a:avLst/>
          </a:prstGeom>
        </p:spPr>
        <p:txBody>
          <a:bodyPr vert="horz" lIns="450000" tIns="190800" rIns="91440" bIns="45720" rtlCol="0">
            <a:noAutofit/>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r>
              <a:rPr lang="en-US" noProof="0" dirty="0"/>
              <a:t>Eighth level</a:t>
            </a:r>
          </a:p>
          <a:p>
            <a:pPr lvl="8"/>
            <a:r>
              <a:rPr lang="en-US" noProof="0" dirty="0"/>
              <a:t>Ninth level</a:t>
            </a:r>
          </a:p>
        </p:txBody>
      </p:sp>
      <p:sp>
        <p:nvSpPr>
          <p:cNvPr id="2" name="Title"/>
          <p:cNvSpPr>
            <a:spLocks noGrp="1"/>
          </p:cNvSpPr>
          <p:nvPr>
            <p:ph type="title"/>
          </p:nvPr>
        </p:nvSpPr>
        <p:spPr bwMode="white">
          <a:xfrm>
            <a:off x="-1" y="450787"/>
            <a:ext cx="10137600" cy="629367"/>
          </a:xfrm>
          <a:prstGeom prst="rect">
            <a:avLst/>
          </a:prstGeom>
        </p:spPr>
        <p:txBody>
          <a:bodyPr vert="horz" wrap="square" lIns="450000" tIns="144000" rIns="90000" bIns="144000" rtlCol="0" anchor="b" anchorCtr="0">
            <a:spAutoFit/>
          </a:bodyPr>
          <a:lstStyle/>
          <a:p>
            <a:r>
              <a:rPr lang="en-US" noProof="0"/>
              <a:t>Click to add title</a:t>
            </a:r>
          </a:p>
        </p:txBody>
      </p:sp>
      <p:pic>
        <p:nvPicPr>
          <p:cNvPr id="10" name="Logo"/>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10531993" y="602129"/>
            <a:ext cx="1256088" cy="342306"/>
          </a:xfrm>
          <a:prstGeom prst="rect">
            <a:avLst/>
          </a:prstGeom>
        </p:spPr>
      </p:pic>
    </p:spTree>
    <p:extLst>
      <p:ext uri="{BB962C8B-B14F-4D97-AF65-F5344CB8AC3E}">
        <p14:creationId xmlns:p14="http://schemas.microsoft.com/office/powerpoint/2010/main" val="980308538"/>
      </p:ext>
    </p:extLst>
  </p:cSld>
  <p:clrMap bg1="lt1" tx1="dk1" bg2="lt2" tx2="dk2" accent1="accent1" accent2="accent2" accent3="accent3" accent4="accent4" accent5="accent5" accent6="accent6" hlink="hlink" folHlink="folHlink"/>
  <p:sldLayoutIdLst>
    <p:sldLayoutId id="2147483736" r:id="rId1"/>
    <p:sldLayoutId id="2147483796" r:id="rId2"/>
    <p:sldLayoutId id="2147483795" r:id="rId3"/>
    <p:sldLayoutId id="2147483828" r:id="rId4"/>
    <p:sldLayoutId id="2147483798" r:id="rId5"/>
    <p:sldLayoutId id="2147483713" r:id="rId6"/>
    <p:sldLayoutId id="2147483714" r:id="rId7"/>
    <p:sldLayoutId id="2147483717" r:id="rId8"/>
    <p:sldLayoutId id="2147483800" r:id="rId9"/>
    <p:sldLayoutId id="2147483715" r:id="rId10"/>
    <p:sldLayoutId id="2147483716" r:id="rId11"/>
    <p:sldLayoutId id="2147483720" r:id="rId12"/>
    <p:sldLayoutId id="2147483813" r:id="rId13"/>
    <p:sldLayoutId id="2147483814" r:id="rId14"/>
    <p:sldLayoutId id="2147483825" r:id="rId15"/>
    <p:sldLayoutId id="2147483816" r:id="rId16"/>
    <p:sldLayoutId id="2147483815" r:id="rId17"/>
    <p:sldLayoutId id="2147483820" r:id="rId18"/>
    <p:sldLayoutId id="2147483821" r:id="rId19"/>
    <p:sldLayoutId id="2147483822" r:id="rId20"/>
    <p:sldLayoutId id="2147483819" r:id="rId21"/>
    <p:sldLayoutId id="2147483817" r:id="rId22"/>
    <p:sldLayoutId id="2147483818" r:id="rId23"/>
    <p:sldLayoutId id="2147483829" r:id="rId24"/>
    <p:sldLayoutId id="2147483824" r:id="rId25"/>
    <p:sldLayoutId id="2147483831" r:id="rId26"/>
    <p:sldLayoutId id="2147483826" r:id="rId27"/>
    <p:sldLayoutId id="2147483827" r:id="rId28"/>
    <p:sldLayoutId id="2147483830" r:id="rId29"/>
  </p:sldLayoutIdLst>
  <p:hf sldNum="0" hdr="0" ftr="0" dt="0"/>
  <p:txStyles>
    <p:titleStyle>
      <a:lvl1pPr algn="l" defTabSz="914400" rtl="0" eaLnBrk="1" latinLnBrk="0" hangingPunct="1">
        <a:spcBef>
          <a:spcPct val="0"/>
        </a:spcBef>
        <a:buNone/>
        <a:defRPr sz="2200" b="1" kern="1200" baseline="0">
          <a:solidFill>
            <a:schemeClr val="bg1"/>
          </a:solidFill>
          <a:latin typeface="Arial" pitchFamily="34" charset="0"/>
          <a:ea typeface="+mj-ea"/>
          <a:cs typeface="Arial" pitchFamily="34" charset="0"/>
        </a:defRPr>
      </a:lvl1pPr>
    </p:titleStyle>
    <p:bodyStyle>
      <a:lvl1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2200" kern="1200" baseline="0">
          <a:solidFill>
            <a:schemeClr val="tx1"/>
          </a:solidFill>
          <a:latin typeface="+mj-lt"/>
          <a:ea typeface="+mn-ea"/>
          <a:cs typeface="Arial" pitchFamily="34" charset="0"/>
        </a:defRPr>
      </a:lvl1pPr>
      <a:lvl2pPr marL="6286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9842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3pPr>
      <a:lvl4pPr marL="1343025"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1700213"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5124" userDrawn="1">
          <p15:clr>
            <a:srgbClr val="F26B43"/>
          </p15:clr>
        </p15:guide>
        <p15:guide id="3" pos="6396" userDrawn="1">
          <p15:clr>
            <a:srgbClr val="F26B43"/>
          </p15:clr>
        </p15:guide>
        <p15:guide id="4" pos="2556" userDrawn="1">
          <p15:clr>
            <a:srgbClr val="F26B43"/>
          </p15:clr>
        </p15:guide>
        <p15:guide id="5" pos="1284" userDrawn="1">
          <p15:clr>
            <a:srgbClr val="F26B43"/>
          </p15:clr>
        </p15:guide>
        <p15:guide id="6" orient="horz" pos="686" userDrawn="1">
          <p15:clr>
            <a:srgbClr val="F26B43"/>
          </p15:clr>
        </p15:guide>
        <p15:guide id="7" orient="horz" pos="1593" userDrawn="1">
          <p15:clr>
            <a:srgbClr val="F26B43"/>
          </p15:clr>
        </p15:guide>
        <p15:guide id="8" orient="horz" pos="2500" userDrawn="1">
          <p15:clr>
            <a:srgbClr val="F26B43"/>
          </p15:clr>
        </p15:guide>
        <p15:guide id="9" orient="horz" pos="340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4" name="Background"/>
          <p:cNvGrpSpPr/>
          <p:nvPr userDrawn="1"/>
        </p:nvGrpSpPr>
        <p:grpSpPr bwMode="ltGray">
          <a:xfrm>
            <a:off x="0" y="0"/>
            <a:ext cx="12192000" cy="6862298"/>
            <a:chOff x="0" y="0"/>
            <a:chExt cx="9144000" cy="6862298"/>
          </a:xfrm>
        </p:grpSpPr>
        <p:sp>
          <p:nvSpPr>
            <p:cNvPr id="16" name="Stage Red"/>
            <p:cNvSpPr/>
            <p:nvPr userDrawn="1"/>
          </p:nvSpPr>
          <p:spPr bwMode="ltGray">
            <a:xfrm>
              <a:off x="0" y="0"/>
              <a:ext cx="91440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3" name="White"/>
            <p:cNvSpPr/>
            <p:nvPr userDrawn="1"/>
          </p:nvSpPr>
          <p:spPr bwMode="ltGray">
            <a:xfrm>
              <a:off x="1" y="0"/>
              <a:ext cx="9143999" cy="6862298"/>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noProof="0">
                <a:solidFill>
                  <a:schemeClr val="bg1"/>
                </a:solidFill>
                <a:latin typeface="Arial" pitchFamily="34" charset="0"/>
                <a:cs typeface="Arial" pitchFamily="34" charset="0"/>
              </a:endParaRPr>
            </a:p>
          </p:txBody>
        </p:sp>
      </p:grpSp>
      <p:sp>
        <p:nvSpPr>
          <p:cNvPr id="19" name="Footer Placeholder"/>
          <p:cNvSpPr>
            <a:spLocks noGrp="1"/>
          </p:cNvSpPr>
          <p:nvPr>
            <p:ph type="ftr" sz="quarter" idx="3"/>
          </p:nvPr>
        </p:nvSpPr>
        <p:spPr bwMode="gray">
          <a:xfrm>
            <a:off x="450000" y="6416676"/>
            <a:ext cx="5646000" cy="441325"/>
          </a:xfrm>
          <a:prstGeom prst="rect">
            <a:avLst/>
          </a:prstGeom>
        </p:spPr>
        <p:txBody>
          <a:bodyPr vert="horz" lIns="0" tIns="36000" rIns="91440" bIns="36000" rtlCol="0" anchor="ctr"/>
          <a:lstStyle>
            <a:lvl1pPr algn="l">
              <a:defRPr sz="1100">
                <a:solidFill>
                  <a:schemeClr val="accent1"/>
                </a:solidFill>
                <a:latin typeface="Arial" pitchFamily="34" charset="0"/>
                <a:cs typeface="Arial" pitchFamily="34" charset="0"/>
              </a:defRPr>
            </a:lvl1pPr>
          </a:lstStyle>
          <a:p>
            <a:r>
              <a:rPr lang="en-US" noProof="0"/>
              <a:t>Footer text</a:t>
            </a:r>
          </a:p>
        </p:txBody>
      </p:sp>
      <p:sp>
        <p:nvSpPr>
          <p:cNvPr id="20" name="Slide Number Placeholder"/>
          <p:cNvSpPr>
            <a:spLocks noGrp="1"/>
          </p:cNvSpPr>
          <p:nvPr>
            <p:ph type="sldNum" sz="quarter" idx="4"/>
          </p:nvPr>
        </p:nvSpPr>
        <p:spPr bwMode="gray">
          <a:xfrm>
            <a:off x="0" y="6416676"/>
            <a:ext cx="450000" cy="441325"/>
          </a:xfrm>
          <a:prstGeom prst="rect">
            <a:avLst/>
          </a:prstGeom>
        </p:spPr>
        <p:txBody>
          <a:bodyPr vert="horz" lIns="0" tIns="45720" rIns="90000" bIns="45720" rtlCol="0" anchor="ctr"/>
          <a:lstStyle>
            <a:lvl1pPr algn="r">
              <a:defRPr sz="1100">
                <a:solidFill>
                  <a:schemeClr val="accent1"/>
                </a:solidFill>
                <a:latin typeface="Arial" pitchFamily="34" charset="0"/>
                <a:cs typeface="Arial" pitchFamily="34" charset="0"/>
              </a:defRPr>
            </a:lvl1pPr>
          </a:lstStyle>
          <a:p>
            <a:fld id="{A930EF64-91C9-4EBD-82F9-3643AB15A28C}" type="slidenum">
              <a:rPr lang="en-US" noProof="0" smtClean="0"/>
              <a:pPr/>
              <a:t>‹#›</a:t>
            </a:fld>
            <a:endParaRPr lang="en-US" noProof="0"/>
          </a:p>
        </p:txBody>
      </p:sp>
      <p:sp>
        <p:nvSpPr>
          <p:cNvPr id="18" name="Text Placeholder"/>
          <p:cNvSpPr>
            <a:spLocks noGrp="1"/>
          </p:cNvSpPr>
          <p:nvPr>
            <p:ph type="body" idx="1"/>
          </p:nvPr>
        </p:nvSpPr>
        <p:spPr bwMode="gray">
          <a:xfrm>
            <a:off x="2" y="1090801"/>
            <a:ext cx="12191999" cy="5330171"/>
          </a:xfrm>
          <a:prstGeom prst="rect">
            <a:avLst/>
          </a:prstGeom>
        </p:spPr>
        <p:txBody>
          <a:bodyPr vert="horz" lIns="450000" tIns="190800" rIns="91440" bIns="45720" rtlCol="0">
            <a:noAutofit/>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r>
              <a:rPr lang="en-US" noProof="0" dirty="0"/>
              <a:t>Eighth level</a:t>
            </a:r>
          </a:p>
          <a:p>
            <a:pPr lvl="8"/>
            <a:r>
              <a:rPr lang="en-US" noProof="0" dirty="0"/>
              <a:t>Ninth level</a:t>
            </a:r>
          </a:p>
        </p:txBody>
      </p:sp>
      <p:sp>
        <p:nvSpPr>
          <p:cNvPr id="2" name="Title"/>
          <p:cNvSpPr>
            <a:spLocks noGrp="1"/>
          </p:cNvSpPr>
          <p:nvPr>
            <p:ph type="title"/>
          </p:nvPr>
        </p:nvSpPr>
        <p:spPr bwMode="white">
          <a:xfrm>
            <a:off x="-1" y="111600"/>
            <a:ext cx="10137600" cy="629367"/>
          </a:xfrm>
          <a:prstGeom prst="rect">
            <a:avLst/>
          </a:prstGeom>
        </p:spPr>
        <p:txBody>
          <a:bodyPr vert="horz" wrap="square" lIns="450000" tIns="144000" rIns="90000" bIns="144000" rtlCol="0" anchor="t" anchorCtr="0">
            <a:spAutoFit/>
          </a:bodyPr>
          <a:lstStyle/>
          <a:p>
            <a:r>
              <a:rPr lang="en-US" noProof="0" dirty="0"/>
              <a:t>Click to add title</a:t>
            </a:r>
          </a:p>
        </p:txBody>
      </p:sp>
      <p:pic>
        <p:nvPicPr>
          <p:cNvPr id="10" name="Logo"/>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10531993" y="602129"/>
            <a:ext cx="1256088" cy="342306"/>
          </a:xfrm>
          <a:prstGeom prst="rect">
            <a:avLst/>
          </a:prstGeom>
        </p:spPr>
      </p:pic>
    </p:spTree>
    <p:extLst>
      <p:ext uri="{BB962C8B-B14F-4D97-AF65-F5344CB8AC3E}">
        <p14:creationId xmlns:p14="http://schemas.microsoft.com/office/powerpoint/2010/main" val="3409542065"/>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 id="2147483857" r:id="rId12"/>
    <p:sldLayoutId id="2147483858" r:id="rId13"/>
    <p:sldLayoutId id="2147483859" r:id="rId14"/>
    <p:sldLayoutId id="2147483860" r:id="rId15"/>
    <p:sldLayoutId id="2147483861" r:id="rId16"/>
    <p:sldLayoutId id="2147483862" r:id="rId17"/>
    <p:sldLayoutId id="2147483863" r:id="rId18"/>
    <p:sldLayoutId id="2147483864" r:id="rId19"/>
    <p:sldLayoutId id="2147483865" r:id="rId20"/>
    <p:sldLayoutId id="2147483866" r:id="rId21"/>
    <p:sldLayoutId id="2147483867" r:id="rId22"/>
    <p:sldLayoutId id="2147483868" r:id="rId23"/>
    <p:sldLayoutId id="2147483869" r:id="rId24"/>
    <p:sldLayoutId id="2147483870" r:id="rId25"/>
    <p:sldLayoutId id="2147483871" r:id="rId26"/>
    <p:sldLayoutId id="2147483873" r:id="rId27"/>
    <p:sldLayoutId id="2147483874" r:id="rId28"/>
    <p:sldLayoutId id="2147483875" r:id="rId29"/>
  </p:sldLayoutIdLst>
  <p:hf sldNum="0" hdr="0" ftr="0" dt="0"/>
  <p:txStyles>
    <p:titleStyle>
      <a:lvl1pPr algn="l" defTabSz="914400" rtl="0" eaLnBrk="1" latinLnBrk="0" hangingPunct="1">
        <a:spcBef>
          <a:spcPct val="0"/>
        </a:spcBef>
        <a:buNone/>
        <a:defRPr sz="2200" b="1" kern="1200" baseline="0">
          <a:solidFill>
            <a:schemeClr val="tx1"/>
          </a:solidFill>
          <a:latin typeface="Arial" pitchFamily="34" charset="0"/>
          <a:ea typeface="+mj-ea"/>
          <a:cs typeface="Arial" pitchFamily="34" charset="0"/>
        </a:defRPr>
      </a:lvl1pPr>
    </p:titleStyle>
    <p:bodyStyle>
      <a:lvl1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2200" kern="1200" baseline="0">
          <a:solidFill>
            <a:schemeClr val="tx1"/>
          </a:solidFill>
          <a:latin typeface="+mj-lt"/>
          <a:ea typeface="+mn-ea"/>
          <a:cs typeface="Arial" pitchFamily="34" charset="0"/>
        </a:defRPr>
      </a:lvl1pPr>
      <a:lvl2pPr marL="6286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9842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3pPr>
      <a:lvl4pPr marL="1343025"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1700213"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5124" userDrawn="1">
          <p15:clr>
            <a:srgbClr val="F26B43"/>
          </p15:clr>
        </p15:guide>
        <p15:guide id="3" pos="6396" userDrawn="1">
          <p15:clr>
            <a:srgbClr val="F26B43"/>
          </p15:clr>
        </p15:guide>
        <p15:guide id="4" pos="2556" userDrawn="1">
          <p15:clr>
            <a:srgbClr val="F26B43"/>
          </p15:clr>
        </p15:guide>
        <p15:guide id="5" pos="1284" userDrawn="1">
          <p15:clr>
            <a:srgbClr val="F26B43"/>
          </p15:clr>
        </p15:guide>
        <p15:guide id="6" orient="horz" userDrawn="1">
          <p15:clr>
            <a:srgbClr val="F26B43"/>
          </p15:clr>
        </p15:guide>
        <p15:guide id="7" orient="horz" pos="1080" userDrawn="1">
          <p15:clr>
            <a:srgbClr val="F26B43"/>
          </p15:clr>
        </p15:guide>
        <p15:guide id="8" orient="horz" pos="2160" userDrawn="1">
          <p15:clr>
            <a:srgbClr val="F26B43"/>
          </p15:clr>
        </p15:guide>
        <p15:guide id="9" orient="horz" pos="32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Beckhoff-USA-Community/SPT-Libraries" TargetMode="External"/><Relationship Id="rId2" Type="http://schemas.openxmlformats.org/officeDocument/2006/relationships/hyperlink" Target="https://github.com/Beckhoff-USA-Community" TargetMode="External"/><Relationship Id="rId1" Type="http://schemas.openxmlformats.org/officeDocument/2006/relationships/slideLayout" Target="../slideLayouts/slideLayout6.xml"/><Relationship Id="rId5" Type="http://schemas.openxmlformats.org/officeDocument/2006/relationships/hyperlink" Target="https://github.com/Beckhoff-USA-Community/PackML_HMI_Example" TargetMode="External"/><Relationship Id="rId4" Type="http://schemas.openxmlformats.org/officeDocument/2006/relationships/hyperlink" Target="https://github.com/Beckhoff-USA-Community/PackML_PLC_Exampl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Special Projects Team</a:t>
            </a:r>
          </a:p>
        </p:txBody>
      </p:sp>
    </p:spTree>
    <p:extLst>
      <p:ext uri="{BB962C8B-B14F-4D97-AF65-F5344CB8AC3E}">
        <p14:creationId xmlns:p14="http://schemas.microsoft.com/office/powerpoint/2010/main" val="1245627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E22759FE-05B5-40EE-AF1A-2BB25E5F3CAB}"/>
              </a:ext>
            </a:extLst>
          </p:cNvPr>
          <p:cNvSpPr>
            <a:spLocks noGrp="1"/>
          </p:cNvSpPr>
          <p:nvPr>
            <p:ph type="body" sz="quarter" idx="15"/>
          </p:nvPr>
        </p:nvSpPr>
        <p:spPr/>
        <p:txBody>
          <a:bodyPr/>
          <a:lstStyle/>
          <a:p>
            <a:pPr marL="342900" indent="-342900">
              <a:buFont typeface="Wingdings" panose="05000000000000000000" pitchFamily="2" charset="2"/>
              <a:buChar char="§"/>
            </a:pPr>
            <a:r>
              <a:rPr lang="de-DE" dirty="0"/>
              <a:t>Special Projects Team</a:t>
            </a:r>
          </a:p>
          <a:p>
            <a:pPr marL="342900" indent="-342900">
              <a:buFont typeface="Wingdings" panose="05000000000000000000" pitchFamily="2" charset="2"/>
              <a:buChar char="§"/>
            </a:pPr>
            <a:r>
              <a:rPr lang="de-DE" dirty="0"/>
              <a:t>PackML</a:t>
            </a:r>
          </a:p>
          <a:p>
            <a:pPr marL="342900" indent="-342900">
              <a:buFont typeface="Wingdings" panose="05000000000000000000" pitchFamily="2" charset="2"/>
              <a:buChar char="§"/>
            </a:pPr>
            <a:r>
              <a:rPr lang="de-DE" dirty="0"/>
              <a:t>SPT Framework</a:t>
            </a:r>
          </a:p>
          <a:p>
            <a:pPr marL="342900" indent="-342900">
              <a:buFont typeface="Wingdings" panose="05000000000000000000" pitchFamily="2" charset="2"/>
              <a:buChar char="§"/>
            </a:pPr>
            <a:r>
              <a:rPr lang="de-DE" dirty="0"/>
              <a:t>Github.com</a:t>
            </a:r>
          </a:p>
          <a:p>
            <a:pPr marL="342900" indent="-342900">
              <a:buFont typeface="Arial" panose="020B0604020202020204" pitchFamily="34" charset="0"/>
              <a:buChar char="•"/>
            </a:pPr>
            <a:endParaRPr lang="de-DE" dirty="0"/>
          </a:p>
        </p:txBody>
      </p:sp>
      <p:sp>
        <p:nvSpPr>
          <p:cNvPr id="4" name="Titel 3">
            <a:extLst>
              <a:ext uri="{FF2B5EF4-FFF2-40B4-BE49-F238E27FC236}">
                <a16:creationId xmlns:a16="http://schemas.microsoft.com/office/drawing/2014/main" id="{85C43D63-1684-48D6-B146-83DF6BE8FF68}"/>
              </a:ext>
            </a:extLst>
          </p:cNvPr>
          <p:cNvSpPr>
            <a:spLocks noGrp="1"/>
          </p:cNvSpPr>
          <p:nvPr>
            <p:ph type="title"/>
          </p:nvPr>
        </p:nvSpPr>
        <p:spPr/>
        <p:txBody>
          <a:bodyPr/>
          <a:lstStyle/>
          <a:p>
            <a:r>
              <a:rPr lang="de-DE" dirty="0"/>
              <a:t>Overview</a:t>
            </a:r>
          </a:p>
        </p:txBody>
      </p:sp>
    </p:spTree>
    <p:extLst>
      <p:ext uri="{BB962C8B-B14F-4D97-AF65-F5344CB8AC3E}">
        <p14:creationId xmlns:p14="http://schemas.microsoft.com/office/powerpoint/2010/main" val="1126719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B2CAAB8-257D-1FDA-FCB8-4C123922EDD1}"/>
              </a:ext>
            </a:extLst>
          </p:cNvPr>
          <p:cNvSpPr>
            <a:spLocks noGrp="1"/>
          </p:cNvSpPr>
          <p:nvPr>
            <p:ph type="body" sz="quarter" idx="15"/>
          </p:nvPr>
        </p:nvSpPr>
        <p:spPr/>
        <p:txBody>
          <a:bodyPr/>
          <a:lstStyle/>
          <a:p>
            <a:pPr>
              <a:buFont typeface="Wingdings" panose="05000000000000000000" pitchFamily="2" charset="2"/>
              <a:buChar char="§"/>
            </a:pPr>
            <a:r>
              <a:rPr lang="en-US" dirty="0"/>
              <a:t>Formed in 2021</a:t>
            </a:r>
          </a:p>
          <a:p>
            <a:pPr>
              <a:buFont typeface="Wingdings" panose="05000000000000000000" pitchFamily="2" charset="2"/>
              <a:buChar char="§"/>
            </a:pPr>
            <a:r>
              <a:rPr lang="en-US" dirty="0"/>
              <a:t>To formalize and control projects that Beckhoff takes on</a:t>
            </a:r>
          </a:p>
          <a:p>
            <a:pPr>
              <a:buFont typeface="Wingdings" panose="05000000000000000000" pitchFamily="2" charset="2"/>
              <a:buChar char="§"/>
            </a:pPr>
            <a:r>
              <a:rPr lang="en-US" dirty="0"/>
              <a:t>To develop, formalize and control the tools and framework for </a:t>
            </a:r>
            <a:r>
              <a:rPr lang="en-US" dirty="0" err="1"/>
              <a:t>TwinCAT</a:t>
            </a:r>
            <a:r>
              <a:rPr lang="en-US" dirty="0"/>
              <a:t> programming in various industries</a:t>
            </a:r>
          </a:p>
          <a:p>
            <a:pPr>
              <a:buFont typeface="Wingdings" panose="05000000000000000000" pitchFamily="2" charset="2"/>
              <a:buChar char="§"/>
            </a:pPr>
            <a:r>
              <a:rPr lang="en-US" dirty="0"/>
              <a:t>Implement good coding practice and framework on customer machines</a:t>
            </a:r>
          </a:p>
          <a:p>
            <a:endParaRPr lang="en-US" dirty="0"/>
          </a:p>
        </p:txBody>
      </p:sp>
      <p:sp>
        <p:nvSpPr>
          <p:cNvPr id="3" name="Title 2">
            <a:extLst>
              <a:ext uri="{FF2B5EF4-FFF2-40B4-BE49-F238E27FC236}">
                <a16:creationId xmlns:a16="http://schemas.microsoft.com/office/drawing/2014/main" id="{5EE65AFF-9AD1-546A-D006-9D27E8506622}"/>
              </a:ext>
            </a:extLst>
          </p:cNvPr>
          <p:cNvSpPr>
            <a:spLocks noGrp="1"/>
          </p:cNvSpPr>
          <p:nvPr>
            <p:ph type="title"/>
          </p:nvPr>
        </p:nvSpPr>
        <p:spPr/>
        <p:txBody>
          <a:bodyPr/>
          <a:lstStyle/>
          <a:p>
            <a:r>
              <a:rPr lang="en-US" dirty="0"/>
              <a:t>SPT Team Background</a:t>
            </a:r>
          </a:p>
        </p:txBody>
      </p:sp>
    </p:spTree>
    <p:extLst>
      <p:ext uri="{BB962C8B-B14F-4D97-AF65-F5344CB8AC3E}">
        <p14:creationId xmlns:p14="http://schemas.microsoft.com/office/powerpoint/2010/main" val="2467691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E22759FE-05B5-40EE-AF1A-2BB25E5F3CAB}"/>
              </a:ext>
            </a:extLst>
          </p:cNvPr>
          <p:cNvSpPr>
            <a:spLocks noGrp="1"/>
          </p:cNvSpPr>
          <p:nvPr>
            <p:ph type="body" sz="quarter" idx="15"/>
          </p:nvPr>
        </p:nvSpPr>
        <p:spPr/>
        <p:txBody>
          <a:bodyPr/>
          <a:lstStyle/>
          <a:p>
            <a:pPr marL="0" indent="0">
              <a:buNone/>
            </a:pPr>
            <a:r>
              <a:rPr lang="de-DE" sz="2800" b="1" dirty="0"/>
              <a:t>What We Provide....</a:t>
            </a:r>
          </a:p>
          <a:p>
            <a:pPr marL="342900" indent="-342900">
              <a:buFont typeface="Wingdings" panose="05000000000000000000" pitchFamily="2" charset="2"/>
              <a:buChar char="§"/>
            </a:pPr>
            <a:r>
              <a:rPr lang="en-US" sz="2000" dirty="0"/>
              <a:t>9 highly experienced software engineers who are very familiar with the use and application of Beckhoff products. (150 years of cumulative experience).</a:t>
            </a:r>
          </a:p>
          <a:p>
            <a:pPr marL="342900" indent="-342900">
              <a:buFont typeface="Wingdings" panose="05000000000000000000" pitchFamily="2" charset="2"/>
              <a:buChar char="§"/>
            </a:pPr>
            <a:r>
              <a:rPr lang="en-US" sz="2000" dirty="0"/>
              <a:t>Help Establish requirement specification</a:t>
            </a:r>
          </a:p>
          <a:p>
            <a:pPr marL="342900" indent="-342900">
              <a:buFont typeface="Wingdings" panose="05000000000000000000" pitchFamily="2" charset="2"/>
              <a:buChar char="§"/>
            </a:pPr>
            <a:r>
              <a:rPr lang="en-US" sz="2000" dirty="0"/>
              <a:t>On the job technical training of software development and hardware</a:t>
            </a:r>
          </a:p>
          <a:p>
            <a:pPr marL="342900" indent="-342900">
              <a:buFont typeface="Wingdings" panose="05000000000000000000" pitchFamily="2" charset="2"/>
              <a:buChar char="§"/>
            </a:pPr>
            <a:r>
              <a:rPr lang="en-US" sz="2000" dirty="0"/>
              <a:t>Supporting documentation</a:t>
            </a:r>
          </a:p>
          <a:p>
            <a:pPr marL="342900" indent="-342900">
              <a:buFont typeface="Wingdings" panose="05000000000000000000" pitchFamily="2" charset="2"/>
              <a:buChar char="§"/>
            </a:pPr>
            <a:r>
              <a:rPr lang="en-US" sz="2000" dirty="0"/>
              <a:t>Sign off acceptance</a:t>
            </a:r>
          </a:p>
          <a:p>
            <a:pPr marL="342900" indent="-342900">
              <a:buFont typeface="Wingdings" panose="05000000000000000000" pitchFamily="2" charset="2"/>
              <a:buChar char="§"/>
            </a:pPr>
            <a:r>
              <a:rPr lang="en-US" sz="2000" dirty="0"/>
              <a:t>Controlled and collaborative software &amp; documentation repository (Azure DevOps)</a:t>
            </a:r>
          </a:p>
          <a:p>
            <a:pPr marL="342900" indent="-342900">
              <a:buFont typeface="Wingdings" panose="05000000000000000000" pitchFamily="2" charset="2"/>
              <a:buChar char="§"/>
            </a:pPr>
            <a:r>
              <a:rPr lang="en-US" sz="2000" dirty="0"/>
              <a:t>Work with local Application Engineers to fulfill requirements</a:t>
            </a:r>
          </a:p>
          <a:p>
            <a:pPr marL="342900" indent="-342900">
              <a:buFont typeface="Wingdings" panose="05000000000000000000" pitchFamily="2" charset="2"/>
              <a:buChar char="§"/>
            </a:pPr>
            <a:r>
              <a:rPr lang="en-US" sz="2000" dirty="0"/>
              <a:t>Framework to build applications</a:t>
            </a:r>
          </a:p>
          <a:p>
            <a:pPr>
              <a:buFont typeface="Arial" panose="020B0604020202020204" pitchFamily="34" charset="0"/>
              <a:buChar char="•"/>
            </a:pPr>
            <a:endParaRPr lang="en-US" sz="2000" dirty="0"/>
          </a:p>
        </p:txBody>
      </p:sp>
      <p:sp>
        <p:nvSpPr>
          <p:cNvPr id="4" name="Titel 3">
            <a:extLst>
              <a:ext uri="{FF2B5EF4-FFF2-40B4-BE49-F238E27FC236}">
                <a16:creationId xmlns:a16="http://schemas.microsoft.com/office/drawing/2014/main" id="{85C43D63-1684-48D6-B146-83DF6BE8FF68}"/>
              </a:ext>
            </a:extLst>
          </p:cNvPr>
          <p:cNvSpPr>
            <a:spLocks noGrp="1"/>
          </p:cNvSpPr>
          <p:nvPr>
            <p:ph type="title"/>
          </p:nvPr>
        </p:nvSpPr>
        <p:spPr/>
        <p:txBody>
          <a:bodyPr/>
          <a:lstStyle/>
          <a:p>
            <a:r>
              <a:rPr lang="de-DE" dirty="0"/>
              <a:t>SPT Group</a:t>
            </a:r>
          </a:p>
        </p:txBody>
      </p:sp>
    </p:spTree>
    <p:extLst>
      <p:ext uri="{BB962C8B-B14F-4D97-AF65-F5344CB8AC3E}">
        <p14:creationId xmlns:p14="http://schemas.microsoft.com/office/powerpoint/2010/main" val="1707746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DEB88C1-5219-893F-52B7-1099B5E7B353}"/>
              </a:ext>
            </a:extLst>
          </p:cNvPr>
          <p:cNvSpPr>
            <a:spLocks noGrp="1"/>
          </p:cNvSpPr>
          <p:nvPr>
            <p:ph type="body" sz="quarter" idx="15"/>
          </p:nvPr>
        </p:nvSpPr>
        <p:spPr/>
        <p:txBody>
          <a:bodyPr/>
          <a:lstStyle/>
          <a:p>
            <a:r>
              <a:rPr lang="en-US" dirty="0"/>
              <a:t>What is </a:t>
            </a:r>
            <a:r>
              <a:rPr lang="en-US" dirty="0" err="1"/>
              <a:t>PackML</a:t>
            </a:r>
            <a:r>
              <a:rPr lang="en-US" dirty="0"/>
              <a:t>?</a:t>
            </a:r>
          </a:p>
          <a:p>
            <a:endParaRPr lang="en-US" dirty="0"/>
          </a:p>
          <a:p>
            <a:endParaRPr lang="en-US" dirty="0"/>
          </a:p>
          <a:p>
            <a:endParaRPr lang="en-US" dirty="0"/>
          </a:p>
          <a:p>
            <a:r>
              <a:rPr lang="en-US" dirty="0"/>
              <a:t>Benefits of </a:t>
            </a:r>
            <a:r>
              <a:rPr lang="en-US" dirty="0" err="1"/>
              <a:t>PackML</a:t>
            </a:r>
            <a:endParaRPr lang="en-US" dirty="0"/>
          </a:p>
          <a:p>
            <a:endParaRPr lang="en-US" dirty="0"/>
          </a:p>
          <a:p>
            <a:endParaRPr lang="en-US" dirty="0"/>
          </a:p>
        </p:txBody>
      </p:sp>
      <p:sp>
        <p:nvSpPr>
          <p:cNvPr id="3" name="Title 2">
            <a:extLst>
              <a:ext uri="{FF2B5EF4-FFF2-40B4-BE49-F238E27FC236}">
                <a16:creationId xmlns:a16="http://schemas.microsoft.com/office/drawing/2014/main" id="{EC85957D-C925-9642-88B4-34186FEC7B0D}"/>
              </a:ext>
            </a:extLst>
          </p:cNvPr>
          <p:cNvSpPr>
            <a:spLocks noGrp="1"/>
          </p:cNvSpPr>
          <p:nvPr>
            <p:ph type="title"/>
          </p:nvPr>
        </p:nvSpPr>
        <p:spPr/>
        <p:txBody>
          <a:bodyPr/>
          <a:lstStyle/>
          <a:p>
            <a:r>
              <a:rPr lang="en-US" dirty="0" err="1"/>
              <a:t>PackML</a:t>
            </a:r>
            <a:r>
              <a:rPr lang="en-US" dirty="0"/>
              <a:t> - OMAC</a:t>
            </a:r>
          </a:p>
        </p:txBody>
      </p:sp>
      <p:pic>
        <p:nvPicPr>
          <p:cNvPr id="5" name="Picture 4">
            <a:extLst>
              <a:ext uri="{FF2B5EF4-FFF2-40B4-BE49-F238E27FC236}">
                <a16:creationId xmlns:a16="http://schemas.microsoft.com/office/drawing/2014/main" id="{283083AF-2F56-2E72-4EFC-D0D4FB8FBF68}"/>
              </a:ext>
            </a:extLst>
          </p:cNvPr>
          <p:cNvPicPr>
            <a:picLocks noChangeAspect="1"/>
          </p:cNvPicPr>
          <p:nvPr/>
        </p:nvPicPr>
        <p:blipFill>
          <a:blip r:embed="rId2"/>
          <a:stretch>
            <a:fillRect/>
          </a:stretch>
        </p:blipFill>
        <p:spPr>
          <a:xfrm>
            <a:off x="609599" y="1600200"/>
            <a:ext cx="10836089" cy="762000"/>
          </a:xfrm>
          <a:prstGeom prst="rect">
            <a:avLst/>
          </a:prstGeom>
        </p:spPr>
      </p:pic>
      <p:pic>
        <p:nvPicPr>
          <p:cNvPr id="7" name="Picture 6">
            <a:extLst>
              <a:ext uri="{FF2B5EF4-FFF2-40B4-BE49-F238E27FC236}">
                <a16:creationId xmlns:a16="http://schemas.microsoft.com/office/drawing/2014/main" id="{7F32AC20-7F07-00C9-762D-BA4C31E01ADE}"/>
              </a:ext>
            </a:extLst>
          </p:cNvPr>
          <p:cNvPicPr>
            <a:picLocks noChangeAspect="1"/>
          </p:cNvPicPr>
          <p:nvPr/>
        </p:nvPicPr>
        <p:blipFill>
          <a:blip r:embed="rId3"/>
          <a:stretch>
            <a:fillRect/>
          </a:stretch>
        </p:blipFill>
        <p:spPr>
          <a:xfrm>
            <a:off x="609599" y="3276600"/>
            <a:ext cx="10735732" cy="3048000"/>
          </a:xfrm>
          <a:prstGeom prst="rect">
            <a:avLst/>
          </a:prstGeom>
        </p:spPr>
      </p:pic>
    </p:spTree>
    <p:extLst>
      <p:ext uri="{BB962C8B-B14F-4D97-AF65-F5344CB8AC3E}">
        <p14:creationId xmlns:p14="http://schemas.microsoft.com/office/powerpoint/2010/main" val="3705085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3FB4E9CE-D5CF-46E4-8837-8C0036DE0C8A}"/>
              </a:ext>
            </a:extLst>
          </p:cNvPr>
          <p:cNvSpPr>
            <a:spLocks noGrp="1"/>
          </p:cNvSpPr>
          <p:nvPr>
            <p:ph type="body" sz="quarter" idx="15"/>
          </p:nvPr>
        </p:nvSpPr>
        <p:spPr/>
        <p:txBody>
          <a:bodyPr/>
          <a:lstStyle/>
          <a:p>
            <a:r>
              <a:rPr lang="en-US" dirty="0"/>
              <a:t>3 major topics in </a:t>
            </a:r>
            <a:r>
              <a:rPr lang="en-US" dirty="0" err="1"/>
              <a:t>PackML</a:t>
            </a:r>
            <a:endParaRPr lang="en-US" dirty="0"/>
          </a:p>
          <a:p>
            <a:pPr lvl="1"/>
            <a:r>
              <a:rPr lang="en-US" dirty="0"/>
              <a:t>State Engine – Run Machine and Equipment Modules </a:t>
            </a:r>
          </a:p>
          <a:p>
            <a:pPr lvl="1"/>
            <a:r>
              <a:rPr lang="en-US" dirty="0" err="1"/>
              <a:t>PackTags</a:t>
            </a:r>
            <a:r>
              <a:rPr lang="en-US" dirty="0"/>
              <a:t> – Communication to outside</a:t>
            </a:r>
          </a:p>
          <a:p>
            <a:pPr lvl="1"/>
            <a:r>
              <a:rPr lang="en-US" dirty="0"/>
              <a:t>Programming Methodology</a:t>
            </a:r>
          </a:p>
          <a:p>
            <a:pPr lvl="2"/>
            <a:r>
              <a:rPr lang="en-US" dirty="0"/>
              <a:t>Machine Module / Equipment module / Component</a:t>
            </a:r>
          </a:p>
          <a:p>
            <a:endParaRPr lang="en-US" dirty="0"/>
          </a:p>
          <a:p>
            <a:pPr lvl="1"/>
            <a:endParaRPr lang="en-US" dirty="0"/>
          </a:p>
          <a:p>
            <a:endParaRPr lang="de-DE" dirty="0"/>
          </a:p>
        </p:txBody>
      </p:sp>
      <p:sp>
        <p:nvSpPr>
          <p:cNvPr id="4" name="Titel 3">
            <a:extLst>
              <a:ext uri="{FF2B5EF4-FFF2-40B4-BE49-F238E27FC236}">
                <a16:creationId xmlns:a16="http://schemas.microsoft.com/office/drawing/2014/main" id="{062490FF-402D-436D-9837-39A2AAFA650C}"/>
              </a:ext>
            </a:extLst>
          </p:cNvPr>
          <p:cNvSpPr>
            <a:spLocks noGrp="1"/>
          </p:cNvSpPr>
          <p:nvPr>
            <p:ph type="title"/>
          </p:nvPr>
        </p:nvSpPr>
        <p:spPr/>
        <p:txBody>
          <a:bodyPr/>
          <a:lstStyle/>
          <a:p>
            <a:r>
              <a:rPr lang="de-DE" dirty="0"/>
              <a:t>PackML – Our View</a:t>
            </a:r>
          </a:p>
        </p:txBody>
      </p:sp>
    </p:spTree>
    <p:extLst>
      <p:ext uri="{BB962C8B-B14F-4D97-AF65-F5344CB8AC3E}">
        <p14:creationId xmlns:p14="http://schemas.microsoft.com/office/powerpoint/2010/main" val="1685937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CE1FA38-FD48-C377-7104-7688A73856EC}"/>
              </a:ext>
            </a:extLst>
          </p:cNvPr>
          <p:cNvSpPr>
            <a:spLocks noGrp="1"/>
          </p:cNvSpPr>
          <p:nvPr>
            <p:ph type="body" sz="quarter" idx="15"/>
          </p:nvPr>
        </p:nvSpPr>
        <p:spPr>
          <a:xfrm>
            <a:off x="2" y="1090800"/>
            <a:ext cx="5791198" cy="5331600"/>
          </a:xfrm>
        </p:spPr>
        <p:txBody>
          <a:bodyPr/>
          <a:lstStyle/>
          <a:p>
            <a:r>
              <a:rPr lang="en-US" dirty="0"/>
              <a:t>17 States</a:t>
            </a:r>
          </a:p>
          <a:p>
            <a:r>
              <a:rPr lang="en-US" dirty="0"/>
              <a:t>32 modes</a:t>
            </a:r>
          </a:p>
          <a:p>
            <a:r>
              <a:rPr lang="en-US" dirty="0"/>
              <a:t>All configurable</a:t>
            </a:r>
          </a:p>
          <a:p>
            <a:pPr lvl="1"/>
            <a:r>
              <a:rPr lang="en-US" dirty="0"/>
              <a:t>Can use as little as one mode and 5 states</a:t>
            </a:r>
          </a:p>
          <a:p>
            <a:pPr lvl="1"/>
            <a:endParaRPr lang="en-US" dirty="0"/>
          </a:p>
          <a:p>
            <a:pPr lvl="1"/>
            <a:endParaRPr lang="en-US" dirty="0"/>
          </a:p>
          <a:p>
            <a:r>
              <a:rPr lang="en-US" dirty="0"/>
              <a:t>We support the use of all modes and states</a:t>
            </a:r>
          </a:p>
        </p:txBody>
      </p:sp>
      <p:sp>
        <p:nvSpPr>
          <p:cNvPr id="3" name="Title 2">
            <a:extLst>
              <a:ext uri="{FF2B5EF4-FFF2-40B4-BE49-F238E27FC236}">
                <a16:creationId xmlns:a16="http://schemas.microsoft.com/office/drawing/2014/main" id="{FD6410A2-D229-27DC-95C6-80AFE8394F82}"/>
              </a:ext>
            </a:extLst>
          </p:cNvPr>
          <p:cNvSpPr>
            <a:spLocks noGrp="1"/>
          </p:cNvSpPr>
          <p:nvPr>
            <p:ph type="title"/>
          </p:nvPr>
        </p:nvSpPr>
        <p:spPr/>
        <p:txBody>
          <a:bodyPr/>
          <a:lstStyle/>
          <a:p>
            <a:r>
              <a:rPr lang="en-US" dirty="0" err="1"/>
              <a:t>PackML</a:t>
            </a:r>
            <a:r>
              <a:rPr lang="en-US" dirty="0"/>
              <a:t> State Engine</a:t>
            </a:r>
          </a:p>
        </p:txBody>
      </p:sp>
      <p:pic>
        <p:nvPicPr>
          <p:cNvPr id="4" name="Picture 3">
            <a:extLst>
              <a:ext uri="{FF2B5EF4-FFF2-40B4-BE49-F238E27FC236}">
                <a16:creationId xmlns:a16="http://schemas.microsoft.com/office/drawing/2014/main" id="{327AD6F3-BF7D-250B-F5ED-442420488F1E}"/>
              </a:ext>
            </a:extLst>
          </p:cNvPr>
          <p:cNvPicPr>
            <a:picLocks noChangeAspect="1"/>
          </p:cNvPicPr>
          <p:nvPr/>
        </p:nvPicPr>
        <p:blipFill>
          <a:blip r:embed="rId2"/>
          <a:stretch>
            <a:fillRect/>
          </a:stretch>
        </p:blipFill>
        <p:spPr>
          <a:xfrm>
            <a:off x="5791200" y="1524000"/>
            <a:ext cx="5905500" cy="4392521"/>
          </a:xfrm>
          <a:prstGeom prst="rect">
            <a:avLst/>
          </a:prstGeom>
        </p:spPr>
      </p:pic>
    </p:spTree>
    <p:extLst>
      <p:ext uri="{BB962C8B-B14F-4D97-AF65-F5344CB8AC3E}">
        <p14:creationId xmlns:p14="http://schemas.microsoft.com/office/powerpoint/2010/main" val="3077090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0E0CD2-BBFC-3248-8B0C-88A078B5AA9F}"/>
              </a:ext>
            </a:extLst>
          </p:cNvPr>
          <p:cNvSpPr>
            <a:spLocks noGrp="1"/>
          </p:cNvSpPr>
          <p:nvPr>
            <p:ph type="body" sz="quarter" idx="15"/>
          </p:nvPr>
        </p:nvSpPr>
        <p:spPr>
          <a:xfrm>
            <a:off x="2" y="1090799"/>
            <a:ext cx="11125197" cy="5331600"/>
          </a:xfrm>
        </p:spPr>
        <p:txBody>
          <a:bodyPr/>
          <a:lstStyle/>
          <a:p>
            <a:r>
              <a:rPr lang="en-US" dirty="0"/>
              <a:t>Tags define how the program communicates with other machines and higher-level control systems</a:t>
            </a:r>
          </a:p>
          <a:p>
            <a:r>
              <a:rPr lang="en-US" dirty="0"/>
              <a:t>3 Types of tags</a:t>
            </a:r>
          </a:p>
          <a:p>
            <a:pPr lvl="1"/>
            <a:r>
              <a:rPr lang="en-US" dirty="0"/>
              <a:t>Command – Used by the machine to make a change from outside</a:t>
            </a:r>
          </a:p>
          <a:p>
            <a:pPr lvl="1"/>
            <a:r>
              <a:rPr lang="en-US" dirty="0"/>
              <a:t>Status – Written by machine to be used elsewhere</a:t>
            </a:r>
          </a:p>
          <a:p>
            <a:pPr lvl="2"/>
            <a:r>
              <a:rPr lang="en-US" dirty="0"/>
              <a:t>Current State, Current Mode, etc..</a:t>
            </a:r>
          </a:p>
          <a:p>
            <a:pPr lvl="1"/>
            <a:r>
              <a:rPr lang="en-US" dirty="0"/>
              <a:t>Admin – Used for analysis, operator information and units produced</a:t>
            </a:r>
          </a:p>
          <a:p>
            <a:pPr lvl="2"/>
            <a:r>
              <a:rPr lang="en-US" dirty="0"/>
              <a:t>Data needed for OEE – State Times, products produced, defective, </a:t>
            </a:r>
            <a:r>
              <a:rPr lang="en-US" dirty="0" err="1"/>
              <a:t>etc</a:t>
            </a:r>
            <a:r>
              <a:rPr lang="en-US" dirty="0"/>
              <a:t>… </a:t>
            </a:r>
          </a:p>
          <a:p>
            <a:pPr lvl="2"/>
            <a:r>
              <a:rPr lang="en-US" dirty="0"/>
              <a:t>Stop Reason, Last 10 Alarms</a:t>
            </a:r>
          </a:p>
        </p:txBody>
      </p:sp>
      <p:sp>
        <p:nvSpPr>
          <p:cNvPr id="3" name="Title 2">
            <a:extLst>
              <a:ext uri="{FF2B5EF4-FFF2-40B4-BE49-F238E27FC236}">
                <a16:creationId xmlns:a16="http://schemas.microsoft.com/office/drawing/2014/main" id="{995D3C8A-E03C-BE80-E4A8-4A7650C401CE}"/>
              </a:ext>
            </a:extLst>
          </p:cNvPr>
          <p:cNvSpPr>
            <a:spLocks noGrp="1"/>
          </p:cNvSpPr>
          <p:nvPr>
            <p:ph type="title"/>
          </p:nvPr>
        </p:nvSpPr>
        <p:spPr/>
        <p:txBody>
          <a:bodyPr/>
          <a:lstStyle/>
          <a:p>
            <a:r>
              <a:rPr lang="en-US" dirty="0" err="1"/>
              <a:t>PackML</a:t>
            </a:r>
            <a:r>
              <a:rPr lang="en-US" dirty="0"/>
              <a:t> </a:t>
            </a:r>
            <a:r>
              <a:rPr lang="en-US" dirty="0" err="1"/>
              <a:t>PackTags</a:t>
            </a:r>
            <a:endParaRPr lang="en-US" dirty="0"/>
          </a:p>
        </p:txBody>
      </p:sp>
    </p:spTree>
    <p:extLst>
      <p:ext uri="{BB962C8B-B14F-4D97-AF65-F5344CB8AC3E}">
        <p14:creationId xmlns:p14="http://schemas.microsoft.com/office/powerpoint/2010/main" val="461466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6DDC9104-C490-FA4C-8C81-348649FDCB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5770" y="1600200"/>
            <a:ext cx="5430712" cy="3657600"/>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0AD9E45D-9B13-61D3-5B96-F15460553E06}"/>
              </a:ext>
            </a:extLst>
          </p:cNvPr>
          <p:cNvSpPr>
            <a:spLocks noGrp="1"/>
          </p:cNvSpPr>
          <p:nvPr>
            <p:ph type="body" sz="quarter" idx="15"/>
          </p:nvPr>
        </p:nvSpPr>
        <p:spPr>
          <a:xfrm>
            <a:off x="3" y="1090799"/>
            <a:ext cx="7238997" cy="5331600"/>
          </a:xfrm>
        </p:spPr>
        <p:txBody>
          <a:bodyPr/>
          <a:lstStyle/>
          <a:p>
            <a:r>
              <a:rPr lang="en-US" dirty="0"/>
              <a:t>Machine (Unit)</a:t>
            </a:r>
          </a:p>
          <a:p>
            <a:pPr lvl="1"/>
            <a:r>
              <a:rPr lang="en-US" dirty="0"/>
              <a:t>An entire machine – Filler, Capper, Wrapper, etc..</a:t>
            </a:r>
          </a:p>
          <a:p>
            <a:r>
              <a:rPr lang="en-US" dirty="0"/>
              <a:t>Equipment Module</a:t>
            </a:r>
          </a:p>
          <a:p>
            <a:pPr lvl="1"/>
            <a:r>
              <a:rPr lang="en-US" dirty="0"/>
              <a:t>A station or section of machine – Infeed, filler, outfeed, etc..</a:t>
            </a:r>
          </a:p>
          <a:p>
            <a:r>
              <a:rPr lang="en-US" dirty="0"/>
              <a:t>Component(Control Module)</a:t>
            </a:r>
          </a:p>
          <a:p>
            <a:pPr lvl="1"/>
            <a:r>
              <a:rPr lang="en-US" dirty="0"/>
              <a:t>An actuator or piece of equipment – Servo, VFD, Sensor, etc..</a:t>
            </a:r>
          </a:p>
          <a:p>
            <a:r>
              <a:rPr lang="en-US" dirty="0"/>
              <a:t>An application can also just be a Machine Module and some Components</a:t>
            </a:r>
          </a:p>
        </p:txBody>
      </p:sp>
      <p:sp>
        <p:nvSpPr>
          <p:cNvPr id="3" name="Title 2">
            <a:extLst>
              <a:ext uri="{FF2B5EF4-FFF2-40B4-BE49-F238E27FC236}">
                <a16:creationId xmlns:a16="http://schemas.microsoft.com/office/drawing/2014/main" id="{4DEAB557-09B8-57BC-7B44-332A5F5A4F67}"/>
              </a:ext>
            </a:extLst>
          </p:cNvPr>
          <p:cNvSpPr>
            <a:spLocks noGrp="1"/>
          </p:cNvSpPr>
          <p:nvPr>
            <p:ph type="title"/>
          </p:nvPr>
        </p:nvSpPr>
        <p:spPr/>
        <p:txBody>
          <a:bodyPr/>
          <a:lstStyle/>
          <a:p>
            <a:r>
              <a:rPr lang="en-US" dirty="0" err="1"/>
              <a:t>PackML</a:t>
            </a:r>
            <a:r>
              <a:rPr lang="en-US" dirty="0"/>
              <a:t> Machine Module / Equipment Module / Component</a:t>
            </a:r>
          </a:p>
        </p:txBody>
      </p:sp>
    </p:spTree>
    <p:extLst>
      <p:ext uri="{BB962C8B-B14F-4D97-AF65-F5344CB8AC3E}">
        <p14:creationId xmlns:p14="http://schemas.microsoft.com/office/powerpoint/2010/main" val="175811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121BD4-2B5A-0EEE-AAF2-50D43C9C721C}"/>
              </a:ext>
            </a:extLst>
          </p:cNvPr>
          <p:cNvSpPr>
            <a:spLocks noGrp="1"/>
          </p:cNvSpPr>
          <p:nvPr>
            <p:ph type="body" sz="quarter" idx="15"/>
          </p:nvPr>
        </p:nvSpPr>
        <p:spPr/>
        <p:txBody>
          <a:bodyPr/>
          <a:lstStyle/>
          <a:p>
            <a:r>
              <a:rPr lang="en-US" dirty="0"/>
              <a:t>2 ways to implement </a:t>
            </a:r>
          </a:p>
          <a:p>
            <a:pPr marL="817562" lvl="1" indent="-457200">
              <a:buFont typeface="+mj-lt"/>
              <a:buAutoNum type="arabicPeriod"/>
            </a:pPr>
            <a:r>
              <a:rPr lang="en-US" dirty="0"/>
              <a:t>Intermediate interface to </a:t>
            </a:r>
            <a:r>
              <a:rPr lang="en-US" u="sng" dirty="0"/>
              <a:t>existing</a:t>
            </a:r>
            <a:r>
              <a:rPr lang="en-US" dirty="0"/>
              <a:t> PLC code and translate local states to </a:t>
            </a:r>
            <a:r>
              <a:rPr lang="en-US" dirty="0" err="1"/>
              <a:t>PackML</a:t>
            </a:r>
            <a:r>
              <a:rPr lang="en-US" dirty="0"/>
              <a:t> Tags and </a:t>
            </a:r>
            <a:r>
              <a:rPr lang="en-US" dirty="0" err="1"/>
              <a:t>PackML</a:t>
            </a:r>
            <a:r>
              <a:rPr lang="en-US" dirty="0"/>
              <a:t> definitions</a:t>
            </a:r>
          </a:p>
          <a:p>
            <a:pPr marL="817562" lvl="1" indent="-457200">
              <a:buFont typeface="+mj-lt"/>
              <a:buAutoNum type="arabicPeriod"/>
            </a:pPr>
            <a:r>
              <a:rPr lang="en-US" dirty="0"/>
              <a:t>Run machine using </a:t>
            </a:r>
            <a:r>
              <a:rPr lang="en-US" dirty="0" err="1"/>
              <a:t>PackML</a:t>
            </a:r>
            <a:r>
              <a:rPr lang="en-US" dirty="0"/>
              <a:t> State Engine and Machine / Equipment / Component method and </a:t>
            </a:r>
            <a:r>
              <a:rPr lang="en-US" dirty="0" err="1"/>
              <a:t>PackML</a:t>
            </a:r>
            <a:r>
              <a:rPr lang="en-US" dirty="0"/>
              <a:t> Tags</a:t>
            </a:r>
          </a:p>
          <a:p>
            <a:endParaRPr lang="en-US" dirty="0"/>
          </a:p>
          <a:p>
            <a:endParaRPr lang="en-US" dirty="0"/>
          </a:p>
          <a:p>
            <a:r>
              <a:rPr lang="en-US" dirty="0"/>
              <a:t>We wrap the </a:t>
            </a:r>
            <a:r>
              <a:rPr lang="en-US" dirty="0" err="1"/>
              <a:t>PackML</a:t>
            </a:r>
            <a:r>
              <a:rPr lang="en-US" dirty="0"/>
              <a:t> overhead into our framework so you can put your effort into application programming.</a:t>
            </a:r>
          </a:p>
          <a:p>
            <a:endParaRPr lang="en-US" dirty="0"/>
          </a:p>
        </p:txBody>
      </p:sp>
      <p:sp>
        <p:nvSpPr>
          <p:cNvPr id="3" name="Title 2">
            <a:extLst>
              <a:ext uri="{FF2B5EF4-FFF2-40B4-BE49-F238E27FC236}">
                <a16:creationId xmlns:a16="http://schemas.microsoft.com/office/drawing/2014/main" id="{CCA53C4C-0670-FF33-3299-5589111329B2}"/>
              </a:ext>
            </a:extLst>
          </p:cNvPr>
          <p:cNvSpPr>
            <a:spLocks noGrp="1"/>
          </p:cNvSpPr>
          <p:nvPr>
            <p:ph type="title"/>
          </p:nvPr>
        </p:nvSpPr>
        <p:spPr/>
        <p:txBody>
          <a:bodyPr/>
          <a:lstStyle/>
          <a:p>
            <a:r>
              <a:rPr lang="en-US" dirty="0" err="1"/>
              <a:t>PackML</a:t>
            </a:r>
            <a:r>
              <a:rPr lang="en-US" dirty="0"/>
              <a:t> Implementations</a:t>
            </a:r>
          </a:p>
        </p:txBody>
      </p:sp>
    </p:spTree>
    <p:extLst>
      <p:ext uri="{BB962C8B-B14F-4D97-AF65-F5344CB8AC3E}">
        <p14:creationId xmlns:p14="http://schemas.microsoft.com/office/powerpoint/2010/main" val="1490173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3FB4E9CE-D5CF-46E4-8837-8C0036DE0C8A}"/>
              </a:ext>
            </a:extLst>
          </p:cNvPr>
          <p:cNvSpPr>
            <a:spLocks noGrp="1"/>
          </p:cNvSpPr>
          <p:nvPr>
            <p:ph type="body" sz="quarter" idx="15"/>
          </p:nvPr>
        </p:nvSpPr>
        <p:spPr/>
        <p:txBody>
          <a:bodyPr/>
          <a:lstStyle/>
          <a:p>
            <a:r>
              <a:rPr lang="de-DE" dirty="0"/>
              <a:t>Template PLC project</a:t>
            </a:r>
          </a:p>
          <a:p>
            <a:pPr lvl="1"/>
            <a:r>
              <a:rPr lang="de-DE" dirty="0"/>
              <a:t>Machine Module Function Block(FB)</a:t>
            </a:r>
          </a:p>
          <a:p>
            <a:pPr lvl="1"/>
            <a:r>
              <a:rPr lang="de-DE" dirty="0"/>
              <a:t>Template FB for Equipment Modules </a:t>
            </a:r>
          </a:p>
          <a:p>
            <a:r>
              <a:rPr lang="de-DE" dirty="0"/>
              <a:t>Template HMI starter project </a:t>
            </a:r>
          </a:p>
          <a:p>
            <a:pPr lvl="1"/>
            <a:r>
              <a:rPr lang="de-DE" dirty="0"/>
              <a:t>Header</a:t>
            </a:r>
          </a:p>
          <a:p>
            <a:pPr lvl="1"/>
            <a:r>
              <a:rPr lang="de-DE" dirty="0"/>
              <a:t>Navigation</a:t>
            </a:r>
          </a:p>
          <a:p>
            <a:pPr lvl="1"/>
            <a:r>
              <a:rPr lang="de-DE" dirty="0"/>
              <a:t>Start/Stop/Reset</a:t>
            </a:r>
          </a:p>
          <a:p>
            <a:pPr lvl="1"/>
            <a:r>
              <a:rPr lang="de-DE" dirty="0"/>
              <a:t>Content Area</a:t>
            </a:r>
          </a:p>
          <a:p>
            <a:pPr lvl="1"/>
            <a:r>
              <a:rPr lang="de-DE" dirty="0"/>
              <a:t>Alarm Notification &amp; Display</a:t>
            </a:r>
          </a:p>
          <a:p>
            <a:pPr lvl="1"/>
            <a:r>
              <a:rPr lang="de-DE" dirty="0"/>
              <a:t>SPT user controls</a:t>
            </a:r>
          </a:p>
          <a:p>
            <a:r>
              <a:rPr lang="de-DE" dirty="0"/>
              <a:t>Set of Libraries to support the modules and components</a:t>
            </a:r>
          </a:p>
          <a:p>
            <a:r>
              <a:rPr lang="de-DE" dirty="0"/>
              <a:t>Code uses Object Oriented Programming(OOP) methodology in Structured Text</a:t>
            </a:r>
          </a:p>
        </p:txBody>
      </p:sp>
      <p:sp>
        <p:nvSpPr>
          <p:cNvPr id="4" name="Titel 3">
            <a:extLst>
              <a:ext uri="{FF2B5EF4-FFF2-40B4-BE49-F238E27FC236}">
                <a16:creationId xmlns:a16="http://schemas.microsoft.com/office/drawing/2014/main" id="{062490FF-402D-436D-9837-39A2AAFA650C}"/>
              </a:ext>
            </a:extLst>
          </p:cNvPr>
          <p:cNvSpPr>
            <a:spLocks noGrp="1"/>
          </p:cNvSpPr>
          <p:nvPr>
            <p:ph type="title"/>
          </p:nvPr>
        </p:nvSpPr>
        <p:spPr/>
        <p:txBody>
          <a:bodyPr/>
          <a:lstStyle/>
          <a:p>
            <a:r>
              <a:rPr lang="de-DE" dirty="0"/>
              <a:t>SPT Framework - Overview</a:t>
            </a:r>
          </a:p>
        </p:txBody>
      </p:sp>
    </p:spTree>
    <p:extLst>
      <p:ext uri="{BB962C8B-B14F-4D97-AF65-F5344CB8AC3E}">
        <p14:creationId xmlns:p14="http://schemas.microsoft.com/office/powerpoint/2010/main" val="2646293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25C7AFC-A24F-0373-FF7D-C517E48B572F}"/>
              </a:ext>
            </a:extLst>
          </p:cNvPr>
          <p:cNvSpPr>
            <a:spLocks noGrp="1"/>
          </p:cNvSpPr>
          <p:nvPr>
            <p:ph type="body" sz="quarter" idx="15"/>
          </p:nvPr>
        </p:nvSpPr>
        <p:spPr/>
        <p:txBody>
          <a:bodyPr/>
          <a:lstStyle/>
          <a:p>
            <a:r>
              <a:rPr lang="en-US" dirty="0" err="1"/>
              <a:t>FB_BaseFB</a:t>
            </a:r>
            <a:endParaRPr lang="en-US" dirty="0"/>
          </a:p>
          <a:p>
            <a:pPr lvl="1"/>
            <a:r>
              <a:rPr lang="en-US" dirty="0"/>
              <a:t>Properties: Busy, Error, </a:t>
            </a:r>
            <a:r>
              <a:rPr lang="en-US" dirty="0" err="1"/>
              <a:t>ErrorID</a:t>
            </a:r>
            <a:endParaRPr lang="en-US" dirty="0"/>
          </a:p>
          <a:p>
            <a:pPr lvl="1"/>
            <a:r>
              <a:rPr lang="en-US" dirty="0"/>
              <a:t>Methods for Tracing Messages</a:t>
            </a:r>
          </a:p>
          <a:p>
            <a:r>
              <a:rPr lang="en-US" dirty="0" err="1"/>
              <a:t>FB_CyclicFB</a:t>
            </a:r>
            <a:endParaRPr lang="en-US" dirty="0"/>
          </a:p>
          <a:p>
            <a:pPr lvl="1"/>
            <a:r>
              <a:rPr lang="en-US" dirty="0"/>
              <a:t>Property: </a:t>
            </a:r>
            <a:r>
              <a:rPr lang="en-US" dirty="0" err="1"/>
              <a:t>InitComplete</a:t>
            </a:r>
            <a:endParaRPr lang="en-US" dirty="0"/>
          </a:p>
          <a:p>
            <a:pPr lvl="1"/>
            <a:r>
              <a:rPr lang="en-US" dirty="0"/>
              <a:t>Method </a:t>
            </a:r>
            <a:r>
              <a:rPr lang="en-US" dirty="0" err="1"/>
              <a:t>CyclicLogic</a:t>
            </a:r>
            <a:endParaRPr lang="en-US" dirty="0"/>
          </a:p>
          <a:p>
            <a:pPr lvl="1"/>
            <a:r>
              <a:rPr lang="en-US" dirty="0"/>
              <a:t>Extends </a:t>
            </a:r>
            <a:r>
              <a:rPr lang="en-US" dirty="0" err="1"/>
              <a:t>FB_BaseFB</a:t>
            </a:r>
            <a:endParaRPr lang="en-US" dirty="0"/>
          </a:p>
        </p:txBody>
      </p:sp>
      <p:sp>
        <p:nvSpPr>
          <p:cNvPr id="3" name="Title 2">
            <a:extLst>
              <a:ext uri="{FF2B5EF4-FFF2-40B4-BE49-F238E27FC236}">
                <a16:creationId xmlns:a16="http://schemas.microsoft.com/office/drawing/2014/main" id="{A559F217-7284-92BC-01A9-3BD082F4B37A}"/>
              </a:ext>
            </a:extLst>
          </p:cNvPr>
          <p:cNvSpPr>
            <a:spLocks noGrp="1"/>
          </p:cNvSpPr>
          <p:nvPr>
            <p:ph type="title"/>
          </p:nvPr>
        </p:nvSpPr>
        <p:spPr/>
        <p:txBody>
          <a:bodyPr/>
          <a:lstStyle/>
          <a:p>
            <a:r>
              <a:rPr lang="en-US" dirty="0"/>
              <a:t>SPT Framework – Base Types </a:t>
            </a:r>
          </a:p>
        </p:txBody>
      </p:sp>
    </p:spTree>
    <p:extLst>
      <p:ext uri="{BB962C8B-B14F-4D97-AF65-F5344CB8AC3E}">
        <p14:creationId xmlns:p14="http://schemas.microsoft.com/office/powerpoint/2010/main" val="3035351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446BD4B-10CE-35DE-0249-AAA833E2F95B}"/>
              </a:ext>
            </a:extLst>
          </p:cNvPr>
          <p:cNvSpPr>
            <a:spLocks noGrp="1"/>
          </p:cNvSpPr>
          <p:nvPr>
            <p:ph type="body" sz="quarter" idx="15"/>
          </p:nvPr>
        </p:nvSpPr>
        <p:spPr/>
        <p:txBody>
          <a:bodyPr/>
          <a:lstStyle/>
          <a:p>
            <a:r>
              <a:rPr lang="de-DE" dirty="0"/>
              <a:t>The Machine module and Equipment module are based on the FB_PackML_BaseModule that extends FB_CyclicFB</a:t>
            </a:r>
          </a:p>
          <a:p>
            <a:r>
              <a:rPr lang="de-DE" dirty="0"/>
              <a:t>This base code handles the Mode/State changes</a:t>
            </a:r>
          </a:p>
          <a:p>
            <a:r>
              <a:rPr lang="de-DE" dirty="0"/>
              <a:t>Handles the raising of alarms to the parent</a:t>
            </a:r>
          </a:p>
          <a:p>
            <a:r>
              <a:rPr lang="de-DE" dirty="0"/>
              <a:t>All states have a base functionality that can be overriden in a module</a:t>
            </a:r>
          </a:p>
          <a:p>
            <a:r>
              <a:rPr lang="de-DE" dirty="0"/>
              <a:t>HMI tags for integration with HMI User Controls</a:t>
            </a:r>
          </a:p>
          <a:p>
            <a:r>
              <a:rPr lang="de-DE" dirty="0"/>
              <a:t>Calls all the subModules CyclicLogic and Components CyclicLogic</a:t>
            </a:r>
          </a:p>
          <a:p>
            <a:endParaRPr lang="de-DE" dirty="0"/>
          </a:p>
          <a:p>
            <a:endParaRPr lang="en-US" dirty="0"/>
          </a:p>
        </p:txBody>
      </p:sp>
      <p:sp>
        <p:nvSpPr>
          <p:cNvPr id="3" name="Title 2">
            <a:extLst>
              <a:ext uri="{FF2B5EF4-FFF2-40B4-BE49-F238E27FC236}">
                <a16:creationId xmlns:a16="http://schemas.microsoft.com/office/drawing/2014/main" id="{F6BE7F16-CEB6-6D75-99FB-FC95A40A9F38}"/>
              </a:ext>
            </a:extLst>
          </p:cNvPr>
          <p:cNvSpPr>
            <a:spLocks noGrp="1"/>
          </p:cNvSpPr>
          <p:nvPr>
            <p:ph type="title"/>
          </p:nvPr>
        </p:nvSpPr>
        <p:spPr/>
        <p:txBody>
          <a:bodyPr/>
          <a:lstStyle/>
          <a:p>
            <a:r>
              <a:rPr lang="en-US" dirty="0"/>
              <a:t>SPT Framework – </a:t>
            </a:r>
            <a:r>
              <a:rPr lang="en-US" dirty="0" err="1"/>
              <a:t>PackML</a:t>
            </a:r>
            <a:r>
              <a:rPr lang="en-US" dirty="0"/>
              <a:t> Base</a:t>
            </a:r>
          </a:p>
        </p:txBody>
      </p:sp>
    </p:spTree>
    <p:extLst>
      <p:ext uri="{BB962C8B-B14F-4D97-AF65-F5344CB8AC3E}">
        <p14:creationId xmlns:p14="http://schemas.microsoft.com/office/powerpoint/2010/main" val="3866995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25C7AFC-A24F-0373-FF7D-C517E48B572F}"/>
              </a:ext>
            </a:extLst>
          </p:cNvPr>
          <p:cNvSpPr>
            <a:spLocks noGrp="1"/>
          </p:cNvSpPr>
          <p:nvPr>
            <p:ph type="body" sz="quarter" idx="15"/>
          </p:nvPr>
        </p:nvSpPr>
        <p:spPr/>
        <p:txBody>
          <a:bodyPr/>
          <a:lstStyle/>
          <a:p>
            <a:r>
              <a:rPr lang="de-DE" dirty="0"/>
              <a:t>A component is an extension on the FB_ComponentBase </a:t>
            </a:r>
          </a:p>
          <a:p>
            <a:r>
              <a:rPr lang="de-DE" dirty="0"/>
              <a:t>A component is the connection between the software and hardware</a:t>
            </a:r>
          </a:p>
          <a:p>
            <a:r>
              <a:rPr lang="de-DE" dirty="0"/>
              <a:t>Components can be in the machine module or any equipment module</a:t>
            </a:r>
          </a:p>
          <a:p>
            <a:r>
              <a:rPr lang="de-DE" dirty="0"/>
              <a:t>We have a wide range of predefined components from Axes to device specific components like a FanucRobot interface </a:t>
            </a:r>
          </a:p>
          <a:p>
            <a:r>
              <a:rPr lang="de-DE" dirty="0"/>
              <a:t>Many others and the library of components is growing</a:t>
            </a:r>
          </a:p>
          <a:p>
            <a:endParaRPr lang="en-US" dirty="0"/>
          </a:p>
        </p:txBody>
      </p:sp>
      <p:sp>
        <p:nvSpPr>
          <p:cNvPr id="3" name="Title 2">
            <a:extLst>
              <a:ext uri="{FF2B5EF4-FFF2-40B4-BE49-F238E27FC236}">
                <a16:creationId xmlns:a16="http://schemas.microsoft.com/office/drawing/2014/main" id="{A559F217-7284-92BC-01A9-3BD082F4B37A}"/>
              </a:ext>
            </a:extLst>
          </p:cNvPr>
          <p:cNvSpPr>
            <a:spLocks noGrp="1"/>
          </p:cNvSpPr>
          <p:nvPr>
            <p:ph type="title"/>
          </p:nvPr>
        </p:nvSpPr>
        <p:spPr/>
        <p:txBody>
          <a:bodyPr/>
          <a:lstStyle/>
          <a:p>
            <a:r>
              <a:rPr lang="en-US" dirty="0"/>
              <a:t>SPT Framework - Components</a:t>
            </a:r>
          </a:p>
        </p:txBody>
      </p:sp>
    </p:spTree>
    <p:extLst>
      <p:ext uri="{BB962C8B-B14F-4D97-AF65-F5344CB8AC3E}">
        <p14:creationId xmlns:p14="http://schemas.microsoft.com/office/powerpoint/2010/main" val="1211471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3FB4E9CE-D5CF-46E4-8837-8C0036DE0C8A}"/>
              </a:ext>
            </a:extLst>
          </p:cNvPr>
          <p:cNvSpPr>
            <a:spLocks noGrp="1"/>
          </p:cNvSpPr>
          <p:nvPr>
            <p:ph type="body" sz="quarter" idx="15"/>
          </p:nvPr>
        </p:nvSpPr>
        <p:spPr/>
        <p:txBody>
          <a:bodyPr/>
          <a:lstStyle/>
          <a:p>
            <a:r>
              <a:rPr lang="de-DE" dirty="0"/>
              <a:t>The TwinCAT built in Event Logger is used for Alarming</a:t>
            </a:r>
          </a:p>
          <a:p>
            <a:r>
              <a:rPr lang="de-DE" dirty="0"/>
              <a:t>5 levels of severity: verbose, info, warning, error, critical</a:t>
            </a:r>
          </a:p>
          <a:p>
            <a:r>
              <a:rPr lang="de-DE" dirty="0"/>
              <a:t>TwinCAT HMI can be easily integrated</a:t>
            </a:r>
          </a:p>
          <a:p>
            <a:r>
              <a:rPr lang="de-DE" dirty="0"/>
              <a:t>Configurable reaction to alarms at equipment and machine module</a:t>
            </a:r>
          </a:p>
          <a:p>
            <a:r>
              <a:rPr lang="de-DE" dirty="0"/>
              <a:t>Alarms are used to fill the Pack Tags</a:t>
            </a:r>
          </a:p>
          <a:p>
            <a:endParaRPr lang="de-DE" dirty="0"/>
          </a:p>
        </p:txBody>
      </p:sp>
      <p:sp>
        <p:nvSpPr>
          <p:cNvPr id="4" name="Titel 3">
            <a:extLst>
              <a:ext uri="{FF2B5EF4-FFF2-40B4-BE49-F238E27FC236}">
                <a16:creationId xmlns:a16="http://schemas.microsoft.com/office/drawing/2014/main" id="{062490FF-402D-436D-9837-39A2AAFA650C}"/>
              </a:ext>
            </a:extLst>
          </p:cNvPr>
          <p:cNvSpPr>
            <a:spLocks noGrp="1"/>
          </p:cNvSpPr>
          <p:nvPr>
            <p:ph type="title"/>
          </p:nvPr>
        </p:nvSpPr>
        <p:spPr/>
        <p:txBody>
          <a:bodyPr/>
          <a:lstStyle/>
          <a:p>
            <a:r>
              <a:rPr lang="de-DE" dirty="0"/>
              <a:t>Alarms with TwinCAT Event Logger</a:t>
            </a:r>
          </a:p>
        </p:txBody>
      </p:sp>
    </p:spTree>
    <p:extLst>
      <p:ext uri="{BB962C8B-B14F-4D97-AF65-F5344CB8AC3E}">
        <p14:creationId xmlns:p14="http://schemas.microsoft.com/office/powerpoint/2010/main" val="1210751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3FB4E9CE-D5CF-46E4-8837-8C0036DE0C8A}"/>
              </a:ext>
            </a:extLst>
          </p:cNvPr>
          <p:cNvSpPr>
            <a:spLocks noGrp="1"/>
          </p:cNvSpPr>
          <p:nvPr>
            <p:ph type="body" sz="quarter" idx="15"/>
          </p:nvPr>
        </p:nvSpPr>
        <p:spPr/>
        <p:txBody>
          <a:bodyPr/>
          <a:lstStyle/>
          <a:p>
            <a:r>
              <a:rPr lang="en-US" dirty="0">
                <a:hlinkClick r:id="rId2"/>
              </a:rPr>
              <a:t>Beckhoff USA · GitHub</a:t>
            </a:r>
            <a:endParaRPr lang="en-US" dirty="0"/>
          </a:p>
          <a:p>
            <a:pPr lvl="1">
              <a:buFont typeface="Wingdings" panose="05000000000000000000" pitchFamily="2" charset="2"/>
              <a:buChar char="§"/>
            </a:pPr>
            <a:r>
              <a:rPr lang="en-US" dirty="0"/>
              <a:t>SPT Libraries – </a:t>
            </a:r>
            <a:r>
              <a:rPr lang="en-US" dirty="0">
                <a:hlinkClick r:id="rId3"/>
              </a:rPr>
              <a:t>link</a:t>
            </a:r>
            <a:endParaRPr lang="en-US" dirty="0"/>
          </a:p>
          <a:p>
            <a:pPr lvl="1">
              <a:buFont typeface="Wingdings" panose="05000000000000000000" pitchFamily="2" charset="2"/>
              <a:buChar char="§"/>
            </a:pPr>
            <a:r>
              <a:rPr lang="en-US" dirty="0"/>
              <a:t>VFFS Demo</a:t>
            </a:r>
          </a:p>
          <a:p>
            <a:pPr lvl="2"/>
            <a:r>
              <a:rPr lang="en-US" dirty="0" err="1"/>
              <a:t>PackML_PLC_Example</a:t>
            </a:r>
            <a:r>
              <a:rPr lang="en-US" dirty="0"/>
              <a:t> - </a:t>
            </a:r>
            <a:r>
              <a:rPr lang="en-US" dirty="0">
                <a:hlinkClick r:id="rId4"/>
              </a:rPr>
              <a:t>link</a:t>
            </a:r>
            <a:endParaRPr lang="en-US" dirty="0"/>
          </a:p>
          <a:p>
            <a:pPr lvl="2"/>
            <a:r>
              <a:rPr lang="en-US" dirty="0" err="1"/>
              <a:t>PackML_HMI_Example</a:t>
            </a:r>
            <a:r>
              <a:rPr lang="en-US" dirty="0"/>
              <a:t> - </a:t>
            </a:r>
            <a:r>
              <a:rPr lang="en-US" dirty="0">
                <a:hlinkClick r:id="rId5"/>
              </a:rPr>
              <a:t>link</a:t>
            </a:r>
            <a:endParaRPr lang="en-US" dirty="0"/>
          </a:p>
          <a:p>
            <a:endParaRPr lang="de-DE" dirty="0"/>
          </a:p>
        </p:txBody>
      </p:sp>
      <p:sp>
        <p:nvSpPr>
          <p:cNvPr id="4" name="Titel 3">
            <a:extLst>
              <a:ext uri="{FF2B5EF4-FFF2-40B4-BE49-F238E27FC236}">
                <a16:creationId xmlns:a16="http://schemas.microsoft.com/office/drawing/2014/main" id="{062490FF-402D-436D-9837-39A2AAFA650C}"/>
              </a:ext>
            </a:extLst>
          </p:cNvPr>
          <p:cNvSpPr>
            <a:spLocks noGrp="1"/>
          </p:cNvSpPr>
          <p:nvPr>
            <p:ph type="title"/>
          </p:nvPr>
        </p:nvSpPr>
        <p:spPr/>
        <p:txBody>
          <a:bodyPr/>
          <a:lstStyle/>
          <a:p>
            <a:r>
              <a:rPr lang="de-DE" dirty="0"/>
              <a:t>GIT Hub</a:t>
            </a:r>
          </a:p>
        </p:txBody>
      </p:sp>
    </p:spTree>
    <p:extLst>
      <p:ext uri="{BB962C8B-B14F-4D97-AF65-F5344CB8AC3E}">
        <p14:creationId xmlns:p14="http://schemas.microsoft.com/office/powerpoint/2010/main" val="3894779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CCF288-796B-C9D7-71D5-D7ED1A0CB240}"/>
              </a:ext>
            </a:extLst>
          </p:cNvPr>
          <p:cNvSpPr>
            <a:spLocks noGrp="1"/>
          </p:cNvSpPr>
          <p:nvPr>
            <p:ph type="body" sz="quarter" idx="15"/>
          </p:nvPr>
        </p:nvSpPr>
        <p:spPr/>
        <p:txBody>
          <a:bodyPr/>
          <a:lstStyle/>
          <a:p>
            <a:endParaRPr lang="en-US"/>
          </a:p>
        </p:txBody>
      </p:sp>
      <p:sp>
        <p:nvSpPr>
          <p:cNvPr id="3" name="Title 2">
            <a:extLst>
              <a:ext uri="{FF2B5EF4-FFF2-40B4-BE49-F238E27FC236}">
                <a16:creationId xmlns:a16="http://schemas.microsoft.com/office/drawing/2014/main" id="{28DF2F29-E266-3971-A21D-6E1441585849}"/>
              </a:ext>
            </a:extLst>
          </p:cNvPr>
          <p:cNvSpPr>
            <a:spLocks noGrp="1"/>
          </p:cNvSpPr>
          <p:nvPr>
            <p:ph type="title"/>
          </p:nvPr>
        </p:nvSpPr>
        <p:spPr/>
        <p:txBody>
          <a:bodyPr/>
          <a:lstStyle/>
          <a:p>
            <a:r>
              <a:rPr lang="en-US" dirty="0"/>
              <a:t>Questions ?</a:t>
            </a:r>
          </a:p>
        </p:txBody>
      </p:sp>
    </p:spTree>
    <p:extLst>
      <p:ext uri="{BB962C8B-B14F-4D97-AF65-F5344CB8AC3E}">
        <p14:creationId xmlns:p14="http://schemas.microsoft.com/office/powerpoint/2010/main" val="11838115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77A5D02C-ACF3-4C41-9D87-79790552A5A3}"/>
              </a:ext>
            </a:extLst>
          </p:cNvPr>
          <p:cNvSpPr>
            <a:spLocks noGrp="1"/>
          </p:cNvSpPr>
          <p:nvPr>
            <p:ph type="body" sz="quarter" idx="11"/>
          </p:nvPr>
        </p:nvSpPr>
        <p:spPr/>
        <p:txBody>
          <a:bodyPr/>
          <a:lstStyle/>
          <a:p>
            <a:endParaRPr lang="de-DE"/>
          </a:p>
        </p:txBody>
      </p:sp>
    </p:spTree>
    <p:extLst>
      <p:ext uri="{BB962C8B-B14F-4D97-AF65-F5344CB8AC3E}">
        <p14:creationId xmlns:p14="http://schemas.microsoft.com/office/powerpoint/2010/main" val="27928822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2AFF0B-BB92-43B0-8E37-EB5354E7FC48}"/>
              </a:ext>
            </a:extLst>
          </p:cNvPr>
          <p:cNvSpPr>
            <a:spLocks noGrp="1"/>
          </p:cNvSpPr>
          <p:nvPr>
            <p:ph type="body" sz="quarter" idx="11"/>
          </p:nvPr>
        </p:nvSpPr>
        <p:spPr/>
        <p:txBody>
          <a:bodyPr/>
          <a:lstStyle/>
          <a:p>
            <a:endParaRPr lang="de-DE"/>
          </a:p>
        </p:txBody>
      </p:sp>
    </p:spTree>
    <p:extLst>
      <p:ext uri="{BB962C8B-B14F-4D97-AF65-F5344CB8AC3E}">
        <p14:creationId xmlns:p14="http://schemas.microsoft.com/office/powerpoint/2010/main" val="3816881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platzhalter 2"/>
          <p:cNvSpPr>
            <a:spLocks noGrp="1"/>
          </p:cNvSpPr>
          <p:nvPr>
            <p:ph type="body" sz="quarter" idx="11"/>
          </p:nvPr>
        </p:nvSpPr>
        <p:spPr/>
        <p:txBody>
          <a:bodyPr/>
          <a:lstStyle/>
          <a:p>
            <a:r>
              <a:rPr lang="de-DE" dirty="0"/>
              <a:t>03/2022</a:t>
            </a:r>
          </a:p>
        </p:txBody>
      </p:sp>
      <p:sp>
        <p:nvSpPr>
          <p:cNvPr id="5" name="Textplatzhalter 4">
            <a:extLst>
              <a:ext uri="{FF2B5EF4-FFF2-40B4-BE49-F238E27FC236}">
                <a16:creationId xmlns:a16="http://schemas.microsoft.com/office/drawing/2014/main" id="{36382BF6-4332-4E4F-82D0-9BDA80183BD6}"/>
              </a:ext>
            </a:extLst>
          </p:cNvPr>
          <p:cNvSpPr>
            <a:spLocks noGrp="1"/>
          </p:cNvSpPr>
          <p:nvPr>
            <p:ph type="body" sz="quarter" idx="16"/>
          </p:nvPr>
        </p:nvSpPr>
        <p:spPr/>
        <p:txBody>
          <a:bodyPr/>
          <a:lstStyle/>
          <a:p>
            <a:endParaRPr lang="de-DE"/>
          </a:p>
        </p:txBody>
      </p:sp>
      <p:sp>
        <p:nvSpPr>
          <p:cNvPr id="4" name="Textplatzhalter 3">
            <a:extLst>
              <a:ext uri="{FF2B5EF4-FFF2-40B4-BE49-F238E27FC236}">
                <a16:creationId xmlns:a16="http://schemas.microsoft.com/office/drawing/2014/main" id="{2D0F0BBF-19A9-4CB9-9CCC-62264CBD7EA1}"/>
              </a:ext>
            </a:extLst>
          </p:cNvPr>
          <p:cNvSpPr>
            <a:spLocks noGrp="1"/>
          </p:cNvSpPr>
          <p:nvPr>
            <p:ph type="body" sz="quarter" idx="14"/>
          </p:nvPr>
        </p:nvSpPr>
        <p:spPr/>
        <p:txBody>
          <a:bodyPr/>
          <a:lstStyle/>
          <a:p>
            <a:endParaRPr lang="de-DE"/>
          </a:p>
        </p:txBody>
      </p:sp>
      <p:sp>
        <p:nvSpPr>
          <p:cNvPr id="2" name="Titel 1">
            <a:extLst>
              <a:ext uri="{FF2B5EF4-FFF2-40B4-BE49-F238E27FC236}">
                <a16:creationId xmlns:a16="http://schemas.microsoft.com/office/drawing/2014/main" id="{AF2B1D70-15E9-47A8-A3F2-12F5B6130C38}"/>
              </a:ext>
            </a:extLst>
          </p:cNvPr>
          <p:cNvSpPr>
            <a:spLocks noGrp="1"/>
          </p:cNvSpPr>
          <p:nvPr>
            <p:ph type="title"/>
          </p:nvPr>
        </p:nvSpPr>
        <p:spPr/>
        <p:txBody>
          <a:bodyPr/>
          <a:lstStyle/>
          <a:p>
            <a:endParaRPr lang="de-DE"/>
          </a:p>
        </p:txBody>
      </p:sp>
    </p:spTree>
    <p:extLst>
      <p:ext uri="{BB962C8B-B14F-4D97-AF65-F5344CB8AC3E}">
        <p14:creationId xmlns:p14="http://schemas.microsoft.com/office/powerpoint/2010/main" val="299605511"/>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0D260408-D13A-4B67-B71E-0B80435FC78D"/>
  <p:tag name="ISPRING_SCORM_RATE_SLIDES" val="1"/>
  <p:tag name="ISPRING_SCORM_RATE_QUIZZES" val="0"/>
  <p:tag name="ISPRING_SCORM_PASSING_SCORE" val="100.0000000000"/>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_RESOURCE_PATHS_HASH_2" val="d9fee9de11718536b3c065785a54cca1c97fc"/>
  <p:tag name="ISPRING_RESOURCE_PATHS_HASH_PRESENTER" val="d9595f5650e1be128cd68d5dfdeb3180f639adab"/>
</p:tagLst>
</file>

<file path=ppt/theme/theme1.xml><?xml version="1.0" encoding="utf-8"?>
<a:theme xmlns:a="http://schemas.openxmlformats.org/drawingml/2006/main" name="Beckhoff Standard Slide Master">
  <a:themeElements>
    <a:clrScheme name="Test_Beckhoff_2020_v2">
      <a:dk1>
        <a:srgbClr val="000000"/>
      </a:dk1>
      <a:lt1>
        <a:sysClr val="window" lastClr="FFFFFF"/>
      </a:lt1>
      <a:dk2>
        <a:srgbClr val="627186"/>
      </a:dk2>
      <a:lt2>
        <a:srgbClr val="E5E8EC"/>
      </a:lt2>
      <a:accent1>
        <a:srgbClr val="B3BCC8"/>
      </a:accent1>
      <a:accent2>
        <a:srgbClr val="2D76AD"/>
      </a:accent2>
      <a:accent3>
        <a:srgbClr val="414D5C"/>
      </a:accent3>
      <a:accent4>
        <a:srgbClr val="EF0000"/>
      </a:accent4>
      <a:accent5>
        <a:srgbClr val="B5D4EC"/>
      </a:accent5>
      <a:accent6>
        <a:srgbClr val="770000"/>
      </a:accent6>
      <a:hlink>
        <a:srgbClr val="2D76AD"/>
      </a:hlink>
      <a:folHlink>
        <a:srgbClr val="2D76AD"/>
      </a:folHlink>
    </a:clrScheme>
    <a:fontScheme name="Beckhoff">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6350">
          <a:noFill/>
          <a:miter lim="800000"/>
        </a:ln>
      </a:spPr>
      <a:bodyPr lIns="90000" rIns="90000" rtlCol="0" anchor="t"/>
      <a:lstStyle>
        <a:def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1800" kern="1200" baseline="0" dirty="0" smtClean="0">
            <a:solidFill>
              <a:schemeClr val="tx1"/>
            </a:solidFill>
            <a:latin typeface="+mj-lt"/>
            <a:ea typeface="+mn-ea"/>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beckhoff_slide_master_2023.pptx" id="{3AC93D91-A4DB-4D3E-961F-6AAD29C8520D}" vid="{487408DF-F43D-496B-8707-B95EF7137EA5}"/>
    </a:ext>
  </a:extLst>
</a:theme>
</file>

<file path=ppt/theme/theme2.xml><?xml version="1.0" encoding="utf-8"?>
<a:theme xmlns:a="http://schemas.openxmlformats.org/drawingml/2006/main" name="Studio Set – For film studio use only!">
  <a:themeElements>
    <a:clrScheme name="Test_Beckhoff_2020_v2">
      <a:dk1>
        <a:srgbClr val="000000"/>
      </a:dk1>
      <a:lt1>
        <a:sysClr val="window" lastClr="FFFFFF"/>
      </a:lt1>
      <a:dk2>
        <a:srgbClr val="627186"/>
      </a:dk2>
      <a:lt2>
        <a:srgbClr val="E5E8EC"/>
      </a:lt2>
      <a:accent1>
        <a:srgbClr val="B3BCC8"/>
      </a:accent1>
      <a:accent2>
        <a:srgbClr val="2D76AD"/>
      </a:accent2>
      <a:accent3>
        <a:srgbClr val="414D5C"/>
      </a:accent3>
      <a:accent4>
        <a:srgbClr val="EF0000"/>
      </a:accent4>
      <a:accent5>
        <a:srgbClr val="B5D4EC"/>
      </a:accent5>
      <a:accent6>
        <a:srgbClr val="770000"/>
      </a:accent6>
      <a:hlink>
        <a:srgbClr val="2D76AD"/>
      </a:hlink>
      <a:folHlink>
        <a:srgbClr val="2D76AD"/>
      </a:folHlink>
    </a:clrScheme>
    <a:fontScheme name="Beckhoff">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6350">
          <a:noFill/>
          <a:miter lim="800000"/>
        </a:ln>
      </a:spPr>
      <a:bodyPr lIns="90000" rIns="90000" rtlCol="0" anchor="t"/>
      <a:lstStyle>
        <a:def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1800" kern="1200" baseline="0" dirty="0" smtClean="0">
            <a:solidFill>
              <a:schemeClr val="tx1"/>
            </a:solidFill>
            <a:latin typeface="+mj-lt"/>
            <a:ea typeface="+mn-ea"/>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beckhoff_slide_master_2023.pptx" id="{3AC93D91-A4DB-4D3E-961F-6AAD29C8520D}" vid="{E9F7D519-B174-4E22-BA74-C71371F5065D}"/>
    </a:ext>
  </a:extLst>
</a:theme>
</file>

<file path=ppt/theme/theme3.xml><?xml version="1.0" encoding="utf-8"?>
<a:theme xmlns:a="http://schemas.openxmlformats.org/drawingml/2006/main" name="Larissa">
  <a:themeElements>
    <a:clrScheme name="Beckhoff">
      <a:dk1>
        <a:srgbClr val="000000"/>
      </a:dk1>
      <a:lt1>
        <a:sysClr val="window" lastClr="FFFFFF"/>
      </a:lt1>
      <a:dk2>
        <a:srgbClr val="CCD2DA"/>
      </a:dk2>
      <a:lt2>
        <a:srgbClr val="9AA6B6"/>
      </a:lt2>
      <a:accent1>
        <a:srgbClr val="8190A4"/>
      </a:accent1>
      <a:accent2>
        <a:srgbClr val="2D76AD"/>
      </a:accent2>
      <a:accent3>
        <a:srgbClr val="4B5669"/>
      </a:accent3>
      <a:accent4>
        <a:srgbClr val="CCD2DA"/>
      </a:accent4>
      <a:accent5>
        <a:srgbClr val="000000"/>
      </a:accent5>
      <a:accent6>
        <a:srgbClr val="B5D4EC"/>
      </a:accent6>
      <a:hlink>
        <a:srgbClr val="2D76AD"/>
      </a:hlink>
      <a:folHlink>
        <a:srgbClr val="2D76A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e78f3b6-85d7-48de-b8c3-ce09674901c9">
      <Terms xmlns="http://schemas.microsoft.com/office/infopath/2007/PartnerControls"/>
    </lcf76f155ced4ddcb4097134ff3c332f>
    <TaxCatchAll xmlns="15aa4692-043f-4a54-8684-6febd4759cd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102CB21EE8FB44ABFDE80AD0BE6E8B0" ma:contentTypeVersion="16" ma:contentTypeDescription="Create a new document." ma:contentTypeScope="" ma:versionID="96609790f52b922f1b79e8e7aba0f86d">
  <xsd:schema xmlns:xsd="http://www.w3.org/2001/XMLSchema" xmlns:xs="http://www.w3.org/2001/XMLSchema" xmlns:p="http://schemas.microsoft.com/office/2006/metadata/properties" xmlns:ns2="7e78f3b6-85d7-48de-b8c3-ce09674901c9" xmlns:ns3="15aa4692-043f-4a54-8684-6febd4759cd0" targetNamespace="http://schemas.microsoft.com/office/2006/metadata/properties" ma:root="true" ma:fieldsID="ba434503414a3ef9c46bdc7d6fef4b74" ns2:_="" ns3:_="">
    <xsd:import namespace="7e78f3b6-85d7-48de-b8c3-ce09674901c9"/>
    <xsd:import namespace="15aa4692-043f-4a54-8684-6febd4759cd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8f3b6-85d7-48de-b8c3-ce09674901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0043bf8b-3889-4777-b4fe-3a05b877264f"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5aa4692-043f-4a54-8684-6febd4759cd0"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fc4907cb-3e91-433d-92dc-452976003ae6}" ma:internalName="TaxCatchAll" ma:showField="CatchAllData" ma:web="15aa4692-043f-4a54-8684-6febd4759c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7D0283-4ACD-4372-88C8-5000D7DCE9A4}">
  <ds:schemaRefs>
    <ds:schemaRef ds:uri="http://schemas.microsoft.com/office/2006/metadata/properties"/>
    <ds:schemaRef ds:uri="http://schemas.microsoft.com/office/infopath/2007/PartnerControls"/>
    <ds:schemaRef ds:uri="7e78f3b6-85d7-48de-b8c3-ce09674901c9"/>
    <ds:schemaRef ds:uri="15aa4692-043f-4a54-8684-6febd4759cd0"/>
  </ds:schemaRefs>
</ds:datastoreItem>
</file>

<file path=customXml/itemProps2.xml><?xml version="1.0" encoding="utf-8"?>
<ds:datastoreItem xmlns:ds="http://schemas.openxmlformats.org/officeDocument/2006/customXml" ds:itemID="{AAC35E82-ADCC-45D0-AF16-1A6166EE5086}">
  <ds:schemaRefs>
    <ds:schemaRef ds:uri="http://schemas.microsoft.com/sharepoint/v3/contenttype/forms"/>
  </ds:schemaRefs>
</ds:datastoreItem>
</file>

<file path=customXml/itemProps3.xml><?xml version="1.0" encoding="utf-8"?>
<ds:datastoreItem xmlns:ds="http://schemas.openxmlformats.org/officeDocument/2006/customXml" ds:itemID="{0101661A-36B8-4E9E-93E3-7C9902136C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e78f3b6-85d7-48de-b8c3-ce09674901c9"/>
    <ds:schemaRef ds:uri="15aa4692-043f-4a54-8684-6febd4759cd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815</TotalTime>
  <Words>731</Words>
  <Application>Microsoft Office PowerPoint</Application>
  <PresentationFormat>Widescreen</PresentationFormat>
  <Paragraphs>124</Paragraphs>
  <Slides>20</Slides>
  <Notes>3</Notes>
  <HiddenSlides>3</HiddenSlides>
  <MMClips>0</MMClips>
  <ScaleCrop>false</ScaleCrop>
  <HeadingPairs>
    <vt:vector size="4" baseType="variant">
      <vt:variant>
        <vt:lpstr>Theme</vt:lpstr>
      </vt:variant>
      <vt:variant>
        <vt:i4>2</vt:i4>
      </vt:variant>
      <vt:variant>
        <vt:lpstr>Slide Titles</vt:lpstr>
      </vt:variant>
      <vt:variant>
        <vt:i4>20</vt:i4>
      </vt:variant>
    </vt:vector>
  </HeadingPairs>
  <TitlesOfParts>
    <vt:vector size="22" baseType="lpstr">
      <vt:lpstr>Beckhoff Standard Slide Master</vt:lpstr>
      <vt:lpstr>Studio Set – For film studio use only!</vt:lpstr>
      <vt:lpstr>Special Projects Team</vt:lpstr>
      <vt:lpstr>Overview</vt:lpstr>
      <vt:lpstr>SPT Team Background</vt:lpstr>
      <vt:lpstr>SPT Group</vt:lpstr>
      <vt:lpstr>PackML - OMAC</vt:lpstr>
      <vt:lpstr>PackML – Our View</vt:lpstr>
      <vt:lpstr>PackML State Engine</vt:lpstr>
      <vt:lpstr>PackML PackTags</vt:lpstr>
      <vt:lpstr>PackML Machine Module / Equipment Module / Component</vt:lpstr>
      <vt:lpstr>PackML Implementations</vt:lpstr>
      <vt:lpstr>SPT Framework - Overview</vt:lpstr>
      <vt:lpstr>SPT Framework – Base Types </vt:lpstr>
      <vt:lpstr>SPT Framework – PackML Base</vt:lpstr>
      <vt:lpstr>SPT Framework - Components</vt:lpstr>
      <vt:lpstr>Alarms with TwinCAT Event Logger</vt:lpstr>
      <vt:lpstr>GIT Hub</vt:lpstr>
      <vt:lpstr>Questions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Special Projects Team</dc:title>
  <dc:creator>Keith Baker</dc:creator>
  <cp:keywords/>
  <cp:lastModifiedBy>Keith Baker</cp:lastModifiedBy>
  <cp:revision>15</cp:revision>
  <cp:lastPrinted>2016-06-28T12:26:43Z</cp:lastPrinted>
  <dcterms:created xsi:type="dcterms:W3CDTF">2023-02-27T12:44:26Z</dcterms:created>
  <dcterms:modified xsi:type="dcterms:W3CDTF">2026-05-13T00:47:20Z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0x010100F102CB21EE8FB44ABFDE80AD0BE6E8B0</vt:lpwstr>
  </property>
  <property fmtid="{D5CDD505-2E9C-101B-9397-08002B2CF9AE}" pid="3" name="MediaServiceImageTags">
    <vt:lpwstr/>
  </property>
</Properties>
</file>