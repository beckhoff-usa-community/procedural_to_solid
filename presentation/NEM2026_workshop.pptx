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showSpecialPlsOnTitleSld="0">
  <p:sldMasterIdLst>
    <p:sldMasterId id="2147483648" r:id="rId4"/>
    <p:sldMasterId id="2147483678" r:id="rId5"/>
  </p:sldMasterIdLst>
  <p:notesMasterIdLst>
    <p:notesMasterId r:id="rId91"/>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5"/>
    <p:sldId id="339" r:id="rId96"/>
  </p:sldIdLst>
  <p:sldSz cx="12192000" cy="6858000"/>
  <p:notesSz cx="6797675" cy="9926638"/>
  <p:custDataLst>
    <p:custData r:id="rId1"/>
    <p:custData r:id="rId2"/>
    <p:custData r:id="rId3"/>
  </p:custDataLst>
  <p:defaultTextStyle>
    <a:defPPr>
      <a:defRPr lang="de-DE"/>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showPr>
</p:presentationPr>
</file>

<file path=ppt/tableStyles.xml><?xml version="1.0" encoding="utf-8"?>
<a:tblStyleLst xmlns:a="http://schemas.openxmlformats.org/drawingml/2006/main" def="{0817EA92-75D0-4044-A80A-286907CE0DDC}">
  <a:tblStyle styleId="{0817EA92-75D0-4044-A80A-286907CE0DDC}" styleName="Beckhoff Standard Table Style">
    <a:wholeTbl>
      <a:tcTxStyle>
        <a:fontRef idx="minor">
          <a:prstClr val="black"/>
        </a:fontRef>
        <a:schemeClr val="dk1"/>
      </a:tcTxStyle>
      <a:tcStyle>
        <a:tcBdr>
          <a:left>
            <a:ln w="0">
              <a:solidFill>
                <a:schemeClr val="lt1"/>
              </a:solidFill>
            </a:ln>
          </a:left>
          <a:right>
            <a:ln w="0">
              <a:solidFill>
                <a:schemeClr val="lt1"/>
              </a:solidFill>
            </a:ln>
          </a:right>
          <a:top>
            <a:ln w="12700">
              <a:solidFill>
                <a:schemeClr val="lt1"/>
              </a:solidFill>
            </a:ln>
          </a:top>
          <a:bottom>
            <a:ln w="12700">
              <a:solidFill>
                <a:schemeClr val="dk1"/>
              </a:solidFill>
            </a:ln>
          </a:bottom>
          <a:insideH>
            <a:ln w="12700">
              <a:solidFill>
                <a:schemeClr val="dk1"/>
              </a:solidFill>
            </a:ln>
          </a:insideH>
          <a:insideV>
            <a:ln w="12700">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a:solidFill>
                <a:schemeClr val="lt1"/>
              </a:solidFill>
            </a:ln>
          </a:top>
          <a:bottom>
            <a:ln w="12700">
              <a:solidFill>
                <a:schemeClr val="lt1"/>
              </a:solidFill>
            </a:ln>
          </a:bottom>
        </a:tcBdr>
        <a:fill>
          <a:solidFill>
            <a:schemeClr val="dk2"/>
          </a:solidFill>
        </a:fill>
      </a:tcStyle>
    </a:lastRow>
    <a:seCell>
      <a:tcStyle>
        <a:tcBdr/>
      </a:tcStyle>
    </a:seCell>
    <a:swCell>
      <a:tcStyle>
        <a:tcBdr/>
      </a:tcStyle>
    </a:swCell>
    <a:firstRow>
      <a:tcTxStyle b="on">
        <a:fontRef idx="minor">
          <a:prstClr val="black"/>
        </a:fontRef>
        <a:schemeClr val="lt1"/>
      </a:tcTxStyle>
      <a:tcStyle>
        <a:tcBdr>
          <a:bottom>
            <a:ln w="12700">
              <a:solidFill>
                <a:schemeClr val="lt1"/>
              </a:solidFill>
            </a:ln>
          </a:bottom>
        </a:tcBdr>
        <a:fill>
          <a:solidFill>
            <a:schemeClr val="dk2"/>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howGuides="1" snapToObjects="1">
      <p:cViewPr varScale="1">
        <p:scale>
          <a:sx n="56" d="100"/>
          <a:sy n="56" d="100"/>
        </p:scale>
        <p:origin x="974" y="58"/>
      </p:cViewPr>
      <p:guideLst>
        <p:guide pos="3840"/>
        <p:guide pos="2160" orient="horz"/>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theme" Target="theme/theme1.xml"/><Relationship Id="rId7" Type="http://schemas.openxmlformats.org/officeDocument/2006/relationships/theme" Target="theme/theme2.xml"/><Relationship Id="rId8" Type="http://schemas.openxmlformats.org/officeDocument/2006/relationships/theme" Target="theme/theme3.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notesMaster" Target="notesMasters/notesMaster1.xml"/><Relationship Id="rId92" Type="http://schemas.openxmlformats.org/officeDocument/2006/relationships/presProps" Target="presProps.xml"/><Relationship Id="rId93" Type="http://schemas.openxmlformats.org/officeDocument/2006/relationships/tableStyles" Target="tableStyles.xml"/><Relationship Id="rId94" Type="http://schemas.openxmlformats.org/officeDocument/2006/relationships/viewProps" Target="viewProps.xml"/><Relationship Id="rId95" Type="http://schemas.openxmlformats.org/officeDocument/2006/relationships/slide" Target="slides/slide83.xml"/><Relationship Id="rId96" Type="http://schemas.openxmlformats.org/officeDocument/2006/relationships/slide" Target="slides/slide8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210452040" name="Foliennummernplatzhalter 6"/>
          <p:cNvSpPr>
            <a:spLocks noGrp="1"/>
          </p:cNvSpPr>
          <p:nvPr>
            <p:ph type="sldNum" sz="quarter" idx="5"/>
          </p:nvPr>
        </p:nvSpPr>
        <p:spPr bwMode="auto">
          <a:xfrm>
            <a:off x="2972211" y="9428584"/>
            <a:ext cx="853252" cy="496332"/>
          </a:xfrm>
          <a:prstGeom prst="rect">
            <a:avLst/>
          </a:prstGeom>
        </p:spPr>
        <p:txBody>
          <a:bodyPr vert="horz" lIns="91432" tIns="45716" rIns="91432" bIns="45716" rtlCol="0" anchor="b"/>
          <a:lstStyle>
            <a:lvl1pPr algn="ctr">
              <a:defRPr sz="1200">
                <a:solidFill>
                  <a:schemeClr val="bg2"/>
                </a:solidFill>
              </a:defRPr>
            </a:lvl1pPr>
          </a:lstStyle>
          <a:p>
            <a:pPr>
              <a:defRPr/>
            </a:pPr>
            <a:fld id="{B280112D-8454-448C-8A04-1F3237E367D5}" type="slidenum">
              <a:rPr lang="de-DE"/>
              <a:t>‹#›</a:t>
            </a:fld>
            <a:endParaRPr lang="de-DE"/>
          </a:p>
        </p:txBody>
      </p:sp>
      <p:sp>
        <p:nvSpPr>
          <p:cNvPr id="1651299413" name="Datumsplatzhalter 2"/>
          <p:cNvSpPr>
            <a:spLocks noGrp="1"/>
          </p:cNvSpPr>
          <p:nvPr>
            <p:ph type="dt" idx="1"/>
          </p:nvPr>
        </p:nvSpPr>
        <p:spPr bwMode="auto">
          <a:xfrm>
            <a:off x="3850445" y="9430306"/>
            <a:ext cx="2945659" cy="496332"/>
          </a:xfrm>
          <a:prstGeom prst="rect">
            <a:avLst/>
          </a:prstGeom>
        </p:spPr>
        <p:txBody>
          <a:bodyPr vert="horz" lIns="91432" tIns="45716" rIns="179985" bIns="45716" rtlCol="0" anchor="b"/>
          <a:lstStyle>
            <a:lvl1pPr algn="r">
              <a:defRPr sz="1000">
                <a:solidFill>
                  <a:schemeClr val="bg2"/>
                </a:solidFill>
              </a:defRPr>
            </a:lvl1pPr>
          </a:lstStyle>
          <a:p>
            <a:pPr>
              <a:defRPr/>
            </a:pPr>
            <a:fld id="{0A2346E5-778D-4A7C-BA30-768202CBF653}" type="datetime1">
              <a:rPr lang="de-DE"/>
              <a:t>21.05.2026</a:t>
            </a:fld>
            <a:endParaRPr lang="de-DE"/>
          </a:p>
        </p:txBody>
      </p:sp>
      <p:sp>
        <p:nvSpPr>
          <p:cNvPr id="477241971" name="Folienbildplatzhalter 3"/>
          <p:cNvSpPr>
            <a:spLocks noChangeAspect="1" noGrp="1" noRot="1"/>
          </p:cNvSpPr>
          <p:nvPr>
            <p:ph type="sldImg" idx="2"/>
          </p:nvPr>
        </p:nvSpPr>
        <p:spPr bwMode="auto">
          <a:xfrm>
            <a:off x="44" y="0"/>
            <a:ext cx="6796059" cy="3823379"/>
          </a:xfrm>
          <a:prstGeom prst="rect">
            <a:avLst/>
          </a:prstGeom>
          <a:noFill/>
          <a:ln w="6350">
            <a:solidFill>
              <a:schemeClr val="tx2"/>
            </a:solidFill>
          </a:ln>
        </p:spPr>
        <p:txBody>
          <a:bodyPr vert="horz" lIns="91432" tIns="45716" rIns="91432" bIns="45716" rtlCol="0" anchor="ctr"/>
          <a:lstStyle/>
          <a:p>
            <a:pPr>
              <a:defRPr/>
            </a:pPr>
            <a:endParaRPr lang="de-DE"/>
          </a:p>
        </p:txBody>
      </p:sp>
      <p:sp>
        <p:nvSpPr>
          <p:cNvPr id="514413386" name="Fußzeilenplatzhalter 5"/>
          <p:cNvSpPr>
            <a:spLocks noGrp="1"/>
          </p:cNvSpPr>
          <p:nvPr>
            <p:ph type="ftr" sz="quarter" idx="4"/>
          </p:nvPr>
        </p:nvSpPr>
        <p:spPr bwMode="auto">
          <a:xfrm>
            <a:off x="1" y="9428584"/>
            <a:ext cx="2945659" cy="496332"/>
          </a:xfrm>
          <a:prstGeom prst="rect">
            <a:avLst/>
          </a:prstGeom>
        </p:spPr>
        <p:txBody>
          <a:bodyPr vert="horz" lIns="179985" tIns="45716" rIns="91432" bIns="45716" rtlCol="0" anchor="b"/>
          <a:lstStyle>
            <a:lvl1pPr algn="l">
              <a:defRPr sz="1000">
                <a:solidFill>
                  <a:schemeClr val="bg2"/>
                </a:solidFill>
              </a:defRPr>
            </a:lvl1pPr>
          </a:lstStyle>
          <a:p>
            <a:pPr>
              <a:defRPr/>
            </a:pPr>
            <a:r>
              <a:rPr lang="de-DE"/>
              <a:t>Text der Fußzeile</a:t>
            </a:r>
            <a:endParaRPr/>
          </a:p>
        </p:txBody>
      </p:sp>
      <p:cxnSp>
        <p:nvCxnSpPr>
          <p:cNvPr id="1644285551" name="Gerader Verbinder 8"/>
          <p:cNvCxnSpPr/>
          <p:nvPr/>
        </p:nvCxnSpPr>
        <p:spPr bwMode="auto">
          <a:xfrm>
            <a:off x="1" y="9430306"/>
            <a:ext cx="679767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4339419" name="Notizenplatzhalter 4"/>
          <p:cNvSpPr>
            <a:spLocks noGrp="1"/>
          </p:cNvSpPr>
          <p:nvPr>
            <p:ph type="body" sz="quarter" idx="3"/>
          </p:nvPr>
        </p:nvSpPr>
        <p:spPr bwMode="auto">
          <a:xfrm>
            <a:off x="1" y="3823379"/>
            <a:ext cx="6796102" cy="5606927"/>
          </a:xfrm>
          <a:prstGeom prst="rect">
            <a:avLst/>
          </a:prstGeom>
        </p:spPr>
        <p:txBody>
          <a:bodyPr vert="horz" lIns="252000" tIns="190783" rIns="179985" bIns="45716" rtlCol="0"/>
          <a:lstStyle/>
          <a:p>
            <a:pPr lvl="0">
              <a:defRPr/>
            </a:pPr>
            <a:r>
              <a:rPr lang="de-DE"/>
              <a:t>Textmasterformat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Tree>
  </p:cSld>
  <p:clrMap bg1="lt1" tx1="dk1" bg2="lt2" tx2="dk2" accent1="accent1" accent2="accent2" accent3="accent3" accent4="accent4" accent5="accent5" accent6="accent6" hlink="hlink" folHlink="folHlink"/>
  <p:hf dt="1" ftr="1" hdr="1" sldNum="1"/>
  <p:notesStyle>
    <a:lvl1pPr marL="180000" indent="-180000" algn="l" defTabSz="914400" rtl="0">
      <a:buFont typeface="Wingdings"/>
      <a:buChar char="§"/>
      <a:defRPr sz="1200">
        <a:solidFill>
          <a:schemeClr val="tx1"/>
        </a:solidFill>
        <a:latin typeface="+mn-lt"/>
        <a:ea typeface="+mn-ea"/>
        <a:cs typeface="+mn-cs"/>
      </a:defRPr>
    </a:lvl1pPr>
    <a:lvl2pPr marL="378000" indent="-180000" algn="l" defTabSz="914400" rtl="0">
      <a:buFont typeface="Symbol"/>
      <a:buChar char="-"/>
      <a:defRPr sz="1200">
        <a:solidFill>
          <a:schemeClr val="tx1"/>
        </a:solidFill>
        <a:latin typeface="+mn-lt"/>
        <a:ea typeface="+mn-ea"/>
        <a:cs typeface="+mn-cs"/>
      </a:defRPr>
    </a:lvl2pPr>
    <a:lvl3pPr marL="576000" indent="-180000" algn="l" defTabSz="914400" rtl="0">
      <a:buFont typeface="Symbol"/>
      <a:buChar char="-"/>
      <a:defRPr sz="1200">
        <a:solidFill>
          <a:schemeClr val="tx1"/>
        </a:solidFill>
        <a:latin typeface="+mn-lt"/>
        <a:ea typeface="+mn-ea"/>
        <a:cs typeface="+mn-cs"/>
      </a:defRPr>
    </a:lvl3pPr>
    <a:lvl4pPr marL="774000" indent="-180000" algn="l" defTabSz="914400" rtl="0">
      <a:buFont typeface="Symbol"/>
      <a:buChar char="-"/>
      <a:defRPr sz="1200">
        <a:solidFill>
          <a:schemeClr val="tx1"/>
        </a:solidFill>
        <a:latin typeface="+mn-lt"/>
        <a:ea typeface="+mn-ea"/>
        <a:cs typeface="+mn-cs"/>
      </a:defRPr>
    </a:lvl4pPr>
    <a:lvl5pPr marL="972000" indent="-180000" algn="l" defTabSz="914400" rtl="0">
      <a:buFont typeface="Symbol"/>
      <a:buChar char="-"/>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0838631" name="Slide Number Placeholder 1"/>
          <p:cNvSpPr>
            <a:spLocks noGrp="1"/>
          </p:cNvSpPr>
          <p:nvPr>
            <p:ph type="sldNum" sz="quarter" idx="5"/>
          </p:nvPr>
        </p:nvSpPr>
        <p:spPr bwMode="auto"/>
      </p:sp>
      <p:sp>
        <p:nvSpPr>
          <p:cNvPr id="1406908688" name="Slide Image Placeholder 2"/>
          <p:cNvSpPr>
            <a:spLocks noChangeAspect="1" noGrp="1" noRot="1"/>
          </p:cNvSpPr>
          <p:nvPr>
            <p:ph type="sldImg" idx="2"/>
          </p:nvPr>
        </p:nvSpPr>
        <p:spPr bwMode="auto">
          <a:xfrm>
            <a:off x="0" y="0"/>
            <a:ext cx="6796088" cy="3822700"/>
          </a:xfrm>
        </p:spPr>
      </p:sp>
      <p:sp>
        <p:nvSpPr>
          <p:cNvPr id="1209774744" name="Notes Placeholder 3"/>
          <p:cNvSpPr>
            <a:spLocks noGrp="1"/>
          </p:cNvSpPr>
          <p:nvPr>
            <p:ph type="body" sz="quarter" idx="3"/>
          </p:nvPr>
        </p:nvSpPr>
        <p:spPr bwMode="auto"/>
        <p:txBody>
          <a:bodyPr/>
          <a:lstStyle/>
          <a:p>
            <a:pPr>
              <a:defRPr/>
            </a:pPr>
            <a:r>
              <a:rPr sz="1200">
                <a:latin typeface="Arial"/>
              </a:rPr>
              <a:t>[BEFORE] Up while attendees settle. Don't speak to it.</a:t>
            </a:r>
            <a:endParaRPr/>
          </a:p>
          <a:p>
            <a:pPr>
              <a:defRPr/>
            </a:pPr>
            <a:r>
              <a:rPr sz="1200">
                <a:latin typeface="Arial"/>
              </a:rPr>
              <a:t>[CHECK — first action of the day] Confirm everyone has the repo cloned and a working XAE. Hands up. Anyone who can't build, surface NOW — there's a 5-minute Block 0 budget for env triage.</a:t>
            </a:r>
            <a:r>
              <a:rPr lang="en-US" sz="1200">
                <a:latin typeface="Arial"/>
              </a:rPr>
              <a:t>  </a:t>
            </a:r>
            <a:endParaRPr/>
          </a:p>
          <a:p>
            <a:pPr>
              <a:defRPr/>
            </a:pPr>
            <a:r>
              <a:rPr lang="en-US" sz="1200">
                <a:latin typeface="Arial"/>
              </a:rPr>
              <a:t>[CHECK] – ask for feedback on which Git client people use and what their general familiarity with repos/git/git clients is to help identify who in the class is going to have trouble switching branches</a:t>
            </a:r>
            <a:endParaRPr sz="1200">
              <a:latin typeface="Arial"/>
            </a:endParaRPr>
          </a:p>
          <a:p>
            <a:pPr>
              <a:defRPr/>
            </a:pPr>
            <a:r>
              <a:rPr sz="1200">
                <a:latin typeface="Arial"/>
              </a:rPr>
              <a:t>[SAY — 30-second frame, when you click forward]</a:t>
            </a:r>
            <a:br>
              <a:rPr sz="1200">
                <a:latin typeface="Arial"/>
              </a:rPr>
            </a:br>
            <a:r>
              <a:rPr sz="1200">
                <a:latin typeface="Arial"/>
              </a:rPr>
              <a:t>"You'll build the same filling line three different ways. Same requirements at every stage. The diffs tell the story."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4828209" name="Slide Number Placeholder 1"/>
          <p:cNvSpPr>
            <a:spLocks noGrp="1"/>
          </p:cNvSpPr>
          <p:nvPr>
            <p:ph type="sldNum" sz="quarter" idx="5"/>
          </p:nvPr>
        </p:nvSpPr>
        <p:spPr bwMode="auto"/>
      </p:sp>
      <p:sp>
        <p:nvSpPr>
          <p:cNvPr id="1262318931" name="Slide Image Placeholder 2"/>
          <p:cNvSpPr>
            <a:spLocks noChangeAspect="1" noGrp="1" noRot="1"/>
          </p:cNvSpPr>
          <p:nvPr>
            <p:ph type="sldImg" idx="2"/>
          </p:nvPr>
        </p:nvSpPr>
        <p:spPr bwMode="auto">
          <a:xfrm>
            <a:off x="0" y="0"/>
            <a:ext cx="6796088" cy="3822700"/>
          </a:xfrm>
        </p:spPr>
      </p:sp>
      <p:sp>
        <p:nvSpPr>
          <p:cNvPr id="1375011089" name="Notes Placeholder 3"/>
          <p:cNvSpPr>
            <a:spLocks noGrp="1"/>
          </p:cNvSpPr>
          <p:nvPr>
            <p:ph type="body" sz="quarter" idx="3"/>
          </p:nvPr>
        </p:nvSpPr>
        <p:spPr bwMode="auto"/>
        <p:txBody>
          <a:bodyPr/>
          <a:lstStyle/>
          <a:p>
            <a:pPr>
              <a:defRPr/>
            </a:pPr>
            <a:r>
              <a:rPr sz="1200">
                <a:latin typeface="Arial"/>
              </a:rPr>
              <a:t>[SAY] Read the four lines slowly. The framing controls the whole day.</a:t>
            </a:r>
            <a:endParaRPr/>
          </a:p>
          <a:p>
            <a:pPr>
              <a:defRPr/>
            </a:pPr>
            <a:r>
              <a:rPr sz="1200">
                <a:latin typeface="Arial"/>
              </a:rPr>
              <a:t>[KEY PHRASE] "The diffs tell the story." We are not lecturing about SOLID. We are running a controlled experiment — same inputs, three different blast radii.</a:t>
            </a:r>
            <a:r>
              <a:rPr lang="en-US" sz="1200">
                <a:latin typeface="Arial"/>
              </a:rPr>
              <a:t>  Define diffs = actual code changes (e.g. what lines were added, removed, and/or what files changed).  Use the number of changes, types of changes, complexity of changes as metric to judge which solution strategy is most effective.  So, also define pay off – efficiency, ease, fastest, least likely to introduce other bugs, </a:t>
            </a:r>
            <a:r>
              <a:rPr lang="en-US" sz="1200">
                <a:latin typeface="Arial"/>
              </a:rPr>
              <a:t>etc</a:t>
            </a:r>
            <a:endParaRPr sz="1200">
              <a:latin typeface="Arial"/>
            </a:endParaRPr>
          </a:p>
          <a:p>
            <a:pPr>
              <a:defRPr/>
            </a:pPr>
            <a:r>
              <a:rPr sz="1200">
                <a:latin typeface="Arial"/>
              </a:rPr>
              <a:t>[DO] Coax discussion early so the precedent is set. If they sit silent, the workshop fails.</a:t>
            </a:r>
            <a:endParaRPr/>
          </a:p>
          <a:p>
            <a:pPr>
              <a:defRPr/>
            </a:pPr>
            <a:r>
              <a:rPr sz="1200">
                <a:latin typeface="Arial"/>
              </a:rPr>
              <a:t>[NEXT] Branch tree comes after the schedule slide — don't dive in yet.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9090484" name="Slide Number Placeholder 1"/>
          <p:cNvSpPr>
            <a:spLocks noGrp="1"/>
          </p:cNvSpPr>
          <p:nvPr>
            <p:ph type="sldNum" sz="quarter" idx="5"/>
          </p:nvPr>
        </p:nvSpPr>
        <p:spPr bwMode="auto"/>
      </p:sp>
      <p:sp>
        <p:nvSpPr>
          <p:cNvPr id="171183657" name="Slide Image Placeholder 2"/>
          <p:cNvSpPr>
            <a:spLocks noChangeAspect="1" noGrp="1" noRot="1"/>
          </p:cNvSpPr>
          <p:nvPr>
            <p:ph type="sldImg" idx="2"/>
          </p:nvPr>
        </p:nvSpPr>
        <p:spPr bwMode="auto">
          <a:xfrm>
            <a:off x="0" y="0"/>
            <a:ext cx="6796088" cy="3822700"/>
          </a:xfrm>
        </p:spPr>
      </p:sp>
      <p:sp>
        <p:nvSpPr>
          <p:cNvPr id="1205596282" name="Notes Placeholder 3"/>
          <p:cNvSpPr>
            <a:spLocks noGrp="1"/>
          </p:cNvSpPr>
          <p:nvPr>
            <p:ph type="body" sz="quarter" idx="3"/>
          </p:nvPr>
        </p:nvSpPr>
        <p:spPr bwMode="auto"/>
        <p:txBody>
          <a:bodyPr/>
          <a:lstStyle/>
          <a:p>
            <a:pPr>
              <a:defRPr/>
            </a:pPr>
            <a:r>
              <a:rPr sz="1200">
                <a:latin typeface="Arial"/>
              </a:rPr>
              <a:t>[DO] Walk this in 60 seconds. Don't dwell.</a:t>
            </a:r>
            <a:endParaRPr/>
          </a:p>
          <a:p>
            <a:pPr>
              <a:defRPr/>
            </a:pPr>
            <a:r>
              <a:rPr sz="1200">
                <a:latin typeface="Arial"/>
              </a:rPr>
              <a:t>[SAY] "We'll be done by hour 4. Breaks are real."</a:t>
            </a:r>
            <a:endParaRPr/>
          </a:p>
          <a:p>
            <a:pPr>
              <a:defRPr/>
            </a:pPr>
            <a:r>
              <a:rPr sz="1200">
                <a:latin typeface="Arial"/>
              </a:rPr>
              <a:t>[STRETCH ZONES — flag verbally]</a:t>
            </a:r>
            <a:br>
              <a:rPr sz="1200">
                <a:latin typeface="Arial"/>
              </a:rPr>
            </a:br>
            <a:r>
              <a:rPr sz="1200">
                <a:latin typeface="Arial"/>
              </a:rPr>
              <a:t>- Block 1 — "Who copied from Fill?" reveal can run +10 min.</a:t>
            </a:r>
            <a:br>
              <a:rPr sz="1200">
                <a:latin typeface="Arial"/>
              </a:rPr>
            </a:br>
            <a:r>
              <a:rPr sz="1200">
                <a:latin typeface="Arial"/>
              </a:rPr>
              <a:t>- Block 2 — CR-2 'SUPER-can't-be-called' is the workshop's hardest 25 min. Plan to slow down.</a:t>
            </a:r>
            <a:br>
              <a:rPr sz="1200">
                <a:latin typeface="Arial"/>
              </a:rPr>
            </a:br>
            <a:r>
              <a:rPr sz="1200">
                <a:latin typeface="Arial"/>
              </a:rPr>
              <a:t>- Block 3 — CR-2 swap demo lands in 90 seconds; let the silence happen.</a:t>
            </a:r>
            <a:br>
              <a:rPr sz="1200">
                <a:latin typeface="Arial"/>
              </a:rPr>
            </a:br>
            <a:r>
              <a:rPr sz="1200">
                <a:latin typeface="Arial"/>
              </a:rPr>
              <a:t>- Block 4 — plan to overshoot; that's where FAEs cement what they'll teach.</a:t>
            </a:r>
            <a:endParaRPr/>
          </a:p>
          <a:p>
            <a:pPr>
              <a:defRPr/>
            </a:pPr>
            <a:r>
              <a:rPr sz="1200">
                <a:latin typeface="Arial"/>
              </a:rPr>
              <a:t>[BUDGET] On paper 4:30 — plan to land in 4:00.</a:t>
            </a:r>
            <a:endParaRPr/>
          </a:p>
          <a:p>
            <a:pPr>
              <a:defRPr/>
            </a:pPr>
            <a:r>
              <a:rPr sz="1200">
                <a:latin typeface="Arial"/>
              </a:rPr>
              <a:t>[BONUS] If asked about the testing demo: "Bonus content if we finish ahead. Don't count on it."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2363081" name="Slide Number Placeholder 1"/>
          <p:cNvSpPr>
            <a:spLocks noGrp="1"/>
          </p:cNvSpPr>
          <p:nvPr>
            <p:ph type="sldNum" sz="quarter" idx="5"/>
          </p:nvPr>
        </p:nvSpPr>
        <p:spPr bwMode="auto"/>
      </p:sp>
      <p:sp>
        <p:nvSpPr>
          <p:cNvPr id="817106291" name="Slide Image Placeholder 2"/>
          <p:cNvSpPr>
            <a:spLocks noChangeAspect="1" noGrp="1" noRot="1"/>
          </p:cNvSpPr>
          <p:nvPr>
            <p:ph type="sldImg" idx="2"/>
          </p:nvPr>
        </p:nvSpPr>
        <p:spPr bwMode="auto">
          <a:xfrm>
            <a:off x="0" y="0"/>
            <a:ext cx="6796088" cy="3822700"/>
          </a:xfrm>
        </p:spPr>
      </p:sp>
      <p:sp>
        <p:nvSpPr>
          <p:cNvPr id="260511555" name="Notes Placeholder 3"/>
          <p:cNvSpPr>
            <a:spLocks noGrp="1"/>
          </p:cNvSpPr>
          <p:nvPr>
            <p:ph type="body" sz="quarter" idx="3"/>
          </p:nvPr>
        </p:nvSpPr>
        <p:spPr bwMode="auto"/>
        <p:txBody>
          <a:bodyPr/>
          <a:lstStyle/>
          <a:p>
            <a:pPr>
              <a:defRPr/>
            </a:pPr>
            <a:r>
              <a:rPr sz="1200">
                <a:latin typeface="Arial"/>
              </a:rPr>
              <a:t>[ASK] The question. Wait for hands. You should see most of the room.</a:t>
            </a:r>
            <a:endParaRPr/>
          </a:p>
          <a:p>
            <a:pPr>
              <a:defRPr/>
            </a:pPr>
            <a:r>
              <a:rPr sz="1200">
                <a:latin typeface="Arial"/>
              </a:rPr>
              <a:t>[SAY — follow-up that lands the framing]</a:t>
            </a:r>
            <a:br>
              <a:rPr sz="1200">
                <a:latin typeface="Arial"/>
              </a:rPr>
            </a:br>
            <a:r>
              <a:rPr sz="1200">
                <a:latin typeface="Arial"/>
              </a:rPr>
              <a:t>"Then this workshop is calibrated for you. The pain we're going to surface is pain you've already felt — but you've probably never named it. Today we name it, score it, and rehearse what to say when a customer pushes back."</a:t>
            </a:r>
            <a:endParaRPr/>
          </a:p>
          <a:p>
            <a:pPr>
              <a:defRPr/>
            </a:pPr>
            <a:r>
              <a:rPr sz="1200">
                <a:latin typeface="Arial"/>
              </a:rPr>
              <a:t>[REPEAT EXPECTATIONS] "We move at FAE pace. But I want lots of discussion. If something feels wrong or you've seen it work differently, say so."</a:t>
            </a:r>
            <a:r>
              <a:rPr lang="en-US" sz="1200">
                <a:latin typeface="Arial"/>
              </a:rPr>
              <a:t> What is FAE?</a:t>
            </a:r>
            <a:endParaRPr sz="1200">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35939625" name="Slide Number Placeholder 1"/>
          <p:cNvSpPr>
            <a:spLocks noGrp="1"/>
          </p:cNvSpPr>
          <p:nvPr>
            <p:ph type="sldNum" sz="quarter" idx="5"/>
          </p:nvPr>
        </p:nvSpPr>
        <p:spPr bwMode="auto"/>
      </p:sp>
      <p:sp>
        <p:nvSpPr>
          <p:cNvPr id="1082489669" name="Slide Image Placeholder 2"/>
          <p:cNvSpPr>
            <a:spLocks noChangeAspect="1" noGrp="1" noRot="1"/>
          </p:cNvSpPr>
          <p:nvPr>
            <p:ph type="sldImg" idx="2"/>
          </p:nvPr>
        </p:nvSpPr>
        <p:spPr bwMode="auto">
          <a:xfrm>
            <a:off x="0" y="0"/>
            <a:ext cx="6796088" cy="3822700"/>
          </a:xfrm>
        </p:spPr>
      </p:sp>
      <p:sp>
        <p:nvSpPr>
          <p:cNvPr id="1558802891" name="Notes Placeholder 3"/>
          <p:cNvSpPr>
            <a:spLocks noGrp="1"/>
          </p:cNvSpPr>
          <p:nvPr>
            <p:ph type="body" sz="quarter" idx="3"/>
          </p:nvPr>
        </p:nvSpPr>
        <p:spPr bwMode="auto"/>
        <p:txBody>
          <a:bodyPr/>
          <a:lstStyle/>
          <a:p>
            <a:pPr>
              <a:defRPr/>
            </a:pPr>
            <a:r>
              <a:rPr sz="1200">
                <a:latin typeface="Arial"/>
              </a:rPr>
              <a:t>[BEFORE] Switch presenter to `stage-1-procedural`. Open all four station FBs side by side: </a:t>
            </a:r>
            <a:r>
              <a:rPr sz="1200">
                <a:latin typeface="Arial"/>
              </a:rPr>
              <a:t>FB_StationFill</a:t>
            </a:r>
            <a:r>
              <a:rPr sz="1200">
                <a:latin typeface="Arial"/>
              </a:rPr>
              <a:t>, </a:t>
            </a:r>
            <a:r>
              <a:rPr sz="1200">
                <a:latin typeface="Arial"/>
              </a:rPr>
              <a:t>FB_StationCap</a:t>
            </a:r>
            <a:r>
              <a:rPr sz="1200">
                <a:latin typeface="Arial"/>
              </a:rPr>
              <a:t>, </a:t>
            </a:r>
            <a:r>
              <a:rPr sz="1200">
                <a:latin typeface="Arial"/>
              </a:rPr>
              <a:t>FB_StationLabel</a:t>
            </a:r>
            <a:r>
              <a:rPr sz="1200">
                <a:latin typeface="Arial"/>
              </a:rPr>
              <a:t>, </a:t>
            </a:r>
            <a:r>
              <a:rPr sz="1200">
                <a:latin typeface="Arial"/>
              </a:rPr>
              <a:t>FB_StationInspect</a:t>
            </a:r>
            <a:r>
              <a:rPr sz="1200">
                <a:latin typeface="Arial"/>
              </a:rPr>
              <a:t>.</a:t>
            </a:r>
            <a:endParaRPr/>
          </a:p>
          <a:p>
            <a:pPr>
              <a:defRPr/>
            </a:pPr>
            <a:r>
              <a:rPr sz="1200">
                <a:latin typeface="Arial"/>
              </a:rPr>
              <a:t>[SAY — when you click forward]</a:t>
            </a:r>
            <a:br>
              <a:rPr sz="1200">
                <a:latin typeface="Arial"/>
              </a:rPr>
            </a:br>
            <a:r>
              <a:rPr sz="1200">
                <a:latin typeface="Arial"/>
              </a:rPr>
              <a:t>"This is the architecture you've been writing for 20 years. IEC 61131-3 was designed for it. There's nothing wrong with it. Today we feel where it stops scaling."</a:t>
            </a:r>
            <a:endParaRPr/>
          </a:p>
          <a:p>
            <a:pPr>
              <a:defRPr/>
            </a:pPr>
            <a:r>
              <a:rPr sz="1200">
                <a:latin typeface="Arial"/>
              </a:rPr>
              <a:t>[STRUCTURE] 1A walkthrough → CR-1 → CR-2 → CR-3 → debrief. Stretch zone is the CR-1 'who copied from Fill?' reveal.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7072760" name="Slide Number Placeholder 1"/>
          <p:cNvSpPr>
            <a:spLocks noGrp="1"/>
          </p:cNvSpPr>
          <p:nvPr>
            <p:ph type="sldNum" sz="quarter" idx="5"/>
          </p:nvPr>
        </p:nvSpPr>
        <p:spPr bwMode="auto"/>
      </p:sp>
      <p:sp>
        <p:nvSpPr>
          <p:cNvPr id="906080133" name="Slide Image Placeholder 2"/>
          <p:cNvSpPr>
            <a:spLocks noChangeAspect="1" noGrp="1" noRot="1"/>
          </p:cNvSpPr>
          <p:nvPr>
            <p:ph type="sldImg" idx="2"/>
          </p:nvPr>
        </p:nvSpPr>
        <p:spPr bwMode="auto">
          <a:xfrm>
            <a:off x="0" y="0"/>
            <a:ext cx="6796088" cy="3822700"/>
          </a:xfrm>
        </p:spPr>
      </p:sp>
      <p:sp>
        <p:nvSpPr>
          <p:cNvPr id="232848707" name="Notes Placeholder 3"/>
          <p:cNvSpPr>
            <a:spLocks noGrp="1"/>
          </p:cNvSpPr>
          <p:nvPr>
            <p:ph type="body" sz="quarter" idx="3"/>
          </p:nvPr>
        </p:nvSpPr>
        <p:spPr bwMode="auto"/>
        <p:txBody>
          <a:bodyPr/>
          <a:lstStyle/>
          <a:p>
            <a:pPr>
              <a:defRPr/>
            </a:pPr>
            <a:r>
              <a:rPr sz="1200">
                <a:latin typeface="Arial"/>
              </a:rPr>
              <a:t>[SAY — don't read aloud, summarize]</a:t>
            </a:r>
            <a:br>
              <a:rPr sz="1200">
                <a:latin typeface="Arial"/>
              </a:rPr>
            </a:br>
            <a:r>
              <a:rPr sz="1200">
                <a:latin typeface="Arial"/>
              </a:rPr>
              <a:t>"This is the architecture you've been writing for 20 years. Nothing wrong with it. We're going to feel where it stops scaling."</a:t>
            </a:r>
            <a:endParaRPr/>
          </a:p>
          <a:p>
            <a:pPr>
              <a:defRPr/>
            </a:pPr>
            <a:r>
              <a:rPr sz="1200">
                <a:latin typeface="Arial"/>
              </a:rPr>
              <a:t>[CONTEXT — only if asked]</a:t>
            </a:r>
            <a:br>
              <a:rPr sz="1200">
                <a:latin typeface="Arial"/>
              </a:rPr>
            </a:br>
            <a:r>
              <a:rPr sz="1200">
                <a:latin typeface="Arial"/>
              </a:rPr>
              <a:t>- 1970s structured programming + 1980s industrial controls; codified by IEC 61131-3 in 1993.</a:t>
            </a:r>
            <a:br>
              <a:rPr sz="1200">
                <a:latin typeface="Arial"/>
              </a:rPr>
            </a:br>
            <a:r>
              <a:rPr sz="1200">
                <a:latin typeface="Arial"/>
              </a:rPr>
              <a:t>- Why it dominates TwinCAT: runtime, libraries, training, customer expectations all assume it. Path of least resistance.</a:t>
            </a:r>
            <a:br>
              <a:rPr sz="1200">
                <a:latin typeface="Arial"/>
              </a:rPr>
            </a:br>
            <a:r>
              <a:rPr sz="1200">
                <a:latin typeface="Arial"/>
              </a:rPr>
              <a:t>- "Good at" examples: panel shops, single-machine integrators, code that won't outlive the contract.</a:t>
            </a:r>
            <a:endParaRPr/>
          </a:p>
          <a:p>
            <a:pPr>
              <a:defRPr/>
            </a:pPr>
            <a:r>
              <a:rPr sz="1200">
                <a:latin typeface="Arial"/>
              </a:rPr>
              <a:t>[SEGUE] Spend more time on "Bad at" — that's the bridge to the drift demo on the next slide.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9935984" name="Slide Number Placeholder 1"/>
          <p:cNvSpPr>
            <a:spLocks noGrp="1"/>
          </p:cNvSpPr>
          <p:nvPr>
            <p:ph type="sldNum" sz="quarter" idx="5"/>
          </p:nvPr>
        </p:nvSpPr>
        <p:spPr bwMode="auto"/>
      </p:sp>
      <p:sp>
        <p:nvSpPr>
          <p:cNvPr id="1194635988" name="Slide Image Placeholder 2"/>
          <p:cNvSpPr>
            <a:spLocks noGrp="1"/>
          </p:cNvSpPr>
          <p:nvPr>
            <p:ph type="sldImg" idx="2"/>
          </p:nvPr>
        </p:nvSpPr>
        <p:spPr bwMode="auto"/>
      </p:sp>
      <p:sp>
        <p:nvSpPr>
          <p:cNvPr id="681121218" name="Notes Placeholder 3"/>
          <p:cNvSpPr>
            <a:spLocks noGrp="1"/>
          </p:cNvSpPr>
          <p:nvPr>
            <p:ph type="body" sz="quarter" idx="3"/>
          </p:nvPr>
        </p:nvSpPr>
        <p:spPr bwMode="auto"/>
        <p:txBody>
          <a:bodyPr/>
          <a:lstStyle/>
          <a:p>
            <a:pPr>
              <a:defRPr/>
            </a:pPr>
            <a:r>
              <a:rPr/>
              <a:t>[BEFORE] `git switch Release` on the presenter, FillingLine_Procedural loaded. Open Fill, Cap, Label, Inspect side by side in tabs before the slide goes up.</a:t>
            </a:r>
            <a:endParaRPr/>
          </a:p>
          <a:p>
            <a:pPr>
              <a:defRPr/>
            </a:pPr>
            <a:r>
              <a:rPr/>
              <a:t>[SAY] "Stack them side by side. Read across, not down. We'll walk Fill and Cap together in the next slide — Label and Inspect, you read on your own."</a:t>
            </a:r>
            <a:endParaRPr/>
          </a:p>
          <a:p>
            <a:pPr>
              <a:defRPr/>
            </a:pPr>
            <a:r>
              <a:rPr/>
              <a:t>[WATCH FOR] Attendees who notice the drift immediately. DO NOT confirm yet — the drift is the reveal in three slides. If someone calls it out, redirect: "Hold that — we'll get there."</a:t>
            </a:r>
            <a:endParaRPr/>
          </a:p>
          <a:p>
            <a:pPr>
              <a:defRPr/>
            </a:pPr>
            <a:r>
              <a:rPr/>
              <a:t>[TIME] 5 minutes of quiet reading. The slow read IS the exercise.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1390230" name="Slide Number Placeholder 1"/>
          <p:cNvSpPr>
            <a:spLocks noGrp="1"/>
          </p:cNvSpPr>
          <p:nvPr>
            <p:ph type="sldNum" sz="quarter" idx="5"/>
          </p:nvPr>
        </p:nvSpPr>
        <p:spPr bwMode="auto"/>
      </p:sp>
      <p:sp>
        <p:nvSpPr>
          <p:cNvPr id="2004007878" name="Slide Image Placeholder 2"/>
          <p:cNvSpPr>
            <a:spLocks noChangeAspect="1" noGrp="1" noRot="1"/>
          </p:cNvSpPr>
          <p:nvPr>
            <p:ph type="sldImg" idx="2"/>
          </p:nvPr>
        </p:nvSpPr>
        <p:spPr bwMode="auto">
          <a:xfrm>
            <a:off x="0" y="0"/>
            <a:ext cx="6796088" cy="3822700"/>
          </a:xfrm>
        </p:spPr>
      </p:sp>
      <p:sp>
        <p:nvSpPr>
          <p:cNvPr id="733274589" name="Notes Placeholder 3"/>
          <p:cNvSpPr>
            <a:spLocks noGrp="1"/>
          </p:cNvSpPr>
          <p:nvPr>
            <p:ph type="body" sz="quarter" idx="3"/>
          </p:nvPr>
        </p:nvSpPr>
        <p:spPr bwMode="auto"/>
        <p:txBody>
          <a:bodyPr/>
          <a:lstStyle/>
          <a:p>
            <a:pPr>
              <a:defRPr/>
            </a:pPr>
            <a:r>
              <a:rPr sz="1200">
                <a:latin typeface="Arial"/>
              </a:rPr>
              <a:t>[DO] Pull up Fill and Cap side by side. Walk the five sections in order.</a:t>
            </a:r>
            <a:endParaRPr/>
          </a:p>
          <a:p>
            <a:pPr>
              <a:defRPr/>
            </a:pPr>
            <a:r>
              <a:rPr sz="1200">
                <a:latin typeface="Arial"/>
              </a:rPr>
              <a:t>[SAY] "Sections 1, 2, 3, 5 are nearly identical between stations. Section 4 — the state machine — is the only meaningfully different part. Section 4 is what makes the station the station."</a:t>
            </a:r>
            <a:endParaRPr/>
          </a:p>
          <a:p>
            <a:pPr>
              <a:defRPr/>
            </a:pPr>
            <a:r>
              <a:rPr sz="1200">
                <a:latin typeface="Arial"/>
              </a:rPr>
              <a:t>[FOUNDATION] This is the setup for the next three slides on drift. Don't editorialize on drift yet — the audience will see it themselves.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3540751" name="Slide Number Placeholder 1"/>
          <p:cNvSpPr>
            <a:spLocks noGrp="1"/>
          </p:cNvSpPr>
          <p:nvPr>
            <p:ph type="sldNum" sz="quarter" idx="5"/>
          </p:nvPr>
        </p:nvSpPr>
        <p:spPr bwMode="auto"/>
      </p:sp>
      <p:sp>
        <p:nvSpPr>
          <p:cNvPr id="385281802" name="Slide Image Placeholder 2"/>
          <p:cNvSpPr>
            <a:spLocks noChangeAspect="1" noGrp="1" noRot="1"/>
          </p:cNvSpPr>
          <p:nvPr>
            <p:ph type="sldImg" idx="2"/>
          </p:nvPr>
        </p:nvSpPr>
        <p:spPr bwMode="auto">
          <a:xfrm>
            <a:off x="0" y="0"/>
            <a:ext cx="6796088" cy="3822700"/>
          </a:xfrm>
        </p:spPr>
      </p:sp>
      <p:sp>
        <p:nvSpPr>
          <p:cNvPr id="1544298527" name="Notes Placeholder 3"/>
          <p:cNvSpPr>
            <a:spLocks noGrp="1"/>
          </p:cNvSpPr>
          <p:nvPr>
            <p:ph type="body" sz="quarter" idx="3"/>
          </p:nvPr>
        </p:nvSpPr>
        <p:spPr bwMode="auto"/>
        <p:txBody>
          <a:bodyPr/>
          <a:lstStyle/>
          <a:p>
            <a:pPr>
              <a:defRPr/>
            </a:pPr>
            <a:r>
              <a:rPr sz="1200">
                <a:latin typeface="Arial"/>
              </a:rPr>
              <a:t>[DO] Pull up Fill and Cap side by side. Walk the five sections in order.</a:t>
            </a:r>
            <a:endParaRPr/>
          </a:p>
          <a:p>
            <a:pPr>
              <a:defRPr/>
            </a:pPr>
            <a:r>
              <a:rPr sz="1200">
                <a:latin typeface="Arial"/>
              </a:rPr>
              <a:t>[SAY] "Sections 1, 2, 3, 5 are nearly identical between stations. Section 4 — the state machine — is the only meaningfully different part. Section 4 is what makes the station the station."</a:t>
            </a:r>
            <a:endParaRPr/>
          </a:p>
          <a:p>
            <a:pPr>
              <a:defRPr/>
            </a:pPr>
            <a:r>
              <a:rPr sz="1200">
                <a:latin typeface="Arial"/>
              </a:rPr>
              <a:t>[FOUNDATION] This is the setup for the next three slides on drift. Don't editorialize on drift yet — the audience will see it themselves.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857781" name="Slide Number Placeholder 1"/>
          <p:cNvSpPr>
            <a:spLocks noGrp="1"/>
          </p:cNvSpPr>
          <p:nvPr>
            <p:ph type="sldNum" sz="quarter" idx="5"/>
          </p:nvPr>
        </p:nvSpPr>
        <p:spPr bwMode="auto"/>
      </p:sp>
      <p:sp>
        <p:nvSpPr>
          <p:cNvPr id="1407690159" name="Slide Image Placeholder 2"/>
          <p:cNvSpPr>
            <a:spLocks noChangeAspect="1" noGrp="1" noRot="1"/>
          </p:cNvSpPr>
          <p:nvPr>
            <p:ph type="sldImg" idx="2"/>
          </p:nvPr>
        </p:nvSpPr>
        <p:spPr bwMode="auto">
          <a:xfrm>
            <a:off x="0" y="0"/>
            <a:ext cx="6796088" cy="3822700"/>
          </a:xfrm>
        </p:spPr>
      </p:sp>
      <p:sp>
        <p:nvSpPr>
          <p:cNvPr id="624706507" name="Notes Placeholder 3"/>
          <p:cNvSpPr>
            <a:spLocks noGrp="1"/>
          </p:cNvSpPr>
          <p:nvPr>
            <p:ph type="body" sz="quarter" idx="3"/>
          </p:nvPr>
        </p:nvSpPr>
        <p:spPr bwMode="auto"/>
        <p:txBody>
          <a:bodyPr/>
          <a:lstStyle/>
          <a:p>
            <a:pPr>
              <a:defRPr/>
            </a:pPr>
            <a:r>
              <a:rPr sz="1200">
                <a:latin typeface="Arial"/>
              </a:rPr>
              <a:t>[DO] Pull up Fill and Cap side by side. Walk the five sections in order.</a:t>
            </a:r>
            <a:endParaRPr/>
          </a:p>
          <a:p>
            <a:pPr>
              <a:defRPr/>
            </a:pPr>
            <a:r>
              <a:rPr sz="1200">
                <a:latin typeface="Arial"/>
              </a:rPr>
              <a:t>[SAY] "Sections 1, 2, 3, 5 are nearly identical between stations. Section 4 — the state machine — is the only meaningfully different part. Section 4 is what makes the station the station."</a:t>
            </a:r>
            <a:endParaRPr/>
          </a:p>
          <a:p>
            <a:pPr>
              <a:defRPr/>
            </a:pPr>
            <a:r>
              <a:rPr sz="1200">
                <a:latin typeface="Arial"/>
              </a:rPr>
              <a:t>[FOUNDATION] This is the setup for the next three slides on drift. Don't editorialize on drift yet — the audience will see it themselves.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2660848" name="Slide Number Placeholder 1"/>
          <p:cNvSpPr>
            <a:spLocks noGrp="1"/>
          </p:cNvSpPr>
          <p:nvPr>
            <p:ph type="sldNum" sz="quarter" idx="5"/>
          </p:nvPr>
        </p:nvSpPr>
        <p:spPr bwMode="auto"/>
      </p:sp>
      <p:sp>
        <p:nvSpPr>
          <p:cNvPr id="1144167606" name="Slide Image Placeholder 2"/>
          <p:cNvSpPr>
            <a:spLocks noChangeAspect="1" noGrp="1" noRot="1"/>
          </p:cNvSpPr>
          <p:nvPr>
            <p:ph type="sldImg" idx="2"/>
          </p:nvPr>
        </p:nvSpPr>
        <p:spPr bwMode="auto">
          <a:xfrm>
            <a:off x="0" y="0"/>
            <a:ext cx="6796088" cy="3822700"/>
          </a:xfrm>
        </p:spPr>
      </p:sp>
      <p:sp>
        <p:nvSpPr>
          <p:cNvPr id="1958245281" name="Notes Placeholder 3"/>
          <p:cNvSpPr>
            <a:spLocks noGrp="1"/>
          </p:cNvSpPr>
          <p:nvPr>
            <p:ph type="body" sz="quarter" idx="3"/>
          </p:nvPr>
        </p:nvSpPr>
        <p:spPr bwMode="auto"/>
        <p:txBody>
          <a:bodyPr/>
          <a:lstStyle/>
          <a:p>
            <a:pPr>
              <a:defRPr/>
            </a:pPr>
            <a:r>
              <a:rPr sz="1200">
                <a:latin typeface="Arial"/>
              </a:rPr>
              <a:t>[DO] Pull up Fill and Cap side by side. Walk the five sections in order.</a:t>
            </a:r>
            <a:endParaRPr/>
          </a:p>
          <a:p>
            <a:pPr>
              <a:defRPr/>
            </a:pPr>
            <a:r>
              <a:rPr sz="1200">
                <a:latin typeface="Arial"/>
              </a:rPr>
              <a:t>[SAY] "Sections 1, 2, 3, 5 are nearly identical between stations. Section 4 — the state machine — is the only meaningfully different part. Section 4 is what makes the station the station."</a:t>
            </a:r>
            <a:endParaRPr/>
          </a:p>
          <a:p>
            <a:pPr>
              <a:defRPr/>
            </a:pPr>
            <a:r>
              <a:rPr sz="1200">
                <a:latin typeface="Arial"/>
              </a:rPr>
              <a:t>[FOUNDATION] This is the setup for the next three slides on drift. Don't editorialize on drift yet — the audience will see it themselves.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42107580" name="Slide Number Placeholder 1"/>
          <p:cNvSpPr>
            <a:spLocks noGrp="1"/>
          </p:cNvSpPr>
          <p:nvPr>
            <p:ph type="sldNum" sz="quarter" idx="5"/>
          </p:nvPr>
        </p:nvSpPr>
        <p:spPr bwMode="auto"/>
      </p:sp>
      <p:sp>
        <p:nvSpPr>
          <p:cNvPr id="1364062212" name="Slide Image Placeholder 2"/>
          <p:cNvSpPr>
            <a:spLocks noChangeAspect="1" noGrp="1" noRot="1"/>
          </p:cNvSpPr>
          <p:nvPr>
            <p:ph type="sldImg" idx="2"/>
          </p:nvPr>
        </p:nvSpPr>
        <p:spPr bwMode="auto">
          <a:xfrm>
            <a:off x="0" y="0"/>
            <a:ext cx="6796088" cy="3822700"/>
          </a:xfrm>
        </p:spPr>
      </p:sp>
      <p:sp>
        <p:nvSpPr>
          <p:cNvPr id="1471887347" name="Notes Placeholder 3"/>
          <p:cNvSpPr>
            <a:spLocks noGrp="1"/>
          </p:cNvSpPr>
          <p:nvPr>
            <p:ph type="body" sz="quarter" idx="3"/>
          </p:nvPr>
        </p:nvSpPr>
        <p:spPr bwMode="auto"/>
        <p:txBody>
          <a:bodyPr/>
          <a:lstStyle/>
          <a:p>
            <a:pPr>
              <a:defRPr/>
            </a:pPr>
            <a:r>
              <a:rPr sz="1200">
                <a:latin typeface="Arial"/>
              </a:rPr>
              <a:t>[DO] Pull up Fill and Cap side by side. Walk the five sections in order.</a:t>
            </a:r>
            <a:endParaRPr/>
          </a:p>
          <a:p>
            <a:pPr>
              <a:defRPr/>
            </a:pPr>
            <a:r>
              <a:rPr sz="1200">
                <a:latin typeface="Arial"/>
              </a:rPr>
              <a:t>[SAY] "Sections 1, 2, 3, 5 are nearly identical between stations. Section 4 — the state machine — is the only meaningfully different part. Section 4 is what makes the station the station."</a:t>
            </a:r>
            <a:endParaRPr/>
          </a:p>
          <a:p>
            <a:pPr>
              <a:defRPr/>
            </a:pPr>
            <a:r>
              <a:rPr sz="1200">
                <a:latin typeface="Arial"/>
              </a:rPr>
              <a:t>[FOUNDATION] This is the setup for the next three slides on drift. Don't editorialize on drift yet — the audience will see it themselves.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8665778" name="Slide Number Placeholder 1"/>
          <p:cNvSpPr>
            <a:spLocks noGrp="1"/>
          </p:cNvSpPr>
          <p:nvPr>
            <p:ph type="sldNum" sz="quarter" idx="5"/>
          </p:nvPr>
        </p:nvSpPr>
        <p:spPr bwMode="auto"/>
      </p:sp>
      <p:sp>
        <p:nvSpPr>
          <p:cNvPr id="752860042" name="Slide Image Placeholder 2"/>
          <p:cNvSpPr>
            <a:spLocks noChangeAspect="1" noGrp="1" noRot="1"/>
          </p:cNvSpPr>
          <p:nvPr>
            <p:ph type="sldImg" idx="2"/>
          </p:nvPr>
        </p:nvSpPr>
        <p:spPr bwMode="auto">
          <a:xfrm>
            <a:off x="0" y="0"/>
            <a:ext cx="6796088" cy="3822700"/>
          </a:xfrm>
        </p:spPr>
      </p:sp>
      <p:sp>
        <p:nvSpPr>
          <p:cNvPr id="980212725" name="Notes Placeholder 3"/>
          <p:cNvSpPr>
            <a:spLocks noGrp="1"/>
          </p:cNvSpPr>
          <p:nvPr>
            <p:ph type="body" sz="quarter" idx="3"/>
          </p:nvPr>
        </p:nvSpPr>
        <p:spPr bwMode="auto"/>
        <p:txBody>
          <a:bodyPr/>
          <a:lstStyle/>
          <a:p>
            <a:pPr>
              <a:defRPr/>
            </a:pPr>
            <a:r>
              <a:rPr sz="1200">
                <a:latin typeface="Arial"/>
              </a:rPr>
              <a:t>[DO] Pull up Fill and Cap side by side. Walk the five sections in order.</a:t>
            </a:r>
            <a:endParaRPr/>
          </a:p>
          <a:p>
            <a:pPr>
              <a:defRPr/>
            </a:pPr>
            <a:r>
              <a:rPr sz="1200">
                <a:latin typeface="Arial"/>
              </a:rPr>
              <a:t>[SAY] "Sections 1, 2, 3, 5 are nearly identical between stations. Section 4 — the state machine — is the only meaningfully different part. Section 4 is what makes the station the station."</a:t>
            </a:r>
            <a:endParaRPr/>
          </a:p>
          <a:p>
            <a:pPr>
              <a:defRPr/>
            </a:pPr>
            <a:r>
              <a:rPr sz="1200">
                <a:latin typeface="Arial"/>
              </a:rPr>
              <a:t>[FOUNDATION] This is the setup for the next three slides on drift. Don't editorialize on drift yet — the audience will see it themselves.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43693331" name="Slide Number Placeholder 1"/>
          <p:cNvSpPr>
            <a:spLocks noGrp="1"/>
          </p:cNvSpPr>
          <p:nvPr>
            <p:ph type="sldNum" sz="quarter" idx="5"/>
          </p:nvPr>
        </p:nvSpPr>
        <p:spPr bwMode="auto"/>
      </p:sp>
      <p:sp>
        <p:nvSpPr>
          <p:cNvPr id="1199562072" name="Slide Image Placeholder 2"/>
          <p:cNvSpPr>
            <a:spLocks noChangeAspect="1" noGrp="1" noRot="1"/>
          </p:cNvSpPr>
          <p:nvPr>
            <p:ph type="sldImg" idx="2"/>
          </p:nvPr>
        </p:nvSpPr>
        <p:spPr bwMode="auto">
          <a:xfrm>
            <a:off x="0" y="0"/>
            <a:ext cx="6796088" cy="3822700"/>
          </a:xfrm>
        </p:spPr>
      </p:sp>
      <p:sp>
        <p:nvSpPr>
          <p:cNvPr id="904772645" name="Notes Placeholder 3"/>
          <p:cNvSpPr>
            <a:spLocks noGrp="1"/>
          </p:cNvSpPr>
          <p:nvPr>
            <p:ph type="body" sz="quarter" idx="3"/>
          </p:nvPr>
        </p:nvSpPr>
        <p:spPr bwMode="auto"/>
        <p:txBody>
          <a:bodyPr/>
          <a:lstStyle/>
          <a:p>
            <a:pPr>
              <a:defRPr/>
            </a:pPr>
            <a:r>
              <a:rPr sz="1200">
                <a:latin typeface="Arial"/>
              </a:rPr>
              <a:t>[SAY — only the names. The next three slides have the code.]</a:t>
            </a:r>
            <a:br>
              <a:rPr sz="1200">
                <a:latin typeface="Arial"/>
              </a:rPr>
            </a:br>
            <a:r>
              <a:rPr sz="1200">
                <a:latin typeface="Arial"/>
              </a:rPr>
              <a:t>"Three drifts, all between stations that should look the same. Pedagogical, not bugs — they're the setup for CR-1's reveal moment."</a:t>
            </a:r>
            <a:endParaRPr/>
          </a:p>
          <a:p>
            <a:pPr>
              <a:defRPr/>
            </a:pPr>
            <a:r>
              <a:rPr sz="1200">
                <a:latin typeface="Arial"/>
              </a:rPr>
              <a:t>[DO] Do NOT editorialize on the drift yet. Just show the three names. The discussion happens after CR-1 when attendees discover they've inherited the drift by copy-paste.</a:t>
            </a:r>
            <a:endParaRPr/>
          </a:p>
          <a:p>
            <a:pPr>
              <a:defRPr/>
            </a:pPr>
            <a:r>
              <a:rPr sz="1200">
                <a:latin typeface="Arial"/>
              </a:rPr>
              <a:t>[CONTEXT — DO NOT TIDY UP IN THE REPO] These drifts are deliberate. If you "clean them up" before the workshop, you destroy the CR-1 reveal.</a:t>
            </a:r>
            <a:endParaRPr/>
          </a:p>
          <a:p>
            <a:pPr>
              <a:defRPr/>
            </a:pPr>
            <a:r>
              <a:rPr sz="1200">
                <a:latin typeface="Arial"/>
              </a:rPr>
              <a:t>[WATCH FOR] If anyone in the room laughs or groans during a drift reveal — that's the workshop working. Note who; ask them later if they have a specific story.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4565821" name="Slide Number Placeholder 1"/>
          <p:cNvSpPr>
            <a:spLocks noGrp="1"/>
          </p:cNvSpPr>
          <p:nvPr>
            <p:ph type="sldNum" sz="quarter" idx="5"/>
          </p:nvPr>
        </p:nvSpPr>
        <p:spPr bwMode="auto"/>
      </p:sp>
      <p:sp>
        <p:nvSpPr>
          <p:cNvPr id="639441281" name="Slide Image Placeholder 2"/>
          <p:cNvSpPr>
            <a:spLocks noChangeAspect="1" noGrp="1" noRot="1"/>
          </p:cNvSpPr>
          <p:nvPr>
            <p:ph type="sldImg" idx="2"/>
          </p:nvPr>
        </p:nvSpPr>
        <p:spPr bwMode="auto">
          <a:xfrm>
            <a:off x="0" y="0"/>
            <a:ext cx="6796088" cy="3822700"/>
          </a:xfrm>
        </p:spPr>
      </p:sp>
      <p:sp>
        <p:nvSpPr>
          <p:cNvPr id="1648155355" name="Notes Placeholder 3"/>
          <p:cNvSpPr>
            <a:spLocks noGrp="1"/>
          </p:cNvSpPr>
          <p:nvPr>
            <p:ph type="body" sz="quarter" idx="3"/>
          </p:nvPr>
        </p:nvSpPr>
        <p:spPr bwMode="auto"/>
        <p:txBody>
          <a:bodyPr/>
          <a:lstStyle/>
          <a:p>
            <a:pPr>
              <a:defRPr/>
            </a:pPr>
            <a:r>
              <a:rPr sz="1200">
                <a:latin typeface="Arial"/>
              </a:rPr>
              <a:t>[SAY — only the names. The next three slides have the code.]</a:t>
            </a:r>
            <a:br>
              <a:rPr sz="1200">
                <a:latin typeface="Arial"/>
              </a:rPr>
            </a:br>
            <a:r>
              <a:rPr sz="1200">
                <a:latin typeface="Arial"/>
              </a:rPr>
              <a:t>"Three drifts, all between stations that should look the same. Pedagogical, not bugs — they're the setup for CR-1's reveal moment."</a:t>
            </a:r>
            <a:endParaRPr/>
          </a:p>
          <a:p>
            <a:pPr>
              <a:defRPr/>
            </a:pPr>
            <a:r>
              <a:rPr sz="1200">
                <a:latin typeface="Arial"/>
              </a:rPr>
              <a:t>[DO] Do NOT editorialize on the drift yet. Just show the three names. The discussion happens after CR-1 when attendees discover they've inherited the drift by copy-paste.</a:t>
            </a:r>
            <a:endParaRPr/>
          </a:p>
          <a:p>
            <a:pPr>
              <a:defRPr/>
            </a:pPr>
            <a:r>
              <a:rPr sz="1200">
                <a:latin typeface="Arial"/>
              </a:rPr>
              <a:t>[CONTEXT — DO NOT TIDY UP IN THE REPO] These drifts are deliberate. If you "clean them up" before the workshop, you destroy the CR-1 reveal.</a:t>
            </a:r>
            <a:endParaRPr/>
          </a:p>
          <a:p>
            <a:pPr>
              <a:defRPr/>
            </a:pPr>
            <a:r>
              <a:rPr sz="1200">
                <a:latin typeface="Arial"/>
              </a:rPr>
              <a:t>[WATCH FOR] If anyone in the room laughs or groans during a drift reveal — that's the workshop working. Note who; ask them later if they have a specific story.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58169619" name="Slide Number Placeholder 1"/>
          <p:cNvSpPr>
            <a:spLocks noGrp="1"/>
          </p:cNvSpPr>
          <p:nvPr>
            <p:ph type="sldNum" sz="quarter" idx="5"/>
          </p:nvPr>
        </p:nvSpPr>
        <p:spPr bwMode="auto"/>
      </p:sp>
      <p:sp>
        <p:nvSpPr>
          <p:cNvPr id="1361896813" name="Slide Image Placeholder 2"/>
          <p:cNvSpPr>
            <a:spLocks noChangeAspect="1" noGrp="1" noRot="1"/>
          </p:cNvSpPr>
          <p:nvPr>
            <p:ph type="sldImg" idx="2"/>
          </p:nvPr>
        </p:nvSpPr>
        <p:spPr bwMode="auto">
          <a:xfrm>
            <a:off x="0" y="0"/>
            <a:ext cx="6796088" cy="3822700"/>
          </a:xfrm>
        </p:spPr>
      </p:sp>
      <p:sp>
        <p:nvSpPr>
          <p:cNvPr id="886363760" name="Notes Placeholder 3"/>
          <p:cNvSpPr>
            <a:spLocks noGrp="1"/>
          </p:cNvSpPr>
          <p:nvPr>
            <p:ph type="body" sz="quarter" idx="3"/>
          </p:nvPr>
        </p:nvSpPr>
        <p:spPr bwMode="auto"/>
        <p:txBody>
          <a:bodyPr/>
          <a:lstStyle/>
          <a:p>
            <a:pPr>
              <a:defRPr/>
            </a:pPr>
            <a:r>
              <a:rPr sz="1200">
                <a:latin typeface="Arial"/>
              </a:rPr>
              <a:t>[SAY] "Both implementations look reasonable in isolation. Side-by-side they're a maintenance trap."</a:t>
            </a:r>
            <a:endParaRPr/>
          </a:p>
          <a:p>
            <a:pPr>
              <a:defRPr/>
            </a:pPr>
            <a:r>
              <a:rPr sz="1200">
                <a:latin typeface="Arial"/>
              </a:rPr>
              <a:t>[KEY POINT] Nobody wrote buggy code. Both stations work. The system itself failed to enforce consistency — there's no way for the procedural architecture to say 'all stations ack the same way.'</a:t>
            </a:r>
            <a:endParaRPr/>
          </a:p>
          <a:p>
            <a:pPr>
              <a:defRPr/>
            </a:pPr>
            <a:r>
              <a:rPr sz="1200">
                <a:latin typeface="Arial"/>
              </a:rPr>
              <a:t>[SETUP FOR CR-1] This is the drift that catches people on CR-1. They copy the Pause guard from Fill (R_TRIG style) into Label (level style) and the inconsistency compounds.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2616552" name="Slide Number Placeholder 1"/>
          <p:cNvSpPr>
            <a:spLocks noGrp="1"/>
          </p:cNvSpPr>
          <p:nvPr>
            <p:ph type="sldNum" sz="quarter" idx="5"/>
          </p:nvPr>
        </p:nvSpPr>
        <p:spPr bwMode="auto"/>
      </p:sp>
      <p:sp>
        <p:nvSpPr>
          <p:cNvPr id="1320271262" name="Slide Image Placeholder 2"/>
          <p:cNvSpPr>
            <a:spLocks noChangeAspect="1" noGrp="1" noRot="1"/>
          </p:cNvSpPr>
          <p:nvPr>
            <p:ph type="sldImg" idx="2"/>
          </p:nvPr>
        </p:nvSpPr>
        <p:spPr bwMode="auto">
          <a:xfrm>
            <a:off x="0" y="0"/>
            <a:ext cx="6796088" cy="3822700"/>
          </a:xfrm>
        </p:spPr>
      </p:sp>
      <p:sp>
        <p:nvSpPr>
          <p:cNvPr id="786390" name="Notes Placeholder 3"/>
          <p:cNvSpPr>
            <a:spLocks noGrp="1"/>
          </p:cNvSpPr>
          <p:nvPr>
            <p:ph type="body" sz="quarter" idx="3"/>
          </p:nvPr>
        </p:nvSpPr>
        <p:spPr bwMode="auto"/>
        <p:txBody>
          <a:bodyPr/>
          <a:lstStyle/>
          <a:p>
            <a:pPr>
              <a:defRPr/>
            </a:pPr>
            <a:r>
              <a:rPr sz="1200">
                <a:latin typeface="Arial"/>
              </a:rPr>
              <a:t>[SAY] "Both work. Neither is wrong. They diverge for no reason."</a:t>
            </a:r>
            <a:endParaRPr/>
          </a:p>
          <a:p>
            <a:pPr>
              <a:defRPr/>
            </a:pPr>
            <a:r>
              <a:rPr sz="1200">
                <a:latin typeface="Arial"/>
              </a:rPr>
              <a:t>[CONTEXT] Someone clearly copied Label from a different project where 100/200/300 was the convention, and never normalized it.</a:t>
            </a:r>
            <a:endParaRPr/>
          </a:p>
          <a:p>
            <a:pPr>
              <a:defRPr/>
            </a:pPr>
            <a:r>
              <a:rPr sz="1200">
                <a:latin typeface="Arial"/>
              </a:rPr>
              <a:t>[LESSON] The architecture has no opinion on naming. Conventions are tribal — they live in your head, not the compiler.</a:t>
            </a:r>
            <a:endParaRPr/>
          </a:p>
          <a:p>
            <a:pPr>
              <a:defRPr/>
            </a:pPr>
            <a:r>
              <a:rPr sz="1200">
                <a:latin typeface="Arial"/>
              </a:rPr>
              <a:t>[FORESHADOW] Stage 2's base class will normalize this for free. You'll see it in Block 2.</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8736431" name="Slide Number Placeholder 1"/>
          <p:cNvSpPr>
            <a:spLocks noGrp="1"/>
          </p:cNvSpPr>
          <p:nvPr>
            <p:ph type="sldNum" sz="quarter" idx="5"/>
          </p:nvPr>
        </p:nvSpPr>
        <p:spPr bwMode="auto"/>
      </p:sp>
      <p:sp>
        <p:nvSpPr>
          <p:cNvPr id="1868924052" name="Slide Image Placeholder 2"/>
          <p:cNvSpPr>
            <a:spLocks noChangeAspect="1" noGrp="1" noRot="1"/>
          </p:cNvSpPr>
          <p:nvPr>
            <p:ph type="sldImg" idx="2"/>
          </p:nvPr>
        </p:nvSpPr>
        <p:spPr bwMode="auto"/>
      </p:sp>
      <p:sp>
        <p:nvSpPr>
          <p:cNvPr id="1791383150" name="Notes Placeholder 3"/>
          <p:cNvSpPr>
            <a:spLocks noGrp="1"/>
          </p:cNvSpPr>
          <p:nvPr>
            <p:ph type="body" sz="quarter" idx="3"/>
          </p:nvPr>
        </p:nvSpPr>
        <p:spPr bwMode="auto"/>
        <p:txBody>
          <a:bodyPr/>
          <a:lstStyle/>
          <a:p>
            <a:pPr>
              <a:defRPr/>
            </a:pPr>
            <a:r>
              <a:rPr sz="1200">
                <a:latin typeface="Arial"/>
              </a:rPr>
              <a:t>[DO] Don't dwell — show it and move on.</a:t>
            </a:r>
            <a:endParaRPr/>
          </a:p>
          <a:p>
            <a:pPr>
              <a:defRPr/>
            </a:pPr>
            <a:r>
              <a:rPr sz="1200">
                <a:latin typeface="Arial"/>
              </a:rPr>
              <a:t>[LESSON] In procedural code, dead state lingers because removing it requires reading every reference everywhere. Nobody owns the cleanup.</a:t>
            </a:r>
            <a:endParaRPr/>
          </a:p>
          <a:p>
            <a:pPr>
              <a:defRPr/>
            </a:pPr>
            <a:r>
              <a:rPr sz="1200">
                <a:latin typeface="Arial"/>
              </a:rPr>
              <a:t>[FORESHADOW] In Stage 2 the base class won't carry </a:t>
            </a:r>
            <a:r>
              <a:rPr sz="1200">
                <a:latin typeface="Arial"/>
              </a:rPr>
              <a:t>ManualStep</a:t>
            </a:r>
            <a:r>
              <a:rPr sz="1200">
                <a:latin typeface="Arial"/>
              </a:rPr>
              <a:t>, so it can't propagate. In Stage 3 the FB has explicit dependencies; an unused field is loud.</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2948122" name="Slide Number Placeholder 1"/>
          <p:cNvSpPr>
            <a:spLocks noGrp="1"/>
          </p:cNvSpPr>
          <p:nvPr>
            <p:ph type="sldNum" sz="quarter" idx="5"/>
          </p:nvPr>
        </p:nvSpPr>
        <p:spPr bwMode="auto"/>
      </p:sp>
      <p:sp>
        <p:nvSpPr>
          <p:cNvPr id="470851503" name="Slide Image Placeholder 2"/>
          <p:cNvSpPr>
            <a:spLocks noChangeAspect="1" noGrp="1" noRot="1"/>
          </p:cNvSpPr>
          <p:nvPr>
            <p:ph type="sldImg" idx="2"/>
          </p:nvPr>
        </p:nvSpPr>
        <p:spPr bwMode="auto">
          <a:xfrm>
            <a:off x="0" y="0"/>
            <a:ext cx="6796088" cy="3822700"/>
          </a:xfrm>
        </p:spPr>
      </p:sp>
      <p:sp>
        <p:nvSpPr>
          <p:cNvPr id="1714708699" name="Notes Placeholder 3"/>
          <p:cNvSpPr>
            <a:spLocks noGrp="1"/>
          </p:cNvSpPr>
          <p:nvPr>
            <p:ph type="body" sz="quarter" idx="3"/>
          </p:nvPr>
        </p:nvSpPr>
        <p:spPr bwMode="auto"/>
        <p:txBody>
          <a:bodyPr/>
          <a:lstStyle/>
          <a:p>
            <a:pPr>
              <a:defRPr/>
            </a:pPr>
            <a:r>
              <a:rPr sz="1200">
                <a:latin typeface="Arial"/>
              </a:rPr>
              <a:t>[ASK — three-step audience hands-up]</a:t>
            </a:r>
            <a:br>
              <a:rPr sz="1200">
                <a:latin typeface="Arial"/>
              </a:rPr>
            </a:br>
            <a:r>
              <a:rPr sz="1200">
                <a:latin typeface="Arial"/>
              </a:rPr>
              <a:t>1. "Anyone written something that looks like this in the last six months?" → most hands.</a:t>
            </a:r>
            <a:br>
              <a:rPr sz="1200">
                <a:latin typeface="Arial"/>
              </a:rPr>
            </a:br>
            <a:r>
              <a:rPr sz="1200">
                <a:latin typeface="Arial"/>
              </a:rPr>
              <a:t>2. "Anyone written EXACTLY five files like this?" → some hands stay up.</a:t>
            </a:r>
            <a:br>
              <a:rPr sz="1200">
                <a:latin typeface="Arial"/>
              </a:rPr>
            </a:br>
            <a:r>
              <a:rPr sz="1200">
                <a:latin typeface="Arial"/>
              </a:rPr>
              <a:t>3. "Anyone copied station 5 from station 4 and then had to fix four things?" → more hands.</a:t>
            </a:r>
            <a:endParaRPr/>
          </a:p>
          <a:p>
            <a:pPr>
              <a:defRPr/>
            </a:pPr>
            <a:r>
              <a:rPr sz="1200">
                <a:latin typeface="Arial"/>
              </a:rPr>
              <a:t>[CLOSE] "Good. Hold on to that feeling. We're about to make it worse with CR-1."</a:t>
            </a:r>
            <a:endParaRPr/>
          </a:p>
          <a:p>
            <a:pPr>
              <a:defRPr/>
            </a:pPr>
            <a:r>
              <a:rPr sz="1200">
                <a:latin typeface="Arial"/>
              </a:rPr>
              <a:t>[DO] Don't rush past this slide — earn the audience commitment before starting the timer. The first reveal is coming.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0926642" name="Slide Number Placeholder 1"/>
          <p:cNvSpPr>
            <a:spLocks noGrp="1"/>
          </p:cNvSpPr>
          <p:nvPr>
            <p:ph type="sldNum" sz="quarter" idx="5"/>
          </p:nvPr>
        </p:nvSpPr>
        <p:spPr bwMode="auto"/>
      </p:sp>
      <p:sp>
        <p:nvSpPr>
          <p:cNvPr id="953892884" name="Slide Image Placeholder 2"/>
          <p:cNvSpPr>
            <a:spLocks noChangeAspect="1" noGrp="1" noRot="1"/>
          </p:cNvSpPr>
          <p:nvPr>
            <p:ph type="sldImg" idx="2"/>
          </p:nvPr>
        </p:nvSpPr>
        <p:spPr bwMode="auto">
          <a:xfrm>
            <a:off x="0" y="0"/>
            <a:ext cx="6796088" cy="3822700"/>
          </a:xfrm>
        </p:spPr>
      </p:sp>
      <p:sp>
        <p:nvSpPr>
          <p:cNvPr id="1875480079" name="Notes Placeholder 3"/>
          <p:cNvSpPr>
            <a:spLocks noGrp="1"/>
          </p:cNvSpPr>
          <p:nvPr>
            <p:ph type="body" sz="quarter" idx="3"/>
          </p:nvPr>
        </p:nvSpPr>
        <p:spPr bwMode="auto"/>
        <p:txBody>
          <a:bodyPr/>
          <a:lstStyle/>
          <a:p>
            <a:pPr>
              <a:defRPr/>
            </a:pPr>
            <a:r>
              <a:rPr sz="1200">
                <a:latin typeface="Arial"/>
              </a:rPr>
              <a:t>[ABOUT THE PUSHBACK SLIDES] First of ~10 in the deck. Format is the same throughout: customer's actual objection on top, rehearsed FAE answer below. Run THIS one explicitly so the format is established. Later ones can be flashed quickly unless the room wants to dwell.</a:t>
            </a:r>
            <a:endParaRPr/>
          </a:p>
          <a:p>
            <a:pPr>
              <a:defRPr/>
            </a:pPr>
            <a:r>
              <a:rPr sz="1200">
                <a:latin typeface="Arial"/>
              </a:rPr>
              <a:t>[WHY THIS ONE MATTERS] Most common objection FAEs get from senior controls engineers.</a:t>
            </a:r>
            <a:endParaRPr/>
          </a:p>
          <a:p>
            <a:pPr>
              <a:defRPr/>
            </a:pPr>
            <a:r>
              <a:rPr sz="1200">
                <a:latin typeface="Arial"/>
              </a:rPr>
              <a:t>[CUSTOMER-CONVERSATION PATTERN] Note the structure: respect the customer ("you're right") before pivoting to the cost ("what happens when…"). Flag this as a template for any pushback rebuttal.</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8025369" name="Slide Number Placeholder 1"/>
          <p:cNvSpPr>
            <a:spLocks noGrp="1"/>
          </p:cNvSpPr>
          <p:nvPr>
            <p:ph type="sldNum" sz="quarter" idx="5"/>
          </p:nvPr>
        </p:nvSpPr>
        <p:spPr bwMode="auto"/>
      </p:sp>
      <p:sp>
        <p:nvSpPr>
          <p:cNvPr id="269565863" name="Slide Image Placeholder 2"/>
          <p:cNvSpPr>
            <a:spLocks noChangeAspect="1" noGrp="1" noRot="1"/>
          </p:cNvSpPr>
          <p:nvPr>
            <p:ph type="sldImg" idx="2"/>
          </p:nvPr>
        </p:nvSpPr>
        <p:spPr bwMode="auto">
          <a:xfrm>
            <a:off x="0" y="0"/>
            <a:ext cx="6796088" cy="3822700"/>
          </a:xfrm>
        </p:spPr>
      </p:sp>
      <p:sp>
        <p:nvSpPr>
          <p:cNvPr id="1911264125" name="Notes Placeholder 3"/>
          <p:cNvSpPr>
            <a:spLocks noGrp="1"/>
          </p:cNvSpPr>
          <p:nvPr>
            <p:ph type="body" sz="quarter" idx="3"/>
          </p:nvPr>
        </p:nvSpPr>
        <p:spPr bwMode="auto"/>
        <p:txBody>
          <a:bodyPr/>
          <a:lstStyle/>
          <a:p>
            <a:pPr>
              <a:defRPr/>
            </a:pPr>
            <a:r>
              <a:rPr sz="1200">
                <a:latin typeface="Arial"/>
              </a:rPr>
              <a:t>[SAY — read CR-1 verbatim]</a:t>
            </a:r>
            <a:br>
              <a:rPr sz="1200">
                <a:latin typeface="Arial"/>
              </a:rPr>
            </a:br>
            <a:r>
              <a:rPr sz="1200">
                <a:latin typeface="Arial"/>
              </a:rPr>
              <a:t>"Add a global Pause input. When </a:t>
            </a:r>
            <a:r>
              <a:rPr sz="1200">
                <a:latin typeface="Arial"/>
              </a:rPr>
              <a:t>ModePause</a:t>
            </a:r>
            <a:r>
              <a:rPr sz="1200">
                <a:latin typeface="Arial"/>
              </a:rPr>
              <a:t> is TRUE, every station should hold. Exception: the Fill station must ignore Pause mid-cycle — pausing a half-filled bottle ruins the product."</a:t>
            </a:r>
            <a:endParaRPr/>
          </a:p>
          <a:p>
            <a:pPr>
              <a:defRPr/>
            </a:pPr>
            <a:r>
              <a:rPr sz="1200">
                <a:latin typeface="Arial"/>
              </a:rPr>
              <a:t>[THE TRAP] Most attendees miss the Fill exception on first read and write a uniform Pause guard.</a:t>
            </a:r>
            <a:endParaRPr/>
          </a:p>
          <a:p>
            <a:pPr>
              <a:defRPr/>
            </a:pPr>
            <a:r>
              <a:rPr sz="1200">
                <a:latin typeface="Arial"/>
              </a:rPr>
              <a:t>[DO]</a:t>
            </a:r>
            <a:br>
              <a:rPr sz="1200">
                <a:latin typeface="Arial"/>
              </a:rPr>
            </a:br>
            <a:r>
              <a:rPr sz="1200">
                <a:latin typeface="Arial"/>
              </a:rPr>
              <a:t>1. Switch presenter to `stage-1-broken`. Show the compile error in MAIN.</a:t>
            </a:r>
            <a:br>
              <a:rPr sz="1200">
                <a:latin typeface="Arial"/>
              </a:rPr>
            </a:br>
            <a:r>
              <a:rPr sz="1200">
                <a:latin typeface="Arial"/>
              </a:rPr>
              <a:t>2. "30 seconds to read the broken state, then 15 minutes to fix it."</a:t>
            </a:r>
            <a:br>
              <a:rPr sz="1200">
                <a:latin typeface="Arial"/>
              </a:rPr>
            </a:br>
            <a:r>
              <a:rPr sz="1200">
                <a:latin typeface="Arial"/>
              </a:rPr>
              <a:t>3. Set the timer. Walk the room. DON'T HELP. Wait until people are ~10 minutes in before you interrupt for the reveal slide.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47336267" name="Slide Number Placeholder 1"/>
          <p:cNvSpPr>
            <a:spLocks noGrp="1"/>
          </p:cNvSpPr>
          <p:nvPr>
            <p:ph type="sldNum" sz="quarter" idx="5"/>
          </p:nvPr>
        </p:nvSpPr>
        <p:spPr bwMode="auto"/>
      </p:sp>
      <p:sp>
        <p:nvSpPr>
          <p:cNvPr id="54020669" name="Slide Image Placeholder 2"/>
          <p:cNvSpPr>
            <a:spLocks noChangeAspect="1" noGrp="1" noRot="1"/>
          </p:cNvSpPr>
          <p:nvPr>
            <p:ph type="sldImg" idx="2"/>
          </p:nvPr>
        </p:nvSpPr>
        <p:spPr bwMode="auto">
          <a:xfrm>
            <a:off x="0" y="0"/>
            <a:ext cx="6796088" cy="3822700"/>
          </a:xfrm>
        </p:spPr>
      </p:sp>
      <p:sp>
        <p:nvSpPr>
          <p:cNvPr id="330715268" name="Notes Placeholder 3"/>
          <p:cNvSpPr>
            <a:spLocks noGrp="1"/>
          </p:cNvSpPr>
          <p:nvPr>
            <p:ph type="body" sz="quarter" idx="3"/>
          </p:nvPr>
        </p:nvSpPr>
        <p:spPr bwMode="auto"/>
        <p:txBody>
          <a:bodyPr/>
          <a:lstStyle/>
          <a:p>
            <a:pPr>
              <a:defRPr/>
            </a:pPr>
            <a:r>
              <a:rPr sz="1200">
                <a:latin typeface="Arial"/>
              </a:rPr>
              <a:t>[BEFORE] After attendees finish (or you call time): `git switch stage-1-cr1-applied` and `git diff stage-1-procedural --stat` on screen.</a:t>
            </a:r>
            <a:endParaRPr/>
          </a:p>
          <a:p>
            <a:pPr>
              <a:defRPr/>
            </a:pPr>
            <a:r>
              <a:rPr sz="1200">
                <a:latin typeface="Arial"/>
              </a:rPr>
              <a:t>[DO] Write the 5 / +50 / −13 number on the physical scoreboard whiteboard.</a:t>
            </a:r>
            <a:endParaRPr/>
          </a:p>
          <a:p>
            <a:pPr>
              <a:defRPr/>
            </a:pPr>
            <a:r>
              <a:rPr sz="1200">
                <a:latin typeface="Arial"/>
              </a:rPr>
              <a:t>[SAY] "This is what your codebase looks like after one CR."</a:t>
            </a:r>
            <a:endParaRPr/>
          </a:p>
          <a:p>
            <a:pPr>
              <a:defRPr/>
            </a:pPr>
            <a:r>
              <a:rPr sz="1200">
                <a:latin typeface="Arial"/>
              </a:rPr>
              <a:t>[ASK] "Show of hands — who got Fill's mid-cycle exception right on the first try?" Most won't.</a:t>
            </a:r>
            <a:endParaRPr/>
          </a:p>
          <a:p>
            <a:pPr>
              <a:defRPr/>
            </a:pPr>
            <a:r>
              <a:rPr sz="1200">
                <a:latin typeface="Arial"/>
              </a:rPr>
              <a:t>[FOLLOW-UP] "That's not a comment on you; it's a comment on the design. The exception is buried in the same Pause-guard logic every other station uses. You couldn't write it once and apply it correctly four ways."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9390639" name="Slide Number Placeholder 1"/>
          <p:cNvSpPr>
            <a:spLocks noGrp="1"/>
          </p:cNvSpPr>
          <p:nvPr>
            <p:ph type="sldNum" sz="quarter" idx="5"/>
          </p:nvPr>
        </p:nvSpPr>
        <p:spPr bwMode="auto"/>
      </p:sp>
      <p:sp>
        <p:nvSpPr>
          <p:cNvPr id="52961364" name="Slide Image Placeholder 2"/>
          <p:cNvSpPr>
            <a:spLocks noChangeAspect="1" noGrp="1" noRot="1"/>
          </p:cNvSpPr>
          <p:nvPr>
            <p:ph type="sldImg" idx="2"/>
          </p:nvPr>
        </p:nvSpPr>
        <p:spPr bwMode="auto">
          <a:xfrm>
            <a:off x="0" y="0"/>
            <a:ext cx="6796088" cy="3822700"/>
          </a:xfrm>
        </p:spPr>
      </p:sp>
      <p:sp>
        <p:nvSpPr>
          <p:cNvPr id="734426496" name="Notes Placeholder 3"/>
          <p:cNvSpPr>
            <a:spLocks noGrp="1"/>
          </p:cNvSpPr>
          <p:nvPr>
            <p:ph type="body" sz="quarter" idx="3"/>
          </p:nvPr>
        </p:nvSpPr>
        <p:spPr bwMode="auto"/>
        <p:txBody>
          <a:bodyPr/>
          <a:lstStyle/>
          <a:p>
            <a:pPr>
              <a:defRPr/>
            </a:pPr>
            <a:r>
              <a:rPr sz="1200">
                <a:latin typeface="Arial"/>
              </a:rPr>
              <a:t>[WHEN] After ~10 minutes, when most attendees are mid-fix. INTERRUPT.</a:t>
            </a:r>
            <a:endParaRPr/>
          </a:p>
          <a:p>
            <a:pPr>
              <a:defRPr/>
            </a:pPr>
            <a:r>
              <a:rPr sz="1200">
                <a:latin typeface="Arial"/>
              </a:rPr>
              <a:t>[ASK — two questions, in sequence]</a:t>
            </a:r>
            <a:br>
              <a:rPr sz="1200">
                <a:latin typeface="Arial"/>
              </a:rPr>
            </a:br>
            <a:r>
              <a:rPr sz="1200">
                <a:latin typeface="Arial"/>
              </a:rPr>
              <a:t>1. "How many of you copied your Pause logic into Label from Cap? From Fill? From Inspect?" → mixed hands.</a:t>
            </a:r>
            <a:br>
              <a:rPr sz="1200">
                <a:latin typeface="Arial"/>
              </a:rPr>
            </a:br>
            <a:r>
              <a:rPr sz="1200">
                <a:latin typeface="Arial"/>
              </a:rPr>
              <a:t>2. "Now: who has a level-based </a:t>
            </a:r>
            <a:r>
              <a:rPr sz="1200">
                <a:latin typeface="Arial"/>
              </a:rPr>
              <a:t>AlarmAck</a:t>
            </a:r>
            <a:r>
              <a:rPr sz="1200">
                <a:latin typeface="Arial"/>
              </a:rPr>
              <a:t> and who has an R_TRIG?" → the room goes quiet because some attendees realize they copied from a station with one ack style and pasted into one with the other.</a:t>
            </a:r>
            <a:r>
              <a:rPr lang="en-US" sz="1200">
                <a:latin typeface="Arial"/>
              </a:rPr>
              <a:t>  </a:t>
            </a:r>
            <a:endParaRPr/>
          </a:p>
          <a:p>
            <a:pPr marL="180000" marR="0" lvl="0" indent="-180000" algn="l" defTabSz="914400" rtl="0">
              <a:lnSpc>
                <a:spcPct val="100000"/>
              </a:lnSpc>
              <a:spcBef>
                <a:spcPts val="0"/>
              </a:spcBef>
              <a:spcAft>
                <a:spcPts val="0"/>
              </a:spcAft>
              <a:buClrTx/>
              <a:buSzTx/>
              <a:buFont typeface="Wingdings"/>
              <a:buChar char="§"/>
              <a:defRPr/>
            </a:pPr>
            <a:r>
              <a:rPr lang="en-US" sz="1200">
                <a:latin typeface="+mn-lt"/>
              </a:rPr>
              <a:t>3. In concentrating on Pause, you may have missed the alarm ack behavior differences.</a:t>
            </a:r>
            <a:endParaRPr sz="1200">
              <a:latin typeface="Arial"/>
            </a:endParaRPr>
          </a:p>
          <a:p>
            <a:pPr>
              <a:defRPr/>
            </a:pPr>
            <a:r>
              <a:rPr sz="1200">
                <a:latin typeface="Arial"/>
              </a:rPr>
              <a:t>[DELIVER THE LESSON]</a:t>
            </a:r>
            <a:br>
              <a:rPr sz="1200">
                <a:latin typeface="Arial"/>
              </a:rPr>
            </a:br>
            <a:r>
              <a:rPr sz="1200">
                <a:latin typeface="Arial"/>
              </a:rPr>
              <a:t>"That's the procedural maintenance trap. Drift you didn't know was there. The system itself failed to enforce consistency. You weren't writing buggy code — the architecture failed to help you."</a:t>
            </a:r>
            <a:endParaRPr/>
          </a:p>
          <a:p>
            <a:pPr>
              <a:defRPr/>
            </a:pPr>
            <a:r>
              <a:rPr sz="1200">
                <a:latin typeface="Arial"/>
              </a:rPr>
              <a:t>[DO] Let the silence sit for 5 seconds before moving on. The realization IS the lesson; don't trample it.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74074856" name="Slide Number Placeholder 1"/>
          <p:cNvSpPr>
            <a:spLocks noGrp="1"/>
          </p:cNvSpPr>
          <p:nvPr>
            <p:ph type="sldNum" sz="quarter" idx="5"/>
          </p:nvPr>
        </p:nvSpPr>
        <p:spPr bwMode="auto"/>
      </p:sp>
      <p:sp>
        <p:nvSpPr>
          <p:cNvPr id="536651837" name="Slide Image Placeholder 2"/>
          <p:cNvSpPr>
            <a:spLocks noChangeAspect="1" noGrp="1" noRot="1"/>
          </p:cNvSpPr>
          <p:nvPr>
            <p:ph type="sldImg" idx="2"/>
          </p:nvPr>
        </p:nvSpPr>
        <p:spPr bwMode="auto">
          <a:xfrm>
            <a:off x="0" y="0"/>
            <a:ext cx="6796088" cy="3822700"/>
          </a:xfrm>
        </p:spPr>
      </p:sp>
      <p:sp>
        <p:nvSpPr>
          <p:cNvPr id="1015021791" name="Notes Placeholder 3"/>
          <p:cNvSpPr>
            <a:spLocks noGrp="1"/>
          </p:cNvSpPr>
          <p:nvPr>
            <p:ph type="body" sz="quarter" idx="3"/>
          </p:nvPr>
        </p:nvSpPr>
        <p:spPr bwMode="auto"/>
        <p:txBody>
          <a:bodyPr/>
          <a:lstStyle/>
          <a:p>
            <a:pPr>
              <a:defRPr/>
            </a:pPr>
            <a:r>
              <a:rPr sz="1200">
                <a:latin typeface="Arial"/>
              </a:rPr>
              <a:t>[FRAME] Acknowledge that process catches some drift — then sharpen the point: process catches drift you notice; architecture catches the drift you don’t.</a:t>
            </a:r>
            <a:endParaRPr lang="en-US" sz="1200">
              <a:latin typeface="Arial"/>
            </a:endParaRPr>
          </a:p>
          <a:p>
            <a:pPr>
              <a:defRPr/>
            </a:pPr>
            <a:r>
              <a:rPr sz="1200">
                <a:latin typeface="Arial"/>
              </a:rPr>
              <a:t>[CALLBACK] Pair this with the line "Discipline is bounded; architecture is unbounded." You'll use it again in Block 2.</a:t>
            </a:r>
            <a:endParaRPr lang="en-US" sz="1200">
              <a:latin typeface="Arial"/>
            </a:endParaRPr>
          </a:p>
          <a:p>
            <a:pPr>
              <a:defRPr/>
            </a:pPr>
            <a:r>
              <a:rPr lang="en-US" sz="1200">
                <a:latin typeface="Arial"/>
              </a:rPr>
              <a:t>Bounded means limited.  There is a limit to how effective team discipline is, the limit being human error.  </a:t>
            </a:r>
            <a:endParaRPr sz="1200">
              <a:latin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6423515" name="Slide Number Placeholder 1"/>
          <p:cNvSpPr>
            <a:spLocks noGrp="1"/>
          </p:cNvSpPr>
          <p:nvPr>
            <p:ph type="sldNum" sz="quarter" idx="5"/>
          </p:nvPr>
        </p:nvSpPr>
        <p:spPr bwMode="auto"/>
      </p:sp>
      <p:sp>
        <p:nvSpPr>
          <p:cNvPr id="616928199" name="Slide Image Placeholder 2"/>
          <p:cNvSpPr>
            <a:spLocks noChangeAspect="1" noGrp="1" noRot="1"/>
          </p:cNvSpPr>
          <p:nvPr>
            <p:ph type="sldImg" idx="2"/>
          </p:nvPr>
        </p:nvSpPr>
        <p:spPr bwMode="auto">
          <a:xfrm>
            <a:off x="0" y="0"/>
            <a:ext cx="6796088" cy="3822700"/>
          </a:xfrm>
        </p:spPr>
      </p:sp>
      <p:sp>
        <p:nvSpPr>
          <p:cNvPr id="282105661" name="Notes Placeholder 3"/>
          <p:cNvSpPr>
            <a:spLocks noGrp="1"/>
          </p:cNvSpPr>
          <p:nvPr>
            <p:ph type="body" sz="quarter" idx="3"/>
          </p:nvPr>
        </p:nvSpPr>
        <p:spPr bwMode="auto"/>
        <p:txBody>
          <a:bodyPr/>
          <a:lstStyle/>
          <a:p>
            <a:pPr>
              <a:defRPr/>
            </a:pPr>
            <a:r>
              <a:rPr sz="1200">
                <a:latin typeface="Arial"/>
              </a:rPr>
              <a:t>[SAY — read CR-2 aloud, emphasize the phrase]</a:t>
            </a:r>
            <a:br>
              <a:rPr sz="1200">
                <a:latin typeface="Arial"/>
              </a:rPr>
            </a:br>
            <a:r>
              <a:rPr sz="1200">
                <a:latin typeface="Arial"/>
              </a:rPr>
              <a:t>"Two axes of variation at once. Alarm policy AND sequencer topology. Only one station, but the patterns have to coexist with the others."</a:t>
            </a:r>
            <a:endParaRPr/>
          </a:p>
          <a:p>
            <a:pPr>
              <a:defRPr/>
            </a:pPr>
            <a:r>
              <a:rPr sz="1200">
                <a:latin typeface="Arial"/>
              </a:rPr>
              <a:t>[DO] Set 15-minute timer. Walk the room.</a:t>
            </a:r>
            <a:endParaRPr/>
          </a:p>
          <a:p>
            <a:pPr>
              <a:defRPr/>
            </a:pPr>
            <a:r>
              <a:rPr sz="1200">
                <a:latin typeface="Arial"/>
              </a:rPr>
              <a:t>[WATCH FOR] The attempt: rewriting </a:t>
            </a:r>
            <a:r>
              <a:rPr sz="1200">
                <a:latin typeface="Arial"/>
              </a:rPr>
              <a:t>Inspect's</a:t>
            </a:r>
            <a:r>
              <a:rPr sz="1200">
                <a:latin typeface="Arial"/>
              </a:rPr>
              <a:t> CASE machine end-to-end with </a:t>
            </a:r>
            <a:r>
              <a:rPr sz="1200">
                <a:latin typeface="Arial"/>
              </a:rPr>
              <a:t>QualityFlag</a:t>
            </a:r>
            <a:r>
              <a:rPr sz="1200">
                <a:latin typeface="Arial"/>
              </a:rPr>
              <a:t>/</a:t>
            </a:r>
            <a:r>
              <a:rPr sz="1200">
                <a:latin typeface="Arial"/>
              </a:rPr>
              <a:t>QualityCode</a:t>
            </a:r>
            <a:r>
              <a:rPr sz="1200">
                <a:latin typeface="Arial"/>
              </a:rPr>
              <a:t>/</a:t>
            </a:r>
            <a:r>
              <a:rPr sz="1200">
                <a:latin typeface="Arial"/>
              </a:rPr>
              <a:t>QualityText</a:t>
            </a:r>
            <a:r>
              <a:rPr sz="1200">
                <a:latin typeface="Arial"/>
              </a:rPr>
              <a:t> outputs and </a:t>
            </a:r>
            <a:r>
              <a:rPr sz="1200">
                <a:latin typeface="Arial"/>
              </a:rPr>
              <a:t>CameraDone</a:t>
            </a:r>
            <a:r>
              <a:rPr sz="1200">
                <a:latin typeface="Arial"/>
              </a:rPr>
              <a:t>/</a:t>
            </a:r>
            <a:r>
              <a:rPr sz="1200">
                <a:latin typeface="Arial"/>
              </a:rPr>
              <a:t>RejectDone</a:t>
            </a:r>
            <a:r>
              <a:rPr sz="1200">
                <a:latin typeface="Arial"/>
              </a:rPr>
              <a:t> parallel coordination inside step 10.</a:t>
            </a:r>
            <a:endParaRPr/>
          </a:p>
          <a:p>
            <a:pPr>
              <a:defRPr/>
            </a:pPr>
            <a:r>
              <a:rPr sz="1200">
                <a:latin typeface="Arial"/>
              </a:rPr>
              <a:t>[STRETCH WHEN DONE]</a:t>
            </a:r>
            <a:br>
              <a:rPr sz="1200">
                <a:latin typeface="Arial"/>
              </a:rPr>
            </a:br>
            <a:r>
              <a:rPr sz="1200">
                <a:latin typeface="Arial"/>
              </a:rPr>
              <a:t>"How many of you ended up with a 60+ line rewrite of one CASE machine?" (Most.) "Now: think about the next station that needs parallel branches. How much of what you just wrote can the next person reuse?" (Almost none — the parallel coordination is buried in </a:t>
            </a:r>
            <a:r>
              <a:rPr sz="1200">
                <a:latin typeface="Arial"/>
              </a:rPr>
              <a:t>Inspect's</a:t>
            </a:r>
            <a:r>
              <a:rPr sz="1200">
                <a:latin typeface="Arial"/>
              </a:rPr>
              <a:t> CASE.)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61134381" name="Slide Number Placeholder 1"/>
          <p:cNvSpPr>
            <a:spLocks noGrp="1"/>
          </p:cNvSpPr>
          <p:nvPr>
            <p:ph type="sldNum" sz="quarter" idx="5"/>
          </p:nvPr>
        </p:nvSpPr>
        <p:spPr bwMode="auto"/>
      </p:sp>
      <p:sp>
        <p:nvSpPr>
          <p:cNvPr id="325059211" name="Slide Image Placeholder 2"/>
          <p:cNvSpPr>
            <a:spLocks noChangeAspect="1" noGrp="1" noRot="1"/>
          </p:cNvSpPr>
          <p:nvPr>
            <p:ph type="sldImg" idx="2"/>
          </p:nvPr>
        </p:nvSpPr>
        <p:spPr bwMode="auto">
          <a:xfrm>
            <a:off x="0" y="0"/>
            <a:ext cx="6796088" cy="3822700"/>
          </a:xfrm>
        </p:spPr>
      </p:sp>
      <p:sp>
        <p:nvSpPr>
          <p:cNvPr id="1169773800" name="Notes Placeholder 3"/>
          <p:cNvSpPr>
            <a:spLocks noGrp="1"/>
          </p:cNvSpPr>
          <p:nvPr>
            <p:ph type="body" sz="quarter" idx="3"/>
          </p:nvPr>
        </p:nvSpPr>
        <p:spPr bwMode="auto"/>
        <p:txBody>
          <a:bodyPr/>
          <a:lstStyle/>
          <a:p>
            <a:pPr>
              <a:defRPr/>
            </a:pPr>
            <a:r>
              <a:rPr sz="1200">
                <a:latin typeface="Arial"/>
              </a:rPr>
              <a:t>[SAY] "This isn't just duplication of the base — it's duplication of NEW patterns each time they appear. Stage 2 will help with this. Stage 3 will help even more."</a:t>
            </a:r>
            <a:endParaRPr/>
          </a:p>
          <a:p>
            <a:pPr>
              <a:defRPr/>
            </a:pPr>
            <a:r>
              <a:rPr sz="1200">
                <a:latin typeface="Arial"/>
              </a:rPr>
              <a:t>[PUSHBACK if asked] "Why do I care that the parallel logic isn't reusable? I only have one Inspect station." → "Today, you do. Two years from now, you might have an Inspect AND a Test station that both need parallel branches. The procedural cost of CR-2 is a tax you pay every time a new station needs the same pattern."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69322539" name="Slide Number Placeholder 1"/>
          <p:cNvSpPr>
            <a:spLocks noGrp="1"/>
          </p:cNvSpPr>
          <p:nvPr>
            <p:ph type="sldNum" sz="quarter" idx="5"/>
          </p:nvPr>
        </p:nvSpPr>
        <p:spPr bwMode="auto"/>
      </p:sp>
      <p:sp>
        <p:nvSpPr>
          <p:cNvPr id="293333593" name="Slide Image Placeholder 2"/>
          <p:cNvSpPr>
            <a:spLocks noChangeAspect="1" noGrp="1" noRot="1"/>
          </p:cNvSpPr>
          <p:nvPr>
            <p:ph type="sldImg" idx="2"/>
          </p:nvPr>
        </p:nvSpPr>
        <p:spPr bwMode="auto">
          <a:xfrm>
            <a:off x="0" y="0"/>
            <a:ext cx="6796088" cy="3822700"/>
          </a:xfrm>
        </p:spPr>
      </p:sp>
      <p:sp>
        <p:nvSpPr>
          <p:cNvPr id="1791768748" name="Notes Placeholder 3"/>
          <p:cNvSpPr>
            <a:spLocks noGrp="1"/>
          </p:cNvSpPr>
          <p:nvPr>
            <p:ph type="body" sz="quarter" idx="3"/>
          </p:nvPr>
        </p:nvSpPr>
        <p:spPr bwMode="auto"/>
        <p:txBody>
          <a:bodyPr/>
          <a:lstStyle/>
          <a:p>
            <a:pPr>
              <a:defRPr/>
            </a:pPr>
            <a:r>
              <a:rPr sz="1200">
                <a:latin typeface="Arial"/>
              </a:rPr>
              <a:t>[DO] Read it, set a 10-minute timer, let them go. Most attendees finish in 7-8 minutes.</a:t>
            </a:r>
            <a:endParaRPr/>
          </a:p>
          <a:p>
            <a:pPr>
              <a:defRPr/>
            </a:pPr>
            <a:r>
              <a:rPr sz="1200">
                <a:latin typeface="Arial"/>
              </a:rPr>
              <a:t>[THE TRAP] It looks small. They'll write 13 lines and feel done. The cost — duplication that will be paid every time the logging requirement evolves — is invisible until it bites.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6327497" name="Slide Number Placeholder 1"/>
          <p:cNvSpPr>
            <a:spLocks noGrp="1"/>
          </p:cNvSpPr>
          <p:nvPr>
            <p:ph type="sldNum" sz="quarter" idx="5"/>
          </p:nvPr>
        </p:nvSpPr>
        <p:spPr bwMode="auto"/>
      </p:sp>
      <p:sp>
        <p:nvSpPr>
          <p:cNvPr id="1183597191" name="Slide Image Placeholder 2"/>
          <p:cNvSpPr>
            <a:spLocks noChangeAspect="1" noGrp="1" noRot="1"/>
          </p:cNvSpPr>
          <p:nvPr>
            <p:ph type="sldImg" idx="2"/>
          </p:nvPr>
        </p:nvSpPr>
        <p:spPr bwMode="auto">
          <a:xfrm>
            <a:off x="0" y="0"/>
            <a:ext cx="6796088" cy="3822700"/>
          </a:xfrm>
        </p:spPr>
      </p:sp>
      <p:sp>
        <p:nvSpPr>
          <p:cNvPr id="160182095" name="Notes Placeholder 3"/>
          <p:cNvSpPr>
            <a:spLocks noGrp="1"/>
          </p:cNvSpPr>
          <p:nvPr>
            <p:ph type="body" sz="quarter" idx="3"/>
          </p:nvPr>
        </p:nvSpPr>
        <p:spPr bwMode="auto"/>
        <p:txBody>
          <a:bodyPr/>
          <a:lstStyle/>
          <a:p>
            <a:pPr>
              <a:defRPr/>
            </a:pPr>
            <a:r>
              <a:rPr sz="1200">
                <a:latin typeface="Arial"/>
              </a:rPr>
              <a:t>[ASK] "That looked small. Anyone want to defend it as 'fine'?" Some attendees will defend it. Let them — then sharpen.</a:t>
            </a:r>
            <a:endParaRPr/>
          </a:p>
          <a:p>
            <a:pPr>
              <a:defRPr/>
            </a:pPr>
            <a:r>
              <a:rPr sz="1200">
                <a:latin typeface="Arial"/>
              </a:rPr>
              <a:t>[FOLLOW-UP] "Now imagine the logging requirements change in six months — say we want to write to a file instead of an in-memory buffer. Where do you change the code?" (Two places.) "And if you forget one of them?" (Drift.)</a:t>
            </a:r>
            <a:endParaRPr/>
          </a:p>
          <a:p>
            <a:pPr>
              <a:defRPr/>
            </a:pPr>
            <a:r>
              <a:rPr sz="1200">
                <a:latin typeface="Arial"/>
              </a:rPr>
              <a:t>[PUSHBACK if asked] "It's literally 13 lines. Stop making it a big deal." → "It's 13 lines today. The cost isn't the lines; it's the duplication. Every future change to that logic happens twice. Stage 3 — same lines, but only one place to change."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7026712" name="Slide Number Placeholder 1"/>
          <p:cNvSpPr>
            <a:spLocks noGrp="1"/>
          </p:cNvSpPr>
          <p:nvPr>
            <p:ph type="sldNum" sz="quarter" idx="5"/>
          </p:nvPr>
        </p:nvSpPr>
        <p:spPr bwMode="auto"/>
      </p:sp>
      <p:sp>
        <p:nvSpPr>
          <p:cNvPr id="663194166" name="Slide Image Placeholder 2"/>
          <p:cNvSpPr>
            <a:spLocks noChangeAspect="1" noGrp="1" noRot="1"/>
          </p:cNvSpPr>
          <p:nvPr>
            <p:ph type="sldImg" idx="2"/>
          </p:nvPr>
        </p:nvSpPr>
        <p:spPr bwMode="auto">
          <a:xfrm>
            <a:off x="0" y="0"/>
            <a:ext cx="6796088" cy="3822700"/>
          </a:xfrm>
        </p:spPr>
      </p:sp>
      <p:sp>
        <p:nvSpPr>
          <p:cNvPr id="1326778568" name="Notes Placeholder 3"/>
          <p:cNvSpPr>
            <a:spLocks noGrp="1"/>
          </p:cNvSpPr>
          <p:nvPr>
            <p:ph type="body" sz="quarter" idx="3"/>
          </p:nvPr>
        </p:nvSpPr>
        <p:spPr bwMode="auto"/>
        <p:txBody>
          <a:bodyPr/>
          <a:lstStyle/>
          <a:p>
            <a:pPr>
              <a:defRPr/>
            </a:pPr>
            <a:r>
              <a:rPr sz="1200">
                <a:latin typeface="Arial"/>
              </a:rPr>
              <a:t>[BEFORE] Switch presenter to `stage-1-complete`. Show `git diff stage-1-procedural --stat` live.</a:t>
            </a:r>
            <a:endParaRPr/>
          </a:p>
          <a:p>
            <a:pPr>
              <a:defRPr/>
            </a:pPr>
            <a:r>
              <a:rPr sz="1200">
                <a:latin typeface="Arial"/>
              </a:rPr>
              <a:t>[SAY] "That's what your codebase looks like after a year of cross-cutting CRs. Five files modified, growth concentrated in Inspect, duplication on every cross-cutting concern."</a:t>
            </a:r>
            <a:endParaRPr/>
          </a:p>
          <a:p>
            <a:pPr>
              <a:defRPr/>
            </a:pPr>
            <a:r>
              <a:rPr sz="1200">
                <a:latin typeface="Arial"/>
              </a:rPr>
              <a:t>[ASK — the bridge to Block 2] "Stage 1 isn't broken. It works. So why are we moving on?"</a:t>
            </a:r>
            <a:endParaRPr/>
          </a:p>
          <a:p>
            <a:pPr>
              <a:defRPr/>
            </a:pPr>
            <a:r>
              <a:rPr sz="1200">
                <a:latin typeface="Arial"/>
              </a:rPr>
              <a:t>[ANTICIPATED ANSWERS — capture on whiteboard]</a:t>
            </a:r>
            <a:br>
              <a:rPr sz="1200">
                <a:latin typeface="Arial"/>
              </a:rPr>
            </a:br>
            <a:r>
              <a:rPr sz="1200">
                <a:latin typeface="Arial"/>
              </a:rPr>
              <a:t>- "Drift between files."</a:t>
            </a:r>
            <a:br>
              <a:rPr sz="1200">
                <a:latin typeface="Arial"/>
              </a:rPr>
            </a:br>
            <a:r>
              <a:rPr sz="1200">
                <a:latin typeface="Arial"/>
              </a:rPr>
              <a:t>- "Can't enforce consistency."</a:t>
            </a:r>
            <a:br>
              <a:rPr sz="1200">
                <a:latin typeface="Arial"/>
              </a:rPr>
            </a:br>
            <a:r>
              <a:rPr sz="1200">
                <a:latin typeface="Arial"/>
              </a:rPr>
              <a:t>- "Duplication compounds."</a:t>
            </a:r>
            <a:endParaRPr/>
          </a:p>
          <a:p>
            <a:pPr>
              <a:defRPr/>
            </a:pPr>
            <a:r>
              <a:rPr sz="1200">
                <a:latin typeface="Arial"/>
              </a:rPr>
              <a:t>[CLOSE] "Right. Now we'll see what happens when we try to fix all of that with a base class. Spoiler: we'll fix some of it. We'll create new problems too."</a:t>
            </a:r>
            <a:endParaRPr/>
          </a:p>
          <a:p>
            <a:pPr>
              <a:defRPr/>
            </a:pPr>
            <a:r>
              <a:rPr sz="1200">
                <a:latin typeface="Arial"/>
              </a:rPr>
              <a:t>[PACING] If behind, cut CR-3 hands-on (smallest CR, easiest to walk declaratively). If ahead, extend the CR-1 reveal into a longer drift discussion.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1922049" name="Slide Number Placeholder 1"/>
          <p:cNvSpPr>
            <a:spLocks noGrp="1"/>
          </p:cNvSpPr>
          <p:nvPr>
            <p:ph type="sldNum" sz="quarter" idx="5"/>
          </p:nvPr>
        </p:nvSpPr>
        <p:spPr bwMode="auto"/>
      </p:sp>
      <p:sp>
        <p:nvSpPr>
          <p:cNvPr id="1556918362" name="Slide Image Placeholder 2"/>
          <p:cNvSpPr>
            <a:spLocks noChangeAspect="1" noGrp="1" noRot="1"/>
          </p:cNvSpPr>
          <p:nvPr>
            <p:ph type="sldImg" idx="2"/>
          </p:nvPr>
        </p:nvSpPr>
        <p:spPr bwMode="auto">
          <a:xfrm>
            <a:off x="0" y="0"/>
            <a:ext cx="6796088" cy="3822700"/>
          </a:xfrm>
        </p:spPr>
      </p:sp>
      <p:sp>
        <p:nvSpPr>
          <p:cNvPr id="706877944" name="Notes Placeholder 3"/>
          <p:cNvSpPr>
            <a:spLocks noGrp="1"/>
          </p:cNvSpPr>
          <p:nvPr>
            <p:ph type="body" sz="quarter" idx="3"/>
          </p:nvPr>
        </p:nvSpPr>
        <p:spPr bwMode="auto"/>
        <p:txBody>
          <a:bodyPr/>
          <a:lstStyle/>
          <a:p>
            <a:pPr>
              <a:defRPr/>
            </a:pPr>
            <a:r>
              <a:rPr sz="1200">
                <a:latin typeface="Arial"/>
              </a:rPr>
              <a:t>[DO NOT SHORTEN] Don't compress to 5 minutes — you'll pay for it in Block 2's CR-2 attention crash.</a:t>
            </a:r>
            <a:endParaRPr/>
          </a:p>
          <a:p>
            <a:pPr>
              <a:defRPr/>
            </a:pPr>
            <a:r>
              <a:rPr sz="1200">
                <a:latin typeface="Arial"/>
              </a:rPr>
              <a:t>[USE THE BREAK] Pull `stage-2-inheritance` on the presenter machine. Open FB_StationBase and FB_StationFill in side-by-side tabs.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5996469" name="Slide Number Placeholder 1"/>
          <p:cNvSpPr>
            <a:spLocks noGrp="1"/>
          </p:cNvSpPr>
          <p:nvPr>
            <p:ph type="sldNum" sz="quarter" idx="5"/>
          </p:nvPr>
        </p:nvSpPr>
        <p:spPr bwMode="auto"/>
      </p:sp>
      <p:sp>
        <p:nvSpPr>
          <p:cNvPr id="732422693" name="Slide Image Placeholder 2"/>
          <p:cNvSpPr>
            <a:spLocks noChangeAspect="1" noGrp="1" noRot="1"/>
          </p:cNvSpPr>
          <p:nvPr>
            <p:ph type="sldImg" idx="2"/>
          </p:nvPr>
        </p:nvSpPr>
        <p:spPr bwMode="auto">
          <a:xfrm>
            <a:off x="0" y="0"/>
            <a:ext cx="6796088" cy="3822700"/>
          </a:xfrm>
        </p:spPr>
      </p:sp>
      <p:sp>
        <p:nvSpPr>
          <p:cNvPr id="387522340" name="Notes Placeholder 3"/>
          <p:cNvSpPr>
            <a:spLocks noGrp="1"/>
          </p:cNvSpPr>
          <p:nvPr>
            <p:ph type="body" sz="quarter" idx="3"/>
          </p:nvPr>
        </p:nvSpPr>
        <p:spPr bwMode="auto"/>
        <p:txBody>
          <a:bodyPr/>
          <a:lstStyle/>
          <a:p>
            <a:pPr>
              <a:defRPr/>
            </a:pPr>
            <a:r>
              <a:rPr lang="en-US" sz="1200">
                <a:latin typeface="Arial"/>
              </a:rPr>
              <a:t>[BEFORE] Ask the audience for information on their skill level of OOP because that will dictate how much to dwell on some pages</a:t>
            </a:r>
            <a:endParaRPr/>
          </a:p>
          <a:p>
            <a:pPr>
              <a:defRPr/>
            </a:pPr>
            <a:r>
              <a:rPr sz="1200">
                <a:latin typeface="Arial"/>
              </a:rPr>
              <a:t>[BEFORE] Presenter on `stage-2-inheritance`. </a:t>
            </a:r>
            <a:r>
              <a:rPr sz="1200">
                <a:latin typeface="Arial"/>
              </a:rPr>
              <a:t>FB_StationBase</a:t>
            </a:r>
            <a:r>
              <a:rPr sz="1200">
                <a:latin typeface="Arial"/>
              </a:rPr>
              <a:t> and </a:t>
            </a:r>
            <a:r>
              <a:rPr sz="1200">
                <a:latin typeface="Arial"/>
              </a:rPr>
              <a:t>FB_StationFill</a:t>
            </a:r>
            <a:r>
              <a:rPr sz="1200">
                <a:latin typeface="Arial"/>
              </a:rPr>
              <a:t> side by side.</a:t>
            </a:r>
            <a:endParaRPr/>
          </a:p>
          <a:p>
            <a:pPr>
              <a:defRPr/>
            </a:pPr>
            <a:r>
              <a:rPr sz="1200">
                <a:latin typeface="Arial"/>
              </a:rPr>
              <a:t>[FRAMING] Block 2 is the trickiest to facilitate. Inheritance has real wins; don't dismiss them. But the audience has to FEEL where it stops working, not just be told. Pace the CR-2 reveal carefully — that's the workshop's hardest moment (25 min).</a:t>
            </a:r>
            <a:endParaRPr lang="en-US" sz="1200">
              <a:latin typeface="Arial"/>
            </a:endParaRPr>
          </a:p>
          <a:p>
            <a:pPr marL="0" indent="0">
              <a:buNone/>
              <a:defRPr/>
            </a:pPr>
            <a:endParaRPr sz="1200">
              <a:latin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7124279" name="Slide Number Placeholder 1"/>
          <p:cNvSpPr>
            <a:spLocks noGrp="1"/>
          </p:cNvSpPr>
          <p:nvPr>
            <p:ph type="sldNum" sz="quarter" idx="5"/>
          </p:nvPr>
        </p:nvSpPr>
        <p:spPr bwMode="auto"/>
      </p:sp>
      <p:sp>
        <p:nvSpPr>
          <p:cNvPr id="1546487127" name="Slide Image Placeholder 2"/>
          <p:cNvSpPr>
            <a:spLocks noChangeAspect="1" noGrp="1" noRot="1"/>
          </p:cNvSpPr>
          <p:nvPr>
            <p:ph type="sldImg" idx="2"/>
          </p:nvPr>
        </p:nvSpPr>
        <p:spPr bwMode="auto">
          <a:xfrm>
            <a:off x="0" y="0"/>
            <a:ext cx="6796088" cy="3822700"/>
          </a:xfrm>
        </p:spPr>
      </p:sp>
      <p:sp>
        <p:nvSpPr>
          <p:cNvPr id="1875956687" name="Notes Placeholder 3"/>
          <p:cNvSpPr>
            <a:spLocks noGrp="1"/>
          </p:cNvSpPr>
          <p:nvPr>
            <p:ph type="body" sz="quarter" idx="3"/>
          </p:nvPr>
        </p:nvSpPr>
        <p:spPr bwMode="auto"/>
        <p:txBody>
          <a:bodyPr/>
          <a:lstStyle/>
          <a:p>
            <a:pPr>
              <a:defRPr/>
            </a:pPr>
            <a:r>
              <a:rPr sz="1200">
                <a:latin typeface="Arial"/>
              </a:rPr>
              <a:t>[DON'T LECTURE] Read the bullets, gesture at the </a:t>
            </a:r>
            <a:r>
              <a:rPr sz="1200">
                <a:latin typeface="Arial"/>
              </a:rPr>
              <a:t>FB_StationBase</a:t>
            </a:r>
            <a:r>
              <a:rPr sz="1200">
                <a:latin typeface="Arial"/>
              </a:rPr>
              <a:t> tab, move on.</a:t>
            </a:r>
            <a:endParaRPr/>
          </a:p>
          <a:p>
            <a:pPr>
              <a:defRPr/>
            </a:pPr>
            <a:r>
              <a:rPr sz="1200">
                <a:latin typeface="Arial"/>
              </a:rPr>
              <a:t>[SEED] "The common path becomes a constraint when ANY child needs to opt out." Plant it now — water it on the CR-2 slides.</a:t>
            </a:r>
            <a:endParaRPr/>
          </a:p>
          <a:p>
            <a:pPr>
              <a:defRPr/>
            </a:pPr>
            <a:r>
              <a:rPr sz="1200">
                <a:latin typeface="Arial"/>
              </a:rPr>
              <a:t>[CONTEXT — only if asked] </a:t>
            </a:r>
            <a:r>
              <a:rPr sz="1200">
                <a:latin typeface="Arial"/>
              </a:rPr>
              <a:t>FB_init</a:t>
            </a:r>
            <a:r>
              <a:rPr sz="1200">
                <a:latin typeface="Arial"/>
              </a:rPr>
              <a:t> is </a:t>
            </a:r>
            <a:r>
              <a:rPr sz="1200">
                <a:latin typeface="Arial"/>
              </a:rPr>
              <a:t>TwinCAT's</a:t>
            </a:r>
            <a:r>
              <a:rPr sz="1200">
                <a:latin typeface="Arial"/>
              </a:rPr>
              <a:t> constructor: runs once at instantiation, takes parameters that never change. Use it for names, sizes, references the FB will hold for its lifetime.</a:t>
            </a:r>
            <a:endParaRPr/>
          </a:p>
          <a:p>
            <a:pPr>
              <a:defRPr/>
            </a:pPr>
            <a:r>
              <a:rPr sz="1200">
                <a:latin typeface="Arial"/>
              </a:rPr>
              <a:t>[FRAMEWORK] Stage 2 builds on Beckhoff USA's SPT-Libraries (</a:t>
            </a:r>
            <a:r>
              <a:rPr sz="1200">
                <a:latin typeface="Arial"/>
              </a:rPr>
              <a:t>FB_ComponentBase</a:t>
            </a:r>
            <a:r>
              <a:rPr sz="1200">
                <a:latin typeface="Arial"/>
              </a:rPr>
              <a:t>). Production-grade, not academic.</a:t>
            </a:r>
            <a:endParaRPr lang="en-US" sz="1200">
              <a:latin typeface="Arial"/>
            </a:endParaRPr>
          </a:p>
          <a:p>
            <a:pPr>
              <a:defRPr/>
            </a:pPr>
            <a:r>
              <a:rPr lang="en-US" sz="1200">
                <a:latin typeface="Arial"/>
              </a:rPr>
              <a:t>PS There is a fourth edition of IEC 61131-3 (2025)</a:t>
            </a:r>
            <a:endParaRPr sz="1200">
              <a:latin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3858018" name="Slide Number Placeholder 1"/>
          <p:cNvSpPr>
            <a:spLocks noGrp="1"/>
          </p:cNvSpPr>
          <p:nvPr>
            <p:ph type="sldNum" sz="quarter" idx="5"/>
          </p:nvPr>
        </p:nvSpPr>
        <p:spPr bwMode="auto"/>
      </p:sp>
      <p:sp>
        <p:nvSpPr>
          <p:cNvPr id="1407126695" name="Slide Image Placeholder 2"/>
          <p:cNvSpPr>
            <a:spLocks noGrp="1"/>
          </p:cNvSpPr>
          <p:nvPr>
            <p:ph type="sldImg" idx="2"/>
          </p:nvPr>
        </p:nvSpPr>
        <p:spPr bwMode="auto"/>
      </p:sp>
      <p:sp>
        <p:nvSpPr>
          <p:cNvPr id="422327740" name="Notes Placeholder 3"/>
          <p:cNvSpPr>
            <a:spLocks noGrp="1"/>
          </p:cNvSpPr>
          <p:nvPr>
            <p:ph type="body" sz="quarter" idx="3"/>
          </p:nvPr>
        </p:nvSpPr>
        <p:spPr bwMode="auto"/>
        <p:txBody>
          <a:bodyPr/>
          <a:lstStyle/>
          <a:p>
            <a:pPr>
              <a:defRPr/>
            </a:pPr>
            <a:r>
              <a:rPr/>
              <a:t>[BEFORE] `git switch Release` on the presenter, FillingLine_Inheritance loaded. FB_StationBase and FB_StationFill open side by side.</a:t>
            </a:r>
            <a:endParaRPr/>
          </a:p>
          <a:p>
            <a:pPr>
              <a:defRPr/>
            </a:pPr>
            <a:r>
              <a:rPr/>
              <a:t>[ASK FIRST] "How comfortable are you with EXTENDS / THIS^ / SUPER^? Hand up if you've used these in TwinCAT before." This calibrates the pace for the block — most rooms split.</a:t>
            </a:r>
            <a:endParaRPr/>
          </a:p>
          <a:p>
            <a:pPr>
              <a:defRPr/>
            </a:pPr>
            <a:r>
              <a:rPr/>
              <a:t>[SAY] "Same behavior. Same five sections. Different architecture. The shared parts moved into the base; the differentiated state machine stayed in each child."</a:t>
            </a:r>
            <a:endParaRPr/>
          </a:p>
          <a:p>
            <a:pPr>
              <a:defRPr/>
            </a:pPr>
            <a:r>
              <a:rPr/>
              <a:t>[DO] Walk Fill's ~67 lines vs the procedural ~107. The visible shrinkage IS half the lesson — the other half is the new concepts on the next four slides.</a:t>
            </a:r>
            <a:endParaRPr/>
          </a:p>
          <a:p>
            <a:pPr>
              <a:defRPr/>
            </a:pPr>
            <a:r>
              <a:rPr/>
              <a:t>[TIME] 5 minutes. Don't editorialize on the trade-offs yet — slide 38 does that.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1624494" name="Slide Number Placeholder 1"/>
          <p:cNvSpPr>
            <a:spLocks noGrp="1"/>
          </p:cNvSpPr>
          <p:nvPr>
            <p:ph type="sldNum" sz="quarter" idx="5"/>
          </p:nvPr>
        </p:nvSpPr>
        <p:spPr bwMode="auto"/>
      </p:sp>
      <p:sp>
        <p:nvSpPr>
          <p:cNvPr id="2124282280" name="Slide Image Placeholder 2"/>
          <p:cNvSpPr>
            <a:spLocks noGrp="1"/>
          </p:cNvSpPr>
          <p:nvPr>
            <p:ph type="sldImg" idx="2"/>
          </p:nvPr>
        </p:nvSpPr>
        <p:spPr bwMode="auto"/>
      </p:sp>
      <p:sp>
        <p:nvSpPr>
          <p:cNvPr id="1945855248" name="Notes Placeholder 3"/>
          <p:cNvSpPr>
            <a:spLocks noGrp="1"/>
          </p:cNvSpPr>
          <p:nvPr>
            <p:ph type="body" sz="quarter" idx="3"/>
          </p:nvPr>
        </p:nvSpPr>
        <p:spPr bwMode="auto"/>
        <p:txBody>
          <a:bodyPr/>
          <a:lstStyle/>
          <a:p>
            <a:pPr>
              <a:defRPr/>
            </a:pPr>
            <a:r>
              <a:rPr/>
              <a:t>[BEFORE CLICK FORWARD] This slide is a question. The next slide has the answers. Do NOT click forward until the room has answered.</a:t>
            </a:r>
            <a:endParaRPr/>
          </a:p>
          <a:p>
            <a:pPr>
              <a:defRPr/>
            </a:pPr>
            <a:r>
              <a:rPr/>
              <a:t>[ASK] "Each procedural code block became a method on the base class. Which method? Take a guess for each — Mode, Alarm-ack, Reset, HMI mapping, State machine."</a:t>
            </a:r>
            <a:endParaRPr/>
          </a:p>
          <a:p>
            <a:pPr>
              <a:defRPr/>
            </a:pPr>
            <a:r>
              <a:rPr/>
              <a:t>[DO] Take answers verbally. If the room is silent, prime with "Reset is the obvious one. What's it called?" → Reset(). The others follow.</a:t>
            </a:r>
            <a:endParaRPr/>
          </a:p>
          <a:p>
            <a:pPr>
              <a:defRPr/>
            </a:pPr>
            <a:r>
              <a:rPr/>
              <a:t>[SEGUE] "Hold your guesses. Next slide has the mapping."</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1637137" name="Slide Number Placeholder 1"/>
          <p:cNvSpPr>
            <a:spLocks noGrp="1"/>
          </p:cNvSpPr>
          <p:nvPr>
            <p:ph type="sldNum" sz="quarter" idx="5"/>
          </p:nvPr>
        </p:nvSpPr>
        <p:spPr bwMode="auto"/>
      </p:sp>
      <p:sp>
        <p:nvSpPr>
          <p:cNvPr id="291590095" name="Slide Image Placeholder 2"/>
          <p:cNvSpPr>
            <a:spLocks noGrp="1"/>
          </p:cNvSpPr>
          <p:nvPr>
            <p:ph type="sldImg" idx="2"/>
          </p:nvPr>
        </p:nvSpPr>
        <p:spPr bwMode="auto"/>
      </p:sp>
      <p:sp>
        <p:nvSpPr>
          <p:cNvPr id="2057463194" name="Notes Placeholder 3"/>
          <p:cNvSpPr>
            <a:spLocks noGrp="1"/>
          </p:cNvSpPr>
          <p:nvPr>
            <p:ph type="body" sz="quarter" idx="3"/>
          </p:nvPr>
        </p:nvSpPr>
        <p:spPr bwMode="auto"/>
        <p:txBody>
          <a:bodyPr/>
          <a:lstStyle/>
          <a:p>
            <a:pPr>
              <a:defRPr/>
            </a:pPr>
            <a:r>
              <a:rPr/>
              <a:t>[DO] Reveal the four answers. Notice: Mode AND Alarm-ack both went into Monitoring() — that's intentional. Both are "stuff the base does every cycle, independent of which station this is."</a:t>
            </a:r>
            <a:endParaRPr/>
          </a:p>
          <a:p>
            <a:pPr>
              <a:defRPr/>
            </a:pPr>
            <a:r>
              <a:rPr/>
              <a:t>[SAY] "Four out of five fit. The state machine — the one section that genuinely differs between stations — is the one left over. That's the inheritance pattern in one image: shared parts go up; differentiated parts stay down."</a:t>
            </a:r>
            <a:endParaRPr/>
          </a:p>
          <a:p>
            <a:pPr>
              <a:defRPr/>
            </a:pPr>
            <a:r>
              <a:rPr/>
              <a:t>[ASK] "Anyone guess that the state machine becomes an override?" Take hands. Next slide names it.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0077003" name="Slide Number Placeholder 1"/>
          <p:cNvSpPr>
            <a:spLocks noGrp="1"/>
          </p:cNvSpPr>
          <p:nvPr>
            <p:ph type="sldNum" sz="quarter" idx="5"/>
          </p:nvPr>
        </p:nvSpPr>
        <p:spPr bwMode="auto"/>
      </p:sp>
      <p:sp>
        <p:nvSpPr>
          <p:cNvPr id="16684651" name="Slide Image Placeholder 2"/>
          <p:cNvSpPr>
            <a:spLocks noGrp="1"/>
          </p:cNvSpPr>
          <p:nvPr>
            <p:ph type="sldImg" idx="2"/>
          </p:nvPr>
        </p:nvSpPr>
        <p:spPr bwMode="auto"/>
      </p:sp>
      <p:sp>
        <p:nvSpPr>
          <p:cNvPr id="381822089" name="Notes Placeholder 3"/>
          <p:cNvSpPr>
            <a:spLocks noGrp="1"/>
          </p:cNvSpPr>
          <p:nvPr>
            <p:ph type="body" sz="quarter" idx="3"/>
          </p:nvPr>
        </p:nvSpPr>
        <p:spPr bwMode="auto"/>
        <p:txBody>
          <a:bodyPr/>
          <a:lstStyle/>
          <a:p>
            <a:pPr>
              <a:defRPr/>
            </a:pPr>
            <a:r>
              <a:rPr/>
              <a:t>[DO] Reveal the answer: ExecuteSequence() is virtual on the base; each derived FB provides its own implementation.</a:t>
            </a:r>
            <a:endParaRPr/>
          </a:p>
          <a:p>
            <a:pPr>
              <a:defRPr/>
            </a:pPr>
            <a:r>
              <a:rPr/>
              <a:t>[KEY POINT] "Override" is the new vocabulary. The base calls ExecuteSequence() inside its lifecycle; the derived FB's version is what actually runs. That's the inheritance superpower — write the lifecycle once, vary the body per child.</a:t>
            </a:r>
            <a:endParaRPr/>
          </a:p>
          <a:p>
            <a:pPr>
              <a:defRPr/>
            </a:pPr>
            <a:r>
              <a:rPr/>
              <a:t>[BRIDGE] "We've now named all four constructs you need to read Stage 2 code: EXTENDS, SUPER^, override, FB_init. The next slide drops them into actual ST."</a:t>
            </a:r>
            <a:endParaRPr/>
          </a:p>
          <a:p>
            <a:pPr>
              <a:defRPr/>
            </a:pPr>
            <a:r>
              <a:rPr/>
              <a:t>[FAE NOTE] When you teach this to controls engineers without OOP background, dwell here. The mechanics are easier than the mental model — the mental model takes practice.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5275170" name="Slide Number Placeholder 1"/>
          <p:cNvSpPr>
            <a:spLocks noGrp="1"/>
          </p:cNvSpPr>
          <p:nvPr>
            <p:ph type="sldNum" sz="quarter" idx="5"/>
          </p:nvPr>
        </p:nvSpPr>
        <p:spPr bwMode="auto"/>
      </p:sp>
      <p:sp>
        <p:nvSpPr>
          <p:cNvPr id="1788938364" name="Slide Image Placeholder 2"/>
          <p:cNvSpPr>
            <a:spLocks noChangeAspect="1" noGrp="1" noRot="1"/>
          </p:cNvSpPr>
          <p:nvPr>
            <p:ph type="sldImg" idx="2"/>
          </p:nvPr>
        </p:nvSpPr>
        <p:spPr bwMode="auto"/>
      </p:sp>
      <p:sp>
        <p:nvSpPr>
          <p:cNvPr id="1465290673" name="Notes Placeholder 3"/>
          <p:cNvSpPr>
            <a:spLocks noGrp="1"/>
          </p:cNvSpPr>
          <p:nvPr>
            <p:ph type="body" sz="quarter" idx="3"/>
          </p:nvPr>
        </p:nvSpPr>
        <p:spPr bwMode="auto"/>
        <p:txBody>
          <a:bodyPr/>
          <a:lstStyle/>
          <a:p>
            <a:pPr>
              <a:defRPr/>
            </a:pPr>
            <a:r>
              <a:rPr sz="1200">
                <a:latin typeface="Arial"/>
              </a:rPr>
              <a:t>[DO] Walk all four constructs by name (EXTENDS, SUPER^, override, FB_init).</a:t>
            </a:r>
            <a:endParaRPr/>
          </a:p>
          <a:p>
            <a:pPr>
              <a:defRPr/>
            </a:pPr>
            <a:r>
              <a:rPr sz="1200">
                <a:latin typeface="Arial"/>
              </a:rPr>
              <a:t>[FAE-SPECIFIC] For FAEs this is review at the conceptual level. The reason you're naming them: they'll have to TEACH this to controls engineers who haven't used inheritance, and the vocabulary matters.</a:t>
            </a:r>
            <a:endParaRPr/>
          </a:p>
          <a:p>
            <a:pPr>
              <a:defRPr/>
            </a:pPr>
            <a:r>
              <a:rPr sz="1200">
                <a:latin typeface="Arial"/>
              </a:rPr>
              <a:t>[SAY] "If you're going to teach Stage 2 to your customers, this slide is what you'll spend 5 minutes on. The audience needs to recognize all four constructs by sight before CR-1."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509150" name="Slide Number Placeholder 1"/>
          <p:cNvSpPr>
            <a:spLocks noGrp="1"/>
          </p:cNvSpPr>
          <p:nvPr>
            <p:ph type="sldNum" sz="quarter" idx="5"/>
          </p:nvPr>
        </p:nvSpPr>
        <p:spPr bwMode="auto"/>
      </p:sp>
      <p:sp>
        <p:nvSpPr>
          <p:cNvPr id="802332357" name="Slide Image Placeholder 2"/>
          <p:cNvSpPr>
            <a:spLocks noChangeAspect="1" noGrp="1" noRot="1"/>
          </p:cNvSpPr>
          <p:nvPr>
            <p:ph type="sldImg" idx="2"/>
          </p:nvPr>
        </p:nvSpPr>
        <p:spPr bwMode="auto">
          <a:xfrm>
            <a:off x="0" y="0"/>
            <a:ext cx="6796088" cy="3822700"/>
          </a:xfrm>
        </p:spPr>
      </p:sp>
      <p:sp>
        <p:nvSpPr>
          <p:cNvPr id="870644654" name="Notes Placeholder 3"/>
          <p:cNvSpPr>
            <a:spLocks noGrp="1"/>
          </p:cNvSpPr>
          <p:nvPr>
            <p:ph type="body" sz="quarter" idx="3"/>
          </p:nvPr>
        </p:nvSpPr>
        <p:spPr bwMode="auto"/>
        <p:txBody>
          <a:bodyPr/>
          <a:lstStyle/>
          <a:p>
            <a:pPr>
              <a:defRPr/>
            </a:pPr>
            <a:r>
              <a:rPr sz="1200">
                <a:latin typeface="Arial"/>
              </a:rPr>
              <a:t>[DO] Open FB_StationFill, walk the shrinkage. Then open FB_StationBase and show where each section moved.</a:t>
            </a:r>
            <a:endParaRPr/>
          </a:p>
          <a:p>
            <a:pPr>
              <a:defRPr/>
            </a:pPr>
            <a:r>
              <a:rPr sz="1200">
                <a:latin typeface="Arial"/>
              </a:rPr>
              <a:t>[EARN THE WIN] The drift fixes are the headline win for Stage 2. Walk through them slowly — earn the win before you puncture it.</a:t>
            </a:r>
            <a:endParaRPr/>
          </a:p>
          <a:p>
            <a:pPr>
              <a:defRPr/>
            </a:pPr>
            <a:r>
              <a:rPr sz="1200">
                <a:latin typeface="Arial"/>
              </a:rPr>
              <a:t>[ASK] "What did this refactor cost?" Take answers. First answers will be: nothing visible, lower line count, etc.</a:t>
            </a:r>
            <a:endParaRPr/>
          </a:p>
          <a:p>
            <a:pPr>
              <a:defRPr/>
            </a:pPr>
            <a:r>
              <a:rPr sz="1200">
                <a:latin typeface="Arial"/>
              </a:rPr>
              <a:t>[PUSH TO THE RIGHT ANSWER] "It cost an extra concept. Now you have to understand 'base class' and 'override' and 'THIS vs SUPER' to read this code. That's the real cost. Be honest about it."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6296856" name="Slide Number Placeholder 1"/>
          <p:cNvSpPr>
            <a:spLocks noGrp="1"/>
          </p:cNvSpPr>
          <p:nvPr>
            <p:ph type="sldNum" sz="quarter" idx="5"/>
          </p:nvPr>
        </p:nvSpPr>
        <p:spPr bwMode="auto"/>
      </p:sp>
      <p:sp>
        <p:nvSpPr>
          <p:cNvPr id="1297843434" name="Slide Image Placeholder 2"/>
          <p:cNvSpPr>
            <a:spLocks noChangeAspect="1" noGrp="1" noRot="1"/>
          </p:cNvSpPr>
          <p:nvPr>
            <p:ph type="sldImg" idx="2"/>
          </p:nvPr>
        </p:nvSpPr>
        <p:spPr bwMode="auto">
          <a:xfrm>
            <a:off x="0" y="0"/>
            <a:ext cx="6796088" cy="3822700"/>
          </a:xfrm>
        </p:spPr>
      </p:sp>
      <p:sp>
        <p:nvSpPr>
          <p:cNvPr id="532835564" name="Notes Placeholder 3"/>
          <p:cNvSpPr>
            <a:spLocks noGrp="1"/>
          </p:cNvSpPr>
          <p:nvPr>
            <p:ph type="body" sz="quarter" idx="3"/>
          </p:nvPr>
        </p:nvSpPr>
        <p:spPr bwMode="auto"/>
        <p:txBody>
          <a:bodyPr/>
          <a:lstStyle/>
          <a:p>
            <a:pPr>
              <a:defRPr/>
            </a:pPr>
            <a:r>
              <a:rPr/>
              <a:t>[ASK] "Where is Monitoring() called? Trace it." Take guesses.</a:t>
            </a:r>
            <a:endParaRPr/>
          </a:p>
          <a:p>
            <a:pPr>
              <a:defRPr/>
            </a:pPr>
            <a:r>
              <a:rPr/>
              <a:t>[ANTICIPATED ANSWERS]</a:t>
            </a:r>
            <a:endParaRPr/>
          </a:p>
          <a:p>
            <a:pPr>
              <a:defRPr/>
            </a:pPr>
            <a:r>
              <a:rPr/>
              <a:t>  - "From the station's body call." → partial; the body call drives the FB but doesn't directly invoke Monitoring().</a:t>
            </a:r>
            <a:endParaRPr/>
          </a:p>
          <a:p>
            <a:pPr>
              <a:defRPr/>
            </a:pPr>
            <a:r>
              <a:rPr/>
              <a:t>  - "From CyclicLogic()." → closer.</a:t>
            </a:r>
            <a:endParaRPr/>
          </a:p>
          <a:p>
            <a:pPr>
              <a:defRPr/>
            </a:pPr>
            <a:r>
              <a:rPr/>
              <a:t>  - "From FB_ComponentBase's framework lifecycle." → correct.</a:t>
            </a:r>
            <a:endParaRPr/>
          </a:p>
          <a:p>
            <a:pPr>
              <a:defRPr/>
            </a:pPr>
            <a:r>
              <a:rPr/>
              <a:t>[DO] Open FB_ComponentBase (SPT) in the library tree. Show that CyclicLogic() — provided by the framework — invokes the virtual hooks in order: Monitoring(), ExecuteSequence(), UpdateHmiStatus().</a:t>
            </a:r>
            <a:endParaRPr/>
          </a:p>
          <a:p>
            <a:pPr>
              <a:defRPr/>
            </a:pPr>
            <a:r>
              <a:rPr/>
              <a:t>[KEY POINT] You don't call Monitoring() yourself. The framework calls it for you, every cycle. That's the Template Method pattern — we'll name it in Block 4.</a:t>
            </a:r>
            <a:endParaRPr/>
          </a:p>
          <a:p>
            <a:pPr>
              <a:defRPr/>
            </a:pPr>
            <a:r>
              <a:rPr/>
              <a:t>[IF ASKED] "What if I don't want Monitoring() to run?" → "Override it and return early. There's no opt-out shorter than that." Plant this — it's the seam CR-2 will exploit and then break.</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7746232" name="Slide Number Placeholder 1"/>
          <p:cNvSpPr>
            <a:spLocks noGrp="1"/>
          </p:cNvSpPr>
          <p:nvPr>
            <p:ph type="sldNum" sz="quarter" idx="5"/>
          </p:nvPr>
        </p:nvSpPr>
        <p:spPr bwMode="auto"/>
      </p:sp>
      <p:sp>
        <p:nvSpPr>
          <p:cNvPr id="38847970" name="Slide Image Placeholder 2"/>
          <p:cNvSpPr>
            <a:spLocks noChangeAspect="1" noGrp="1" noRot="1"/>
          </p:cNvSpPr>
          <p:nvPr>
            <p:ph type="sldImg" idx="2"/>
          </p:nvPr>
        </p:nvSpPr>
        <p:spPr bwMode="auto">
          <a:xfrm>
            <a:off x="0" y="0"/>
            <a:ext cx="6796088" cy="3822700"/>
          </a:xfrm>
        </p:spPr>
      </p:sp>
      <p:sp>
        <p:nvSpPr>
          <p:cNvPr id="128584628" name="Notes Placeholder 3"/>
          <p:cNvSpPr>
            <a:spLocks noGrp="1"/>
          </p:cNvSpPr>
          <p:nvPr>
            <p:ph type="body" sz="quarter" idx="3"/>
          </p:nvPr>
        </p:nvSpPr>
        <p:spPr bwMode="auto"/>
        <p:txBody>
          <a:bodyPr/>
          <a:lstStyle/>
          <a:p>
            <a:pPr>
              <a:defRPr/>
            </a:pPr>
            <a:r>
              <a:rPr sz="1200">
                <a:latin typeface="Arial"/>
              </a:rPr>
              <a:t>[DON'T DISMISS] The customer is correct that inheritance has a learning cost. The honest framing is the trade-off, not the dismissal.</a:t>
            </a:r>
            <a:endParaRPr/>
          </a:p>
          <a:p>
            <a:pPr>
              <a:defRPr/>
            </a:pPr>
            <a:r>
              <a:rPr sz="1200">
                <a:latin typeface="Arial"/>
              </a:rPr>
              <a:t>[VARIANT — common follow-up] "We don't have time to train the team." → "Then Stage 1 is your right answer for now. The workshop's value isn't 'always pick Stage 3.' It's 'know which stage fits your situation.'"</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5919231" name="Slide Number Placeholder 1"/>
          <p:cNvSpPr>
            <a:spLocks noGrp="1"/>
          </p:cNvSpPr>
          <p:nvPr>
            <p:ph type="sldNum" sz="quarter" idx="5"/>
          </p:nvPr>
        </p:nvSpPr>
        <p:spPr bwMode="auto"/>
      </p:sp>
      <p:sp>
        <p:nvSpPr>
          <p:cNvPr id="1686422000" name="Slide Image Placeholder 2"/>
          <p:cNvSpPr>
            <a:spLocks noChangeAspect="1" noGrp="1" noRot="1"/>
          </p:cNvSpPr>
          <p:nvPr>
            <p:ph type="sldImg" idx="2"/>
          </p:nvPr>
        </p:nvSpPr>
        <p:spPr bwMode="auto">
          <a:xfrm>
            <a:off x="0" y="0"/>
            <a:ext cx="6796088" cy="3822700"/>
          </a:xfrm>
        </p:spPr>
      </p:sp>
      <p:sp>
        <p:nvSpPr>
          <p:cNvPr id="1505362522" name="Notes Placeholder 3"/>
          <p:cNvSpPr>
            <a:spLocks noGrp="1"/>
          </p:cNvSpPr>
          <p:nvPr>
            <p:ph type="body" sz="quarter" idx="3"/>
          </p:nvPr>
        </p:nvSpPr>
        <p:spPr bwMode="auto"/>
        <p:txBody>
          <a:bodyPr/>
          <a:lstStyle/>
          <a:p>
            <a:pPr>
              <a:defRPr/>
            </a:pPr>
            <a:r>
              <a:rPr lang="en-US" sz="1200">
                <a:latin typeface="+mn-lt"/>
              </a:rPr>
              <a:t>[DO] Read the requirement. Set 10-minute timer. Walk the room. Most attendees start with Option A — feels more "inheritance-y."</a:t>
            </a:r>
            <a:endParaRPr/>
          </a:p>
          <a:p>
            <a:pPr>
              <a:defRPr/>
            </a:pPr>
            <a:r>
              <a:rPr lang="en-US" sz="1200">
                <a:latin typeface="+mn-lt"/>
              </a:rPr>
              <a:t>[ASK MID-EXERCISE] When attendees are stuck, walk and ask: "How are you handling the exception?" Both options will surface.</a:t>
            </a:r>
            <a:endParaRPr/>
          </a:p>
          <a:p>
            <a:pPr>
              <a:defRPr/>
            </a:pPr>
            <a:r>
              <a:rPr lang="en-US" sz="1200">
                <a:latin typeface="+mn-lt"/>
              </a:rPr>
              <a:t>[SAY OUT LOUD WHEN BOTH SURFACE]</a:t>
            </a:r>
            <a:br>
              <a:rPr lang="en-US" sz="1200">
                <a:latin typeface="+mn-lt"/>
              </a:rPr>
            </a:br>
            <a:r>
              <a:rPr lang="en-US" sz="1200">
                <a:latin typeface="+mn-lt"/>
              </a:rPr>
              <a:t>"Option A — </a:t>
            </a:r>
            <a:r>
              <a:rPr lang="en-US" sz="1200">
                <a:latin typeface="+mn-lt"/>
              </a:rPr>
              <a:t>AllowPause</a:t>
            </a:r>
            <a:r>
              <a:rPr lang="en-US" sz="1200">
                <a:latin typeface="+mn-lt"/>
              </a:rPr>
              <a:t> exists for ONE child's exception, but Cap, Label, Inspect inherit it forever. Pollution. Option B — duplicates base mode logic in Fill. Drift risk. Pick your poison."</a:t>
            </a:r>
            <a:endParaRPr/>
          </a:p>
          <a:p>
            <a:pPr>
              <a:defRPr/>
            </a:pPr>
            <a:r>
              <a:rPr lang="en-US" sz="1200">
                <a:latin typeface="+mn-lt"/>
              </a:rPr>
              <a:t>[REVEAL #2] This is the workshop's second reveal: inheritance trades one cost for another. Stage 1 had per-station pollution; Stage 2 puts the pollution on the base.</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6780121" name="Slide Number Placeholder 1"/>
          <p:cNvSpPr>
            <a:spLocks noGrp="1"/>
          </p:cNvSpPr>
          <p:nvPr>
            <p:ph type="sldNum" sz="quarter" idx="5"/>
          </p:nvPr>
        </p:nvSpPr>
        <p:spPr bwMode="auto"/>
      </p:sp>
      <p:sp>
        <p:nvSpPr>
          <p:cNvPr id="716896055" name="Slide Image Placeholder 2"/>
          <p:cNvSpPr>
            <a:spLocks noChangeAspect="1" noGrp="1" noRot="1"/>
          </p:cNvSpPr>
          <p:nvPr>
            <p:ph type="sldImg" idx="2"/>
          </p:nvPr>
        </p:nvSpPr>
        <p:spPr bwMode="auto">
          <a:xfrm>
            <a:off x="0" y="0"/>
            <a:ext cx="6796088" cy="3822700"/>
          </a:xfrm>
        </p:spPr>
      </p:sp>
      <p:sp>
        <p:nvSpPr>
          <p:cNvPr id="130457589" name="Notes Placeholder 3"/>
          <p:cNvSpPr>
            <a:spLocks noGrp="1"/>
          </p:cNvSpPr>
          <p:nvPr>
            <p:ph type="body" sz="quarter" idx="3"/>
          </p:nvPr>
        </p:nvSpPr>
        <p:spPr bwMode="auto"/>
        <p:txBody>
          <a:bodyPr/>
          <a:lstStyle/>
          <a:p>
            <a:pPr>
              <a:defRPr/>
            </a:pPr>
            <a:r>
              <a:rPr sz="1200">
                <a:latin typeface="Arial"/>
              </a:rPr>
              <a:t>[SHOW] Live diff vs Stage 1 (5 files / +50 / −13) → Stage 2 (3 files / +65 / −48).</a:t>
            </a:r>
            <a:endParaRPr/>
          </a:p>
          <a:p>
            <a:pPr>
              <a:defRPr/>
            </a:pPr>
            <a:r>
              <a:rPr sz="1200">
                <a:latin typeface="Arial"/>
              </a:rPr>
              <a:t>[ASK — discussion] "Which is worse — scattered pollution paid by 4 stations, or centralized pollution paid by every reader of the base?"</a:t>
            </a:r>
            <a:endParaRPr/>
          </a:p>
          <a:p>
            <a:pPr>
              <a:defRPr/>
            </a:pPr>
            <a:r>
              <a:rPr sz="1200">
                <a:latin typeface="Arial"/>
              </a:rPr>
              <a:t>[POINT] There's no right answer. That's the point. Inheritance didn't eliminate the cost; it relocated it.</a:t>
            </a:r>
            <a:endParaRPr/>
          </a:p>
          <a:p>
            <a:pPr>
              <a:defRPr/>
            </a:pPr>
            <a:r>
              <a:rPr sz="1200">
                <a:latin typeface="Arial"/>
              </a:rPr>
              <a:t>[BRIDGE] This sets up CR-2, where the relocation becomes a trap.</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6469368" name="Slide Number Placeholder 1"/>
          <p:cNvSpPr>
            <a:spLocks noGrp="1"/>
          </p:cNvSpPr>
          <p:nvPr>
            <p:ph type="sldNum" sz="quarter" idx="5"/>
          </p:nvPr>
        </p:nvSpPr>
        <p:spPr bwMode="auto"/>
      </p:sp>
      <p:sp>
        <p:nvSpPr>
          <p:cNvPr id="1753094681" name="Slide Image Placeholder 2"/>
          <p:cNvSpPr>
            <a:spLocks noChangeAspect="1" noGrp="1" noRot="1"/>
          </p:cNvSpPr>
          <p:nvPr>
            <p:ph type="sldImg" idx="2"/>
          </p:nvPr>
        </p:nvSpPr>
        <p:spPr bwMode="auto"/>
      </p:sp>
      <p:sp>
        <p:nvSpPr>
          <p:cNvPr id="1285468732" name="Notes Placeholder 3"/>
          <p:cNvSpPr>
            <a:spLocks noGrp="1"/>
          </p:cNvSpPr>
          <p:nvPr>
            <p:ph type="body" sz="quarter" idx="3"/>
          </p:nvPr>
        </p:nvSpPr>
        <p:spPr bwMode="auto"/>
        <p:txBody>
          <a:bodyPr/>
          <a:lstStyle/>
          <a:p>
            <a:pPr>
              <a:defRPr/>
            </a:pPr>
            <a:r>
              <a:rPr sz="1200">
                <a:latin typeface="Arial"/>
              </a:rPr>
              <a:t>[PLAN TO SLOW DOWN] This block is the workshop's hardest moment.</a:t>
            </a:r>
            <a:endParaRPr/>
          </a:p>
          <a:p>
            <a:pPr>
              <a:defRPr/>
            </a:pPr>
            <a:r>
              <a:rPr sz="1200">
                <a:latin typeface="Arial"/>
              </a:rPr>
              <a:t>[DO]</a:t>
            </a:r>
            <a:br>
              <a:rPr sz="1200">
                <a:latin typeface="Arial"/>
              </a:rPr>
            </a:br>
            <a:r>
              <a:rPr sz="1200">
                <a:latin typeface="Arial"/>
              </a:rPr>
              <a:t>1. Read CR-2 again — same requirement as Stage 1.</a:t>
            </a:r>
            <a:br>
              <a:rPr sz="1200">
                <a:latin typeface="Arial"/>
              </a:rPr>
            </a:br>
            <a:r>
              <a:rPr sz="1200">
                <a:latin typeface="Arial"/>
              </a:rPr>
              <a:t>2. Set 15-minute timer. "I'll be available — this one's harder."</a:t>
            </a:r>
            <a:br>
              <a:rPr sz="1200">
                <a:latin typeface="Arial"/>
              </a:rPr>
            </a:br>
            <a:r>
              <a:rPr sz="1200">
                <a:latin typeface="Arial"/>
              </a:rPr>
              <a:t>3. Walk the room.</a:t>
            </a:r>
            <a:endParaRPr/>
          </a:p>
          <a:p>
            <a:pPr>
              <a:defRPr/>
            </a:pPr>
            <a:r>
              <a:rPr sz="1200">
                <a:latin typeface="Arial"/>
              </a:rPr>
              <a:t>[WATCH FOR] Most attendees start by overriding Monitoring and adding their quality-flag logic AFTER calling SUPER^.Monitoring(). This produces broken behavior — the base latches the alarm before their override can flag it as quality.</a:t>
            </a:r>
            <a:endParaRPr/>
          </a:p>
          <a:p>
            <a:pPr>
              <a:defRPr/>
            </a:pPr>
            <a:r>
              <a:rPr sz="1200">
                <a:latin typeface="Arial"/>
              </a:rPr>
              <a:t>[NEXT SLIDE] The leading-questions slide is for when they're stuck. Use it to walk them to the realization.</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1539473" name="Slide Number Placeholder 1"/>
          <p:cNvSpPr>
            <a:spLocks noGrp="1"/>
          </p:cNvSpPr>
          <p:nvPr>
            <p:ph type="sldNum" sz="quarter" idx="5"/>
          </p:nvPr>
        </p:nvSpPr>
        <p:spPr bwMode="auto"/>
      </p:sp>
      <p:sp>
        <p:nvSpPr>
          <p:cNvPr id="33774195" name="Slide Image Placeholder 2"/>
          <p:cNvSpPr>
            <a:spLocks noChangeAspect="1" noGrp="1" noRot="1"/>
          </p:cNvSpPr>
          <p:nvPr>
            <p:ph type="sldImg" idx="2"/>
          </p:nvPr>
        </p:nvSpPr>
        <p:spPr bwMode="auto">
          <a:xfrm>
            <a:off x="0" y="0"/>
            <a:ext cx="6796088" cy="3822700"/>
          </a:xfrm>
        </p:spPr>
      </p:sp>
      <p:sp>
        <p:nvSpPr>
          <p:cNvPr id="1215550102" name="Notes Placeholder 3"/>
          <p:cNvSpPr>
            <a:spLocks noGrp="1"/>
          </p:cNvSpPr>
          <p:nvPr>
            <p:ph type="body" sz="quarter" idx="3"/>
          </p:nvPr>
        </p:nvSpPr>
        <p:spPr bwMode="auto"/>
        <p:txBody>
          <a:bodyPr/>
          <a:lstStyle/>
          <a:p>
            <a:pPr>
              <a:defRPr/>
            </a:pPr>
            <a:r>
              <a:rPr/>
              <a:t>[PLAN TO SLOW DOWN] This is the workshop's hardest moment. Budget 25 min, not the printed 20.</a:t>
            </a:r>
            <a:endParaRPr/>
          </a:p>
          <a:p>
            <a:pPr>
              <a:defRPr/>
            </a:pPr>
            <a:r>
              <a:rPr/>
              <a:t>[BEFORE] Read CR-2 aloud again: "Inspect needs a non-faulting alarm AND parallel state-10. Same requirement as Stage 1, applied via inheritance."</a:t>
            </a:r>
            <a:endParaRPr/>
          </a:p>
          <a:p>
            <a:pPr>
              <a:defRPr/>
            </a:pPr>
            <a:r>
              <a:rPr/>
              <a:t>[DO] Set a 15-minute timer. "I'll be available — this one's harder." Walk the room.</a:t>
            </a:r>
            <a:endParaRPr/>
          </a:p>
          <a:p>
            <a:pPr>
              <a:defRPr/>
            </a:pPr>
            <a:r>
              <a:rPr/>
              <a:t>[WATCH FOR] Most attendees start by overriding Monitoring() and adding quality-flag logic AFTER calling SUPER^.Monitoring(). That's broken — the base latches the alarm before the override can intercept.</a:t>
            </a:r>
            <a:endParaRPr/>
          </a:p>
          <a:p>
            <a:pPr>
              <a:defRPr/>
            </a:pPr>
            <a:r>
              <a:rPr/>
              <a:t>[LEADING QUESTIONS — use only when stuck]</a:t>
            </a:r>
            <a:endParaRPr/>
          </a:p>
          <a:p>
            <a:pPr>
              <a:defRPr/>
            </a:pPr>
            <a:r>
              <a:rPr/>
              <a:t>  1. "When does SUPER^.Monitoring() latch the alarm?" → every time RaiseStationAlarm() is called.</a:t>
            </a:r>
            <a:endParaRPr/>
          </a:p>
          <a:p>
            <a:pPr>
              <a:defRPr/>
            </a:pPr>
            <a:r>
              <a:rPr/>
              <a:t>  2. "What does the quality-flag policy say should happen on a defect?" → don't latch.</a:t>
            </a:r>
            <a:endParaRPr/>
          </a:p>
          <a:p>
            <a:pPr>
              <a:defRPr/>
            </a:pPr>
            <a:r>
              <a:rPr/>
              <a:t>  3. "So what does that imply about calling SUPER?" → you can't.</a:t>
            </a:r>
            <a:endParaRPr/>
          </a:p>
          <a:p>
            <a:pPr>
              <a:defRPr/>
            </a:pPr>
            <a:r>
              <a:rPr/>
              <a:t>  4. "If you don't call SUPER, what do you lose?" → mode resolution and alarm-ack from the base — duplicate them in the override.</a:t>
            </a:r>
            <a:endParaRPr/>
          </a:p>
          <a:p>
            <a:pPr>
              <a:defRPr/>
            </a:pPr>
            <a:r>
              <a:rPr/>
              <a:t>[REVEAL] The discovery is on slide 45. DON'T deliver it here — they have to feel the corner first.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7345245" name="Slide Number Placeholder 1"/>
          <p:cNvSpPr>
            <a:spLocks noGrp="1"/>
          </p:cNvSpPr>
          <p:nvPr>
            <p:ph type="sldNum" sz="quarter" idx="5"/>
          </p:nvPr>
        </p:nvSpPr>
        <p:spPr bwMode="auto"/>
      </p:sp>
      <p:sp>
        <p:nvSpPr>
          <p:cNvPr id="519213809" name="Slide Image Placeholder 2"/>
          <p:cNvSpPr>
            <a:spLocks noChangeAspect="1" noGrp="1" noRot="1"/>
          </p:cNvSpPr>
          <p:nvPr>
            <p:ph type="sldImg" idx="2"/>
          </p:nvPr>
        </p:nvSpPr>
        <p:spPr bwMode="auto">
          <a:xfrm>
            <a:off x="0" y="0"/>
            <a:ext cx="6796088" cy="3822700"/>
          </a:xfrm>
        </p:spPr>
      </p:sp>
      <p:sp>
        <p:nvSpPr>
          <p:cNvPr id="1350233904" name="Notes Placeholder 3"/>
          <p:cNvSpPr>
            <a:spLocks noGrp="1"/>
          </p:cNvSpPr>
          <p:nvPr>
            <p:ph type="body" sz="quarter" idx="3"/>
          </p:nvPr>
        </p:nvSpPr>
        <p:spPr bwMode="auto"/>
        <p:txBody>
          <a:bodyPr/>
          <a:lstStyle/>
          <a:p>
            <a:pPr>
              <a:defRPr/>
            </a:pPr>
            <a:r>
              <a:rPr sz="1200">
                <a:latin typeface="Arial"/>
              </a:rPr>
              <a:t>[DO] Walk the room while attendees are stuck. Use these four leading questions IN ORDER. Let them arrive at the realization themselves.</a:t>
            </a:r>
            <a:endParaRPr/>
          </a:p>
          <a:p>
            <a:pPr>
              <a:defRPr/>
            </a:pPr>
            <a:r>
              <a:rPr sz="1200">
                <a:latin typeface="Arial"/>
              </a:rPr>
              <a:t>[ANTICIPATED ANSWERS]</a:t>
            </a:r>
            <a:br>
              <a:rPr sz="1200">
                <a:latin typeface="Arial"/>
              </a:rPr>
            </a:br>
            <a:r>
              <a:rPr sz="1200">
                <a:latin typeface="Arial"/>
              </a:rPr>
              <a:t>1. "Every time </a:t>
            </a:r>
            <a:r>
              <a:rPr sz="1200">
                <a:latin typeface="Arial"/>
              </a:rPr>
              <a:t>RaiseStationAlarm</a:t>
            </a:r>
            <a:r>
              <a:rPr sz="1200">
                <a:latin typeface="Arial"/>
              </a:rPr>
              <a:t> is called."</a:t>
            </a:r>
            <a:br>
              <a:rPr sz="1200">
                <a:latin typeface="Arial"/>
              </a:rPr>
            </a:br>
            <a:r>
              <a:rPr sz="1200">
                <a:latin typeface="Arial"/>
              </a:rPr>
              <a:t>2. "Don't latch."</a:t>
            </a:r>
            <a:br>
              <a:rPr sz="1200">
                <a:latin typeface="Arial"/>
              </a:rPr>
            </a:br>
            <a:r>
              <a:rPr sz="1200">
                <a:latin typeface="Arial"/>
              </a:rPr>
              <a:t>3. "You can't call SUPER."</a:t>
            </a:r>
            <a:br>
              <a:rPr sz="1200">
                <a:latin typeface="Arial"/>
              </a:rPr>
            </a:br>
            <a:r>
              <a:rPr sz="1200">
                <a:latin typeface="Arial"/>
              </a:rPr>
              <a:t>4. "You have to duplicate them in your override."</a:t>
            </a:r>
            <a:endParaRPr/>
          </a:p>
          <a:p>
            <a:pPr>
              <a:defRPr/>
            </a:pPr>
            <a:r>
              <a:rPr sz="1200">
                <a:latin typeface="Arial"/>
              </a:rPr>
              <a:t>[GATHER ATTENTION AND DELIVER]</a:t>
            </a:r>
            <a:br>
              <a:rPr sz="1200">
                <a:latin typeface="Arial"/>
              </a:rPr>
            </a:br>
            <a:r>
              <a:rPr sz="1200">
                <a:latin typeface="Arial"/>
              </a:rPr>
              <a:t>"There's no way to say 'inherit everything except the alarm policy.' Inheritance is all-or-nothing. Whatever the base does, every child gets — unless the child reimplements that behavior in an override."</a:t>
            </a:r>
            <a:endParaRPr/>
          </a:p>
          <a:p>
            <a:pPr>
              <a:defRPr/>
            </a:pPr>
            <a:r>
              <a:rPr sz="1200">
                <a:latin typeface="Arial"/>
              </a:rPr>
              <a:t>[DO] Show stage-2-broken: "This is what mid-fix looks like in real life — a partially overridden Monitoring with TODO comments." Leave the TODOs visible; they're the visual evidence of the design fight.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7361053" name="Slide Number Placeholder 1"/>
          <p:cNvSpPr>
            <a:spLocks noGrp="1"/>
          </p:cNvSpPr>
          <p:nvPr>
            <p:ph type="sldNum" sz="quarter" idx="5"/>
          </p:nvPr>
        </p:nvSpPr>
        <p:spPr bwMode="auto"/>
      </p:sp>
      <p:sp>
        <p:nvSpPr>
          <p:cNvPr id="824042121" name="Slide Image Placeholder 2"/>
          <p:cNvSpPr>
            <a:spLocks noChangeAspect="1" noGrp="1" noRot="1"/>
          </p:cNvSpPr>
          <p:nvPr>
            <p:ph type="sldImg" idx="2"/>
          </p:nvPr>
        </p:nvSpPr>
        <p:spPr bwMode="auto"/>
      </p:sp>
      <p:sp>
        <p:nvSpPr>
          <p:cNvPr id="2093667988" name="Notes Placeholder 3"/>
          <p:cNvSpPr>
            <a:spLocks noGrp="1"/>
          </p:cNvSpPr>
          <p:nvPr>
            <p:ph type="body" sz="quarter" idx="3"/>
          </p:nvPr>
        </p:nvSpPr>
        <p:spPr bwMode="auto"/>
        <p:txBody>
          <a:bodyPr/>
          <a:lstStyle/>
          <a:p>
            <a:pPr>
              <a:defRPr/>
            </a:pPr>
            <a:r>
              <a:rPr sz="1200">
                <a:latin typeface="Arial"/>
              </a:rPr>
              <a:t>[DO] Show the diff. Highlight the ~80-line override on the projector if you have time.</a:t>
            </a:r>
            <a:endParaRPr/>
          </a:p>
          <a:p>
            <a:pPr>
              <a:defRPr/>
            </a:pPr>
            <a:r>
              <a:rPr sz="1200">
                <a:latin typeface="Arial"/>
              </a:rPr>
              <a:t>[SAY] "The visible cost is the line count. The invisible cost is the future-change burden every time the base evolves."</a:t>
            </a:r>
            <a:endParaRPr/>
          </a:p>
          <a:p>
            <a:pPr>
              <a:defRPr/>
            </a:pPr>
            <a:r>
              <a:rPr sz="1200">
                <a:latin typeface="Arial"/>
              </a:rPr>
              <a:t>[COMPARE] Stage 1 CR-2 was 92 lines of inline rewrite. Stage 2 CR-2 is 121 lines of override fight. The architecture made it WORSE on lines, not better.</a:t>
            </a:r>
            <a:endParaRPr/>
          </a:p>
          <a:p>
            <a:pPr>
              <a:defRPr/>
            </a:pPr>
            <a:r>
              <a:rPr sz="1200">
                <a:latin typeface="Arial"/>
              </a:rPr>
              <a:t>[NEXT SLIDE] The most important pushback in the workshop. Don't skip it.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4037248" name="Slide Number Placeholder 1"/>
          <p:cNvSpPr>
            <a:spLocks noGrp="1"/>
          </p:cNvSpPr>
          <p:nvPr>
            <p:ph type="sldNum" sz="quarter" idx="5"/>
          </p:nvPr>
        </p:nvSpPr>
        <p:spPr bwMode="auto"/>
      </p:sp>
      <p:sp>
        <p:nvSpPr>
          <p:cNvPr id="1410117550" name="Slide Image Placeholder 2"/>
          <p:cNvSpPr>
            <a:spLocks noChangeAspect="1" noGrp="1" noRot="1"/>
          </p:cNvSpPr>
          <p:nvPr>
            <p:ph type="sldImg" idx="2"/>
          </p:nvPr>
        </p:nvSpPr>
        <p:spPr bwMode="auto">
          <a:xfrm>
            <a:off x="0" y="0"/>
            <a:ext cx="6796088" cy="3822700"/>
          </a:xfrm>
        </p:spPr>
      </p:sp>
      <p:sp>
        <p:nvSpPr>
          <p:cNvPr id="906778058" name="Notes Placeholder 3"/>
          <p:cNvSpPr>
            <a:spLocks noGrp="1"/>
          </p:cNvSpPr>
          <p:nvPr>
            <p:ph type="body" sz="quarter" idx="3"/>
          </p:nvPr>
        </p:nvSpPr>
        <p:spPr bwMode="auto"/>
        <p:txBody>
          <a:bodyPr/>
          <a:lstStyle/>
          <a:p>
            <a:pPr>
              <a:defRPr/>
            </a:pPr>
            <a:r>
              <a:rPr sz="1200">
                <a:latin typeface="Arial"/>
              </a:rPr>
              <a:t>[REVEAL #3] Workshop's third reveal. Climax of Block 2.</a:t>
            </a:r>
            <a:endParaRPr/>
          </a:p>
          <a:p>
            <a:pPr>
              <a:defRPr/>
            </a:pPr>
            <a:r>
              <a:rPr sz="1200">
                <a:latin typeface="Arial"/>
              </a:rPr>
              <a:t>[DO] Read the quote slowly. Wait. Let it land. The room should be uncomfortable — that's the lesson working.</a:t>
            </a:r>
            <a:endParaRPr/>
          </a:p>
          <a:p>
            <a:pPr>
              <a:defRPr/>
            </a:pPr>
            <a:r>
              <a:rPr sz="1200">
                <a:latin typeface="Arial"/>
              </a:rPr>
              <a:t>[DO NOT FILL THE SILENCE] Senior controls engineers in the room are recognizing this pattern from their own codebases right now.</a:t>
            </a:r>
            <a:endParaRPr/>
          </a:p>
          <a:p>
            <a:pPr>
              <a:defRPr/>
            </a:pPr>
            <a:r>
              <a:rPr sz="1200">
                <a:latin typeface="Arial"/>
              </a:rPr>
              <a:t>[CALLBACK SETUP] Mark this in your head: in Block 3 we'll call back to this exact moment when the CR-2 swap is one line.</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31787237" name="Slide Number Placeholder 1"/>
          <p:cNvSpPr>
            <a:spLocks noGrp="1"/>
          </p:cNvSpPr>
          <p:nvPr>
            <p:ph type="sldNum" sz="quarter" idx="5"/>
          </p:nvPr>
        </p:nvSpPr>
        <p:spPr bwMode="auto"/>
      </p:sp>
      <p:sp>
        <p:nvSpPr>
          <p:cNvPr id="84300334" name="Slide Image Placeholder 2"/>
          <p:cNvSpPr>
            <a:spLocks noChangeAspect="1" noGrp="1" noRot="1"/>
          </p:cNvSpPr>
          <p:nvPr>
            <p:ph type="sldImg" idx="2"/>
          </p:nvPr>
        </p:nvSpPr>
        <p:spPr bwMode="auto">
          <a:xfrm>
            <a:off x="0" y="0"/>
            <a:ext cx="6796088" cy="3822700"/>
          </a:xfrm>
        </p:spPr>
      </p:sp>
      <p:sp>
        <p:nvSpPr>
          <p:cNvPr id="1023829341" name="Notes Placeholder 3"/>
          <p:cNvSpPr>
            <a:spLocks noGrp="1"/>
          </p:cNvSpPr>
          <p:nvPr>
            <p:ph type="body" sz="quarter" idx="3"/>
          </p:nvPr>
        </p:nvSpPr>
        <p:spPr bwMode="auto"/>
        <p:txBody>
          <a:bodyPr/>
          <a:lstStyle/>
          <a:p>
            <a:pPr>
              <a:defRPr/>
            </a:pPr>
            <a:r>
              <a:rPr sz="1200">
                <a:latin typeface="Arial"/>
              </a:rPr>
              <a:t>[MOST IMPORTANT PUSHBACK] If only one customer-conversation Q&amp;A sticks, this is the one you want.</a:t>
            </a:r>
            <a:endParaRPr/>
          </a:p>
          <a:p>
            <a:pPr>
              <a:defRPr/>
            </a:pPr>
            <a:r>
              <a:rPr sz="1200">
                <a:latin typeface="Arial"/>
              </a:rPr>
              <a:t>[KEY LINE] "Discipline is bounded; architecture is unbounded." The workshop's central thesis in seven words. Mark it. Repeat it in Block 3 and Block 4. Make it the line attendees go home quoting.</a:t>
            </a:r>
            <a:endParaRPr/>
          </a:p>
          <a:p>
            <a:pPr>
              <a:defRPr/>
            </a:pPr>
            <a:r>
              <a:rPr sz="1200">
                <a:latin typeface="Arial"/>
              </a:rPr>
              <a:t>[VARIANT — if asked] "Use multiple inheritance, then." → "TwinCAT doesn't support multiple inheritance, and most languages that do (C++, Python) have ugly issues with it (the diamond problem). The composition pattern in Stage 3 solves the same need without those issues. We'll get there."</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3261094" name="Slide Number Placeholder 1"/>
          <p:cNvSpPr>
            <a:spLocks noGrp="1"/>
          </p:cNvSpPr>
          <p:nvPr>
            <p:ph type="sldNum" sz="quarter" idx="5"/>
          </p:nvPr>
        </p:nvSpPr>
        <p:spPr bwMode="auto"/>
      </p:sp>
      <p:sp>
        <p:nvSpPr>
          <p:cNvPr id="817138123" name="Slide Image Placeholder 2"/>
          <p:cNvSpPr>
            <a:spLocks noChangeAspect="1" noGrp="1" noRot="1"/>
          </p:cNvSpPr>
          <p:nvPr>
            <p:ph type="sldImg" idx="2"/>
          </p:nvPr>
        </p:nvSpPr>
        <p:spPr bwMode="auto">
          <a:xfrm>
            <a:off x="0" y="0"/>
            <a:ext cx="6796088" cy="3822700"/>
          </a:xfrm>
        </p:spPr>
      </p:sp>
      <p:sp>
        <p:nvSpPr>
          <p:cNvPr id="493158307" name="Notes Placeholder 3"/>
          <p:cNvSpPr>
            <a:spLocks noGrp="1"/>
          </p:cNvSpPr>
          <p:nvPr>
            <p:ph type="body" sz="quarter" idx="3"/>
          </p:nvPr>
        </p:nvSpPr>
        <p:spPr bwMode="auto"/>
        <p:txBody>
          <a:bodyPr/>
          <a:lstStyle/>
          <a:p>
            <a:pPr>
              <a:defRPr/>
            </a:pPr>
            <a:r>
              <a:rPr/>
              <a:t>[BEFORE] `git switch cr3-applied` on the presenter. FB_StationBase open; Fill and Inspect in adjacent tabs.</a:t>
            </a:r>
            <a:endParaRPr/>
          </a:p>
          <a:p>
            <a:pPr>
              <a:defRPr/>
            </a:pPr>
            <a:r>
              <a:rPr/>
              <a:t>[SAY] "Selective logging — only Fill and Inspect need it. Cap and Label don't. The inheritance path: storage on the base, virtual LoggingEnabled flag, override to TRUE in Fill and Inspect."</a:t>
            </a:r>
            <a:endParaRPr/>
          </a:p>
          <a:p>
            <a:pPr>
              <a:defRPr/>
            </a:pPr>
            <a:r>
              <a:rPr/>
              <a:t>[TIME] 5 minutes of reading, not writing. They're comparing branches.</a:t>
            </a:r>
            <a:endParaRPr/>
          </a:p>
          <a:p>
            <a:pPr>
              <a:defRPr/>
            </a:pPr>
            <a:r>
              <a:rPr/>
              <a:t>[ASK — the discussion prompt] "Where does Cap's LogBuffer storage live in memory?" → in every Cap and Label instance, even though they never write to it. "Is that a problem?" → in 4 stations, no. In a 50-station factory, the memory cost shows up — but the BIGGER cost is cognitive: every reader of FB_StationBase has to figure out why LogBuffer exists when half the children don't use it.</a:t>
            </a:r>
            <a:endParaRPr/>
          </a:p>
          <a:p>
            <a:pPr>
              <a:defRPr/>
            </a:pPr>
            <a:r>
              <a:rPr/>
              <a:t>[PACING] If behind, cut this to a 60-second instructor walkthrough — no hands-on. CR-2 was the lesson; CR-3 is reinforcement.</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7243217" name="Slide Number Placeholder 1"/>
          <p:cNvSpPr>
            <a:spLocks noGrp="1"/>
          </p:cNvSpPr>
          <p:nvPr>
            <p:ph type="sldNum" sz="quarter" idx="5"/>
          </p:nvPr>
        </p:nvSpPr>
        <p:spPr bwMode="auto"/>
      </p:sp>
      <p:sp>
        <p:nvSpPr>
          <p:cNvPr id="1026298985" name="Slide Image Placeholder 2"/>
          <p:cNvSpPr>
            <a:spLocks noChangeAspect="1" noGrp="1" noRot="1"/>
          </p:cNvSpPr>
          <p:nvPr>
            <p:ph type="sldImg" idx="2"/>
          </p:nvPr>
        </p:nvSpPr>
        <p:spPr bwMode="auto"/>
      </p:sp>
      <p:sp>
        <p:nvSpPr>
          <p:cNvPr id="1632064515" name="Notes Placeholder 3"/>
          <p:cNvSpPr>
            <a:spLocks noGrp="1"/>
          </p:cNvSpPr>
          <p:nvPr>
            <p:ph type="body" sz="quarter" idx="3"/>
          </p:nvPr>
        </p:nvSpPr>
        <p:spPr bwMode="auto"/>
        <p:txBody>
          <a:bodyPr/>
          <a:lstStyle/>
          <a:p>
            <a:pPr>
              <a:defRPr/>
            </a:pPr>
            <a:r>
              <a:rPr sz="1200">
                <a:latin typeface="Arial"/>
              </a:rPr>
              <a:t>[DO] Read the requirement. 5-minute timer. The attempt: </a:t>
            </a:r>
            <a:r>
              <a:rPr sz="1200">
                <a:latin typeface="Arial"/>
              </a:rPr>
              <a:t>LogBuffer</a:t>
            </a:r>
            <a:r>
              <a:rPr sz="1200">
                <a:latin typeface="Arial"/>
              </a:rPr>
              <a:t> + </a:t>
            </a:r>
            <a:r>
              <a:rPr sz="1200">
                <a:latin typeface="Arial"/>
              </a:rPr>
              <a:t>LoggingEnabled</a:t>
            </a:r>
            <a:r>
              <a:rPr sz="1200">
                <a:latin typeface="Arial"/>
              </a:rPr>
              <a:t> virtual on the base; Fill and Inspect override to TRUE.</a:t>
            </a:r>
            <a:endParaRPr/>
          </a:p>
          <a:p>
            <a:pPr>
              <a:defRPr/>
            </a:pPr>
            <a:r>
              <a:rPr sz="1200">
                <a:latin typeface="Arial"/>
              </a:rPr>
              <a:t>[ASK] "Where does Cap's </a:t>
            </a:r>
            <a:r>
              <a:rPr sz="1200">
                <a:latin typeface="Arial"/>
              </a:rPr>
              <a:t>LogBuffer</a:t>
            </a:r>
            <a:r>
              <a:rPr sz="1200">
                <a:latin typeface="Arial"/>
              </a:rPr>
              <a:t> storage live in memory?" → in every Cap and Label instance, even though they never write to it. "Is that a problem?" → in 4 stations, no. In a 50-station factory, yes.</a:t>
            </a:r>
            <a:endParaRPr/>
          </a:p>
          <a:p>
            <a:pPr>
              <a:defRPr/>
            </a:pPr>
            <a:r>
              <a:rPr sz="1200">
                <a:latin typeface="Arial"/>
              </a:rPr>
              <a:t>[PUSHBACK if asked] "100 strings × 120 chars × 2 unused stations = 24KB. Why are we obsessing about this?" → "You're right — for this scale, the memory cost is academic. The bigger problem is COGNITIVE. Every reader of </a:t>
            </a:r>
            <a:r>
              <a:rPr sz="1200">
                <a:latin typeface="Arial"/>
              </a:rPr>
              <a:t>FB_StationBase</a:t>
            </a:r>
            <a:r>
              <a:rPr sz="1200">
                <a:latin typeface="Arial"/>
              </a:rPr>
              <a:t> has to understand why </a:t>
            </a:r>
            <a:r>
              <a:rPr sz="1200">
                <a:latin typeface="Arial"/>
              </a:rPr>
              <a:t>LogBuffer</a:t>
            </a:r>
            <a:r>
              <a:rPr sz="1200">
                <a:latin typeface="Arial"/>
              </a:rPr>
              <a:t> exists when half the children don't use it. As your codebase grows, that noise compounds."</a:t>
            </a:r>
            <a:endParaRPr/>
          </a:p>
          <a:p>
            <a:pPr>
              <a:defRPr/>
            </a:pPr>
            <a:r>
              <a:rPr sz="1200">
                <a:latin typeface="Arial"/>
              </a:rPr>
              <a:t>[PACING] If behind, cut this hands-on entirely (just show the diff). The CR-2 breakdown is the lesson; CR-3 is supplementary.</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8835218" name="Slide Number Placeholder 1"/>
          <p:cNvSpPr>
            <a:spLocks noGrp="1"/>
          </p:cNvSpPr>
          <p:nvPr>
            <p:ph type="sldNum" sz="quarter" idx="5"/>
          </p:nvPr>
        </p:nvSpPr>
        <p:spPr bwMode="auto"/>
      </p:sp>
      <p:sp>
        <p:nvSpPr>
          <p:cNvPr id="942920677" name="Slide Image Placeholder 2"/>
          <p:cNvSpPr>
            <a:spLocks noChangeAspect="1" noGrp="1" noRot="1"/>
          </p:cNvSpPr>
          <p:nvPr>
            <p:ph type="sldImg" idx="2"/>
          </p:nvPr>
        </p:nvSpPr>
        <p:spPr bwMode="auto">
          <a:xfrm>
            <a:off x="0" y="0"/>
            <a:ext cx="6796088" cy="3822700"/>
          </a:xfrm>
        </p:spPr>
      </p:sp>
      <p:sp>
        <p:nvSpPr>
          <p:cNvPr id="528016633" name="Notes Placeholder 3"/>
          <p:cNvSpPr>
            <a:spLocks noGrp="1"/>
          </p:cNvSpPr>
          <p:nvPr>
            <p:ph type="body" sz="quarter" idx="3"/>
          </p:nvPr>
        </p:nvSpPr>
        <p:spPr bwMode="auto"/>
        <p:txBody>
          <a:bodyPr/>
          <a:lstStyle/>
          <a:p>
            <a:pPr>
              <a:defRPr/>
            </a:pPr>
            <a:r>
              <a:rPr sz="1200">
                <a:latin typeface="Arial"/>
              </a:rPr>
              <a:t>[DO] Switch presenter to stage-2-complete. Show the diff stat live. Walk the FB_StationBase tab — point to each new accumulation: ModePause field, AllowPause virtual, LogBuffer, LoggingEnabled virtual, LogCycleData helper.</a:t>
            </a:r>
            <a:endParaRPr/>
          </a:p>
          <a:p>
            <a:pPr>
              <a:defRPr/>
            </a:pPr>
            <a:r>
              <a:rPr sz="1200">
                <a:latin typeface="Arial"/>
              </a:rPr>
              <a:t>[SAY] "It started clean. Now it's a junk drawer. Every CR added another carve-out the base wasn't designed for."</a:t>
            </a:r>
            <a:endParaRPr/>
          </a:p>
          <a:p>
            <a:pPr>
              <a:defRPr/>
            </a:pPr>
            <a:r>
              <a:rPr sz="1200">
                <a:latin typeface="Arial"/>
              </a:rPr>
              <a:t>[ASK] "Stage 2 fixed real Stage 1 problems. What new problems did it create?"</a:t>
            </a:r>
            <a:endParaRPr/>
          </a:p>
          <a:p>
            <a:pPr>
              <a:defRPr/>
            </a:pPr>
            <a:r>
              <a:rPr sz="1200">
                <a:latin typeface="Arial"/>
              </a:rPr>
              <a:t>[ANTICIPATED ANSWERS — capture on whiteboard]</a:t>
            </a:r>
            <a:br>
              <a:rPr sz="1200">
                <a:latin typeface="Arial"/>
              </a:rPr>
            </a:br>
            <a:r>
              <a:rPr sz="1200">
                <a:latin typeface="Arial"/>
              </a:rPr>
              <a:t>- "Base-class pollution."</a:t>
            </a:r>
            <a:br>
              <a:rPr sz="1200">
                <a:latin typeface="Arial"/>
              </a:rPr>
            </a:br>
            <a:r>
              <a:rPr sz="1200">
                <a:latin typeface="Arial"/>
              </a:rPr>
              <a:t>- "SUPER-can't-be-called fragility."</a:t>
            </a:r>
            <a:br>
              <a:rPr sz="1200">
                <a:latin typeface="Arial"/>
              </a:rPr>
            </a:br>
            <a:r>
              <a:rPr sz="1200">
                <a:latin typeface="Arial"/>
              </a:rPr>
              <a:t>- "Dead weight in unrelated children."</a:t>
            </a:r>
            <a:endParaRPr/>
          </a:p>
          <a:p>
            <a:pPr>
              <a:defRPr/>
            </a:pPr>
            <a:r>
              <a:rPr sz="1200">
                <a:latin typeface="Arial"/>
              </a:rPr>
              <a:t>[BRIDGE] "Stage 3 will keep what's good — clean abstractions, consistency enforcement — and fix what's wrong. Let's go."</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0257147" name="Slide Number Placeholder 1"/>
          <p:cNvSpPr>
            <a:spLocks noGrp="1"/>
          </p:cNvSpPr>
          <p:nvPr>
            <p:ph type="sldNum" sz="quarter" idx="5"/>
          </p:nvPr>
        </p:nvSpPr>
        <p:spPr bwMode="auto"/>
      </p:sp>
      <p:sp>
        <p:nvSpPr>
          <p:cNvPr id="960715337" name="Slide Image Placeholder 2"/>
          <p:cNvSpPr>
            <a:spLocks noChangeAspect="1" noGrp="1" noRot="1"/>
          </p:cNvSpPr>
          <p:nvPr>
            <p:ph type="sldImg" idx="2"/>
          </p:nvPr>
        </p:nvSpPr>
        <p:spPr bwMode="auto"/>
      </p:sp>
      <p:sp>
        <p:nvSpPr>
          <p:cNvPr id="821734287" name="Notes Placeholder 3"/>
          <p:cNvSpPr>
            <a:spLocks noGrp="1"/>
          </p:cNvSpPr>
          <p:nvPr>
            <p:ph type="body" sz="quarter" idx="3"/>
          </p:nvPr>
        </p:nvSpPr>
        <p:spPr bwMode="auto"/>
        <p:txBody>
          <a:bodyPr/>
          <a:lstStyle/>
          <a:p>
            <a:pPr>
              <a:defRPr/>
            </a:pPr>
            <a:r>
              <a:rPr sz="1200">
                <a:latin typeface="Arial"/>
              </a:rPr>
              <a:t>[USE THE BREAK] Pull `stage-3-composition` on the presenter machine. Open the file tree, then I_AlarmHandler.TcPOU and FB_AlarmHandler_LineFault.TcPOU side by side.</a:t>
            </a:r>
            <a:endParaRPr/>
          </a:p>
          <a:p>
            <a:pPr>
              <a:defRPr/>
            </a:pPr>
            <a:r>
              <a:rPr sz="1200">
                <a:latin typeface="Arial"/>
              </a:rPr>
              <a:t>[SECOND LAPTOP] If you have one: open MAIN.TcPOU on it. The MAIN swap demo in Block 3 is the workshop's emotional climax — preparing it now saves a switching delay later.</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9949958" name="Slide Number Placeholder 1"/>
          <p:cNvSpPr>
            <a:spLocks noGrp="1"/>
          </p:cNvSpPr>
          <p:nvPr>
            <p:ph type="sldNum" sz="quarter" idx="5"/>
          </p:nvPr>
        </p:nvSpPr>
        <p:spPr bwMode="auto"/>
      </p:sp>
      <p:sp>
        <p:nvSpPr>
          <p:cNvPr id="915629037" name="Slide Image Placeholder 2"/>
          <p:cNvSpPr>
            <a:spLocks noChangeAspect="1" noGrp="1" noRot="1"/>
          </p:cNvSpPr>
          <p:nvPr>
            <p:ph type="sldImg" idx="2"/>
          </p:nvPr>
        </p:nvSpPr>
        <p:spPr bwMode="auto"/>
      </p:sp>
      <p:sp>
        <p:nvSpPr>
          <p:cNvPr id="1002028155" name="Notes Placeholder 3"/>
          <p:cNvSpPr>
            <a:spLocks noGrp="1"/>
          </p:cNvSpPr>
          <p:nvPr>
            <p:ph type="body" sz="quarter" idx="3"/>
          </p:nvPr>
        </p:nvSpPr>
        <p:spPr bwMode="auto"/>
        <p:txBody>
          <a:bodyPr/>
          <a:lstStyle/>
          <a:p>
            <a:pPr>
              <a:defRPr/>
            </a:pPr>
            <a:r>
              <a:rPr sz="1200">
                <a:latin typeface="Arial"/>
              </a:rPr>
              <a:t>[BEFORE] Presenter on `stage-3-composition`. File tree visible — 18 files in three directories.</a:t>
            </a:r>
            <a:endParaRPr/>
          </a:p>
          <a:p>
            <a:pPr>
              <a:defRPr/>
            </a:pPr>
            <a:r>
              <a:rPr sz="1200">
                <a:latin typeface="Arial"/>
              </a:rPr>
              <a:t>[FRAMING] This block is the EMOTIONAL PAYOFF of the workshop. Pace it so the room has time to FEEL the win, not just observe it. Don't rush past CR-2.</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00767" name="Slide Number Placeholder 1"/>
          <p:cNvSpPr>
            <a:spLocks noGrp="1"/>
          </p:cNvSpPr>
          <p:nvPr>
            <p:ph type="sldNum" sz="quarter" idx="5"/>
          </p:nvPr>
        </p:nvSpPr>
        <p:spPr bwMode="auto"/>
      </p:sp>
      <p:sp>
        <p:nvSpPr>
          <p:cNvPr id="2052790712" name="Slide Image Placeholder 2"/>
          <p:cNvSpPr>
            <a:spLocks noChangeAspect="1" noGrp="1" noRot="1"/>
          </p:cNvSpPr>
          <p:nvPr>
            <p:ph type="sldImg" idx="2"/>
          </p:nvPr>
        </p:nvSpPr>
        <p:spPr bwMode="auto"/>
      </p:sp>
      <p:sp>
        <p:nvSpPr>
          <p:cNvPr id="1728075228" name="Notes Placeholder 3"/>
          <p:cNvSpPr>
            <a:spLocks noGrp="1"/>
          </p:cNvSpPr>
          <p:nvPr>
            <p:ph type="body" sz="quarter" idx="3"/>
          </p:nvPr>
        </p:nvSpPr>
        <p:spPr bwMode="auto"/>
        <p:txBody>
          <a:bodyPr/>
          <a:lstStyle/>
          <a:p>
            <a:pPr>
              <a:defRPr/>
            </a:pPr>
            <a:r>
              <a:rPr sz="1200">
                <a:latin typeface="Arial"/>
              </a:rPr>
              <a:t>[DON'T LECTURE] Read the bullets, gesture at the file tree, move on.</a:t>
            </a:r>
            <a:endParaRPr/>
          </a:p>
          <a:p>
            <a:pPr>
              <a:defRPr/>
            </a:pPr>
            <a:r>
              <a:rPr sz="1200">
                <a:latin typeface="Arial"/>
              </a:rPr>
              <a:t>[SEED] "Variation by injection." That's the seed of CR-2's swap demo. Plant it now — they'll see it in 30 minutes.</a:t>
            </a:r>
            <a:endParaRPr/>
          </a:p>
          <a:p>
            <a:pPr>
              <a:defRPr/>
            </a:pPr>
            <a:r>
              <a:rPr sz="1200">
                <a:latin typeface="Arial"/>
              </a:rPr>
              <a:t>[FRAMEWORK] Beckhoff USA's Core / CoreComponents libraries. I_Cyclic, I_Diagnostic component pattern. Production code.</a:t>
            </a:r>
            <a:endParaRPr/>
          </a:p>
          <a:p>
            <a:pPr>
              <a:defRPr/>
            </a:pPr>
            <a:r>
              <a:rPr sz="1200">
                <a:latin typeface="Arial"/>
              </a:rPr>
              <a:t>[IF ASKED] "Is this just dependency injection?" → "Yes. DI is one of the patterns. We'll name them all in Block 4."</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1888213" name="Slide Number Placeholder 1"/>
          <p:cNvSpPr>
            <a:spLocks noGrp="1"/>
          </p:cNvSpPr>
          <p:nvPr>
            <p:ph type="sldNum" sz="quarter" idx="5"/>
          </p:nvPr>
        </p:nvSpPr>
        <p:spPr bwMode="auto"/>
      </p:sp>
      <p:sp>
        <p:nvSpPr>
          <p:cNvPr id="45842499" name="Slide Image Placeholder 2"/>
          <p:cNvSpPr>
            <a:spLocks noChangeAspect="1" noGrp="1" noRot="1"/>
          </p:cNvSpPr>
          <p:nvPr>
            <p:ph type="sldImg" idx="2"/>
          </p:nvPr>
        </p:nvSpPr>
        <p:spPr bwMode="auto"/>
      </p:sp>
      <p:sp>
        <p:nvSpPr>
          <p:cNvPr id="2129418055" name="Notes Placeholder 3"/>
          <p:cNvSpPr>
            <a:spLocks noGrp="1"/>
          </p:cNvSpPr>
          <p:nvPr>
            <p:ph type="body" sz="quarter" idx="3"/>
          </p:nvPr>
        </p:nvSpPr>
        <p:spPr bwMode="auto"/>
        <p:txBody>
          <a:bodyPr/>
          <a:lstStyle/>
          <a:p>
            <a:pPr>
              <a:defRPr/>
            </a:pPr>
            <a:r>
              <a:rPr sz="1200">
                <a:latin typeface="Arial"/>
              </a:rPr>
              <a:t>[DO] Open the file tree. Walk top to bottom.</a:t>
            </a:r>
            <a:endParaRPr/>
          </a:p>
          <a:p>
            <a:pPr>
              <a:defRPr/>
            </a:pPr>
            <a:r>
              <a:rPr sz="1200">
                <a:latin typeface="Arial"/>
              </a:rPr>
              <a:t>[PRE-EMPT] "This is more files than Stage 1 had." Acknowledge it explicitly.</a:t>
            </a:r>
            <a:endParaRPr/>
          </a:p>
          <a:p>
            <a:pPr>
              <a:defRPr/>
            </a:pPr>
            <a:r>
              <a:rPr sz="1200">
                <a:latin typeface="Arial"/>
              </a:rPr>
              <a:t>[SAY] "Hold that judgment for one slide. The architecture's payback comes in the next 40 minutes. Don't defend it now; let CR-2 defend it."</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4110625" name="Slide Number Placeholder 1"/>
          <p:cNvSpPr>
            <a:spLocks noGrp="1"/>
          </p:cNvSpPr>
          <p:nvPr>
            <p:ph type="sldNum" sz="quarter" idx="5"/>
          </p:nvPr>
        </p:nvSpPr>
        <p:spPr bwMode="auto"/>
      </p:sp>
      <p:sp>
        <p:nvSpPr>
          <p:cNvPr id="1028874660" name="Slide Image Placeholder 2"/>
          <p:cNvSpPr>
            <a:spLocks noChangeAspect="1" noGrp="1" noRot="1"/>
          </p:cNvSpPr>
          <p:nvPr>
            <p:ph type="sldImg" idx="2"/>
          </p:nvPr>
        </p:nvSpPr>
        <p:spPr bwMode="auto"/>
      </p:sp>
      <p:sp>
        <p:nvSpPr>
          <p:cNvPr id="1081299484" name="Notes Placeholder 3"/>
          <p:cNvSpPr>
            <a:spLocks noGrp="1"/>
          </p:cNvSpPr>
          <p:nvPr>
            <p:ph type="body" sz="quarter" idx="3"/>
          </p:nvPr>
        </p:nvSpPr>
        <p:spPr bwMode="auto"/>
        <p:txBody>
          <a:bodyPr/>
          <a:lstStyle/>
          <a:p>
            <a:pPr>
              <a:defRPr/>
            </a:pPr>
            <a:r>
              <a:rPr sz="1200">
                <a:latin typeface="Arial"/>
              </a:rPr>
              <a:t>[DO] Open I_AlarmHandler.TcPOU on the projector. Walk the four members.</a:t>
            </a:r>
            <a:endParaRPr/>
          </a:p>
          <a:p>
            <a:pPr>
              <a:defRPr/>
            </a:pPr>
            <a:r>
              <a:rPr sz="1200">
                <a:latin typeface="Arial"/>
              </a:rPr>
              <a:t>[KEY LINE] "Stations depend on I_AlarmHandler — they never know which implementation they have. That's the seam where CR-2's swap will happen."</a:t>
            </a:r>
            <a:endParaRPr/>
          </a:p>
          <a:p>
            <a:pPr>
              <a:defRPr/>
            </a:pPr>
            <a:r>
              <a:rPr sz="1200">
                <a:latin typeface="Arial"/>
              </a:rPr>
              <a:t>[FORESHADOW] Don't explain the swap yet. Just plant the seam. Reveal in 25 minutes.</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346122" name="Slide Number Placeholder 1"/>
          <p:cNvSpPr>
            <a:spLocks noGrp="1"/>
          </p:cNvSpPr>
          <p:nvPr>
            <p:ph type="sldNum" sz="quarter" idx="5"/>
          </p:nvPr>
        </p:nvSpPr>
        <p:spPr bwMode="auto"/>
      </p:sp>
      <p:sp>
        <p:nvSpPr>
          <p:cNvPr id="1901789951" name="Slide Image Placeholder 2"/>
          <p:cNvSpPr>
            <a:spLocks noChangeAspect="1" noGrp="1" noRot="1"/>
          </p:cNvSpPr>
          <p:nvPr>
            <p:ph type="sldImg" idx="2"/>
          </p:nvPr>
        </p:nvSpPr>
        <p:spPr bwMode="auto"/>
      </p:sp>
      <p:sp>
        <p:nvSpPr>
          <p:cNvPr id="804209359" name="Notes Placeholder 3"/>
          <p:cNvSpPr>
            <a:spLocks noGrp="1"/>
          </p:cNvSpPr>
          <p:nvPr>
            <p:ph type="body" sz="quarter" idx="3"/>
          </p:nvPr>
        </p:nvSpPr>
        <p:spPr bwMode="auto"/>
        <p:txBody>
          <a:bodyPr/>
          <a:lstStyle/>
          <a:p>
            <a:pPr>
              <a:defRPr/>
            </a:pPr>
            <a:r>
              <a:rPr sz="1200">
                <a:latin typeface="Arial"/>
              </a:rPr>
              <a:t>[DO] Open both files side by side on the projector. Walk the symmetry.</a:t>
            </a:r>
            <a:endParaRPr/>
          </a:p>
          <a:p>
            <a:pPr>
              <a:defRPr/>
            </a:pPr>
            <a:r>
              <a:rPr sz="1200">
                <a:latin typeface="Arial"/>
              </a:rPr>
              <a:t>[KEY LINE] "Same contract, opposite behavior. The station code can't tell them apart. The behavior change happens in MAIN, not in the station."</a:t>
            </a:r>
            <a:endParaRPr/>
          </a:p>
          <a:p>
            <a:pPr>
              <a:defRPr/>
            </a:pPr>
            <a:r>
              <a:rPr sz="1200">
                <a:latin typeface="Arial"/>
              </a:rPr>
              <a:t>[FORESHADOW] "In 25 minutes, CR-2 is going to ask 'change Inspect's alarm policy.' We'll do it by changing one line in MAIN."</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9697998" name="Slide Number Placeholder 1"/>
          <p:cNvSpPr>
            <a:spLocks noGrp="1"/>
          </p:cNvSpPr>
          <p:nvPr>
            <p:ph type="sldNum" sz="quarter" idx="5"/>
          </p:nvPr>
        </p:nvSpPr>
        <p:spPr bwMode="auto"/>
      </p:sp>
      <p:sp>
        <p:nvSpPr>
          <p:cNvPr id="1205502616" name="Slide Image Placeholder 2"/>
          <p:cNvSpPr>
            <a:spLocks noChangeAspect="1" noGrp="1" noRot="1"/>
          </p:cNvSpPr>
          <p:nvPr>
            <p:ph type="sldImg" idx="2"/>
          </p:nvPr>
        </p:nvSpPr>
        <p:spPr bwMode="auto"/>
      </p:sp>
      <p:sp>
        <p:nvSpPr>
          <p:cNvPr id="1806215904" name="Notes Placeholder 3"/>
          <p:cNvSpPr>
            <a:spLocks noGrp="1"/>
          </p:cNvSpPr>
          <p:nvPr>
            <p:ph type="body" sz="quarter" idx="3"/>
          </p:nvPr>
        </p:nvSpPr>
        <p:spPr bwMode="auto"/>
        <p:txBody>
          <a:bodyPr/>
          <a:lstStyle/>
          <a:p>
            <a:pPr>
              <a:defRPr/>
            </a:pPr>
            <a:r>
              <a:rPr sz="1200">
                <a:latin typeface="Arial"/>
              </a:rPr>
              <a:t>[DO] Open FB_StationFill on the projector. Walk the VAR block first — point at I_AlarmHandler / I_DataLogger fields. Then walk FB_init — point at AlarmHandler / DataLogger parameters.</a:t>
            </a:r>
            <a:endParaRPr/>
          </a:p>
          <a:p>
            <a:pPr>
              <a:defRPr/>
            </a:pPr>
            <a:r>
              <a:rPr sz="1200">
                <a:latin typeface="Arial"/>
              </a:rPr>
              <a:t>[KEY LINE] "The station never constructs its dependencies. It receives them. That's dependency injection — the seam that makes CR-2 trivial."</a:t>
            </a:r>
            <a:endParaRPr/>
          </a:p>
          <a:p>
            <a:pPr>
              <a:defRPr/>
            </a:pPr>
            <a:r>
              <a:rPr sz="1200">
                <a:latin typeface="Arial"/>
              </a:rPr>
              <a:t>[IF ASKED] "What's REFERENCE TO?" → "TwinCAT's pointer-with-syntax-sugar. Use REF= to bind, then dereference with .field syntax. We use it for FB_ModeManager because there's exactly one shared instance."</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7732040" name="Slide Number Placeholder 1"/>
          <p:cNvSpPr>
            <a:spLocks noGrp="1"/>
          </p:cNvSpPr>
          <p:nvPr>
            <p:ph type="sldNum" sz="quarter" idx="5"/>
          </p:nvPr>
        </p:nvSpPr>
        <p:spPr bwMode="auto"/>
      </p:sp>
      <p:sp>
        <p:nvSpPr>
          <p:cNvPr id="195530813" name="Slide Image Placeholder 2"/>
          <p:cNvSpPr>
            <a:spLocks noChangeAspect="1" noGrp="1" noRot="1"/>
          </p:cNvSpPr>
          <p:nvPr>
            <p:ph type="sldImg" idx="2"/>
          </p:nvPr>
        </p:nvSpPr>
        <p:spPr bwMode="auto"/>
      </p:sp>
      <p:sp>
        <p:nvSpPr>
          <p:cNvPr id="574012969" name="Notes Placeholder 3"/>
          <p:cNvSpPr>
            <a:spLocks noGrp="1"/>
          </p:cNvSpPr>
          <p:nvPr>
            <p:ph type="body" sz="quarter" idx="3"/>
          </p:nvPr>
        </p:nvSpPr>
        <p:spPr bwMode="auto"/>
        <p:txBody>
          <a:bodyPr/>
          <a:lstStyle/>
          <a:p>
            <a:pPr>
              <a:defRPr/>
            </a:pPr>
            <a:r>
              <a:rPr sz="1200">
                <a:latin typeface="Arial"/>
              </a:rPr>
              <a:t>[DO] Open MAIN on the projector. Walk the construction calls. Highlight `AlarmHandler := LineFault` on Inspect — call it the "swap point."</a:t>
            </a:r>
            <a:endParaRPr/>
          </a:p>
          <a:p>
            <a:pPr>
              <a:defRPr/>
            </a:pPr>
            <a:r>
              <a:rPr sz="1200">
                <a:latin typeface="Arial"/>
              </a:rPr>
              <a:t>[KEY LINE] "Read MAIN top-to-bottom — it IS the wiring diagram for the line. In Stage 1, MAIN was 'instantiate stations.' In Stage 3, MAIN is 'wire the dependency graph.' The architecture is realized at construction."</a:t>
            </a:r>
            <a:endParaRPr/>
          </a:p>
          <a:p>
            <a:pPr>
              <a:defRPr/>
            </a:pPr>
            <a:r>
              <a:rPr sz="1200">
                <a:latin typeface="Arial"/>
              </a:rPr>
              <a:t>[SETUP] This sets up CR-2 directly. The audience should be ready to predict what the swap looks like.</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7419825" name="Slide Number Placeholder 1"/>
          <p:cNvSpPr>
            <a:spLocks noGrp="1"/>
          </p:cNvSpPr>
          <p:nvPr>
            <p:ph type="sldNum" sz="quarter" idx="5"/>
          </p:nvPr>
        </p:nvSpPr>
        <p:spPr bwMode="auto"/>
      </p:sp>
      <p:sp>
        <p:nvSpPr>
          <p:cNvPr id="1885554959" name="Slide Image Placeholder 2"/>
          <p:cNvSpPr>
            <a:spLocks noChangeAspect="1" noGrp="1" noRot="1"/>
          </p:cNvSpPr>
          <p:nvPr>
            <p:ph type="sldImg" idx="2"/>
          </p:nvPr>
        </p:nvSpPr>
        <p:spPr bwMode="auto"/>
      </p:sp>
      <p:sp>
        <p:nvSpPr>
          <p:cNvPr id="1104514278" name="Notes Placeholder 3"/>
          <p:cNvSpPr>
            <a:spLocks noGrp="1"/>
          </p:cNvSpPr>
          <p:nvPr>
            <p:ph type="body" sz="quarter" idx="3"/>
          </p:nvPr>
        </p:nvSpPr>
        <p:spPr bwMode="auto"/>
        <p:txBody>
          <a:bodyPr/>
          <a:lstStyle/>
          <a:p>
            <a:pPr>
              <a:defRPr/>
            </a:pPr>
            <a:r>
              <a:rPr sz="1200">
                <a:latin typeface="Arial"/>
              </a:rPr>
              <a:t>[DO] Walk SOLID once, slowly, with the codebase as the example. This is the vocabulary attendees take to customer conversations.</a:t>
            </a:r>
            <a:endParaRPr/>
          </a:p>
          <a:p>
            <a:pPr>
              <a:defRPr/>
            </a:pPr>
            <a:r>
              <a:rPr sz="1200">
                <a:latin typeface="Arial"/>
              </a:rPr>
              <a:t>[FAE-FRAMING] For an FAE audience, SOLID is review at the conceptual level. What's new is mapping each principle to a SPECIFIC TwinCAT file they just walked through.</a:t>
            </a:r>
            <a:endParaRPr/>
          </a:p>
          <a:p>
            <a:pPr>
              <a:defRPr/>
            </a:pPr>
            <a:r>
              <a:rPr sz="1200">
                <a:latin typeface="Arial"/>
              </a:rPr>
              <a:t>[ASK — if you have time] "Which SOLID principle is doing the heavy lifting in this codebase?" Best answer is D (Dependency Inversion) — that's the seam that makes CR-2 trivial. L (Liskov) is the property that makes D safe.</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0624894" name="Slide Number Placeholder 1"/>
          <p:cNvSpPr>
            <a:spLocks noGrp="1"/>
          </p:cNvSpPr>
          <p:nvPr>
            <p:ph type="sldNum" sz="quarter" idx="5"/>
          </p:nvPr>
        </p:nvSpPr>
        <p:spPr bwMode="auto"/>
      </p:sp>
      <p:sp>
        <p:nvSpPr>
          <p:cNvPr id="768275970" name="Slide Image Placeholder 2"/>
          <p:cNvSpPr>
            <a:spLocks noChangeAspect="1" noGrp="1" noRot="1"/>
          </p:cNvSpPr>
          <p:nvPr>
            <p:ph type="sldImg" idx="2"/>
          </p:nvPr>
        </p:nvSpPr>
        <p:spPr bwMode="auto"/>
      </p:sp>
      <p:sp>
        <p:nvSpPr>
          <p:cNvPr id="666005297" name="Notes Placeholder 3"/>
          <p:cNvSpPr>
            <a:spLocks noGrp="1"/>
          </p:cNvSpPr>
          <p:nvPr>
            <p:ph type="body" sz="quarter" idx="3"/>
          </p:nvPr>
        </p:nvSpPr>
        <p:spPr bwMode="auto"/>
        <p:txBody>
          <a:bodyPr/>
          <a:lstStyle/>
          <a:p>
            <a:pPr>
              <a:defRPr/>
            </a:pPr>
            <a:r>
              <a:rPr sz="1200">
                <a:latin typeface="Arial"/>
              </a:rPr>
              <a:t>[ACKNOWLEDGE] Critical to acknowledge — for the workshop's 4-station example, the customer is RIGHT. Stage 3 IS overkill at this scale.</a:t>
            </a:r>
            <a:endParaRPr/>
          </a:p>
          <a:p>
            <a:pPr>
              <a:defRPr/>
            </a:pPr>
            <a:r>
              <a:rPr sz="1200">
                <a:latin typeface="Arial"/>
              </a:rPr>
              <a:t>[FRAMING] Stage 3's payoff is at scale and over time. For a one-off machine, Stage 1 is correct. For a product family that ships 50 variants over 5 years, Stage 3 is the only sane answer.</a:t>
            </a:r>
            <a:endParaRPr/>
          </a:p>
          <a:p>
            <a:pPr>
              <a:defRPr/>
            </a:pPr>
            <a:r>
              <a:rPr sz="1200">
                <a:latin typeface="Arial"/>
              </a:rPr>
              <a:t>[DON'T OVERSELL] The workshop's value is the trade-off vocabulary, not religion.</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5581324" name="Slide Number Placeholder 1"/>
          <p:cNvSpPr>
            <a:spLocks noGrp="1"/>
          </p:cNvSpPr>
          <p:nvPr>
            <p:ph type="sldNum" sz="quarter" idx="5"/>
          </p:nvPr>
        </p:nvSpPr>
        <p:spPr bwMode="auto"/>
      </p:sp>
      <p:sp>
        <p:nvSpPr>
          <p:cNvPr id="386328281" name="Slide Image Placeholder 2"/>
          <p:cNvSpPr>
            <a:spLocks noChangeAspect="1" noGrp="1" noRot="1"/>
          </p:cNvSpPr>
          <p:nvPr>
            <p:ph type="sldImg" idx="2"/>
          </p:nvPr>
        </p:nvSpPr>
        <p:spPr bwMode="auto"/>
      </p:sp>
      <p:sp>
        <p:nvSpPr>
          <p:cNvPr id="564973523" name="Notes Placeholder 3"/>
          <p:cNvSpPr>
            <a:spLocks noGrp="1"/>
          </p:cNvSpPr>
          <p:nvPr>
            <p:ph type="body" sz="quarter" idx="3"/>
          </p:nvPr>
        </p:nvSpPr>
        <p:spPr bwMode="auto"/>
        <p:txBody>
          <a:bodyPr/>
          <a:lstStyle/>
          <a:p>
            <a:pPr>
              <a:defRPr/>
            </a:pPr>
            <a:r>
              <a:rPr sz="1200">
                <a:latin typeface="Arial"/>
              </a:rPr>
              <a:t>[DO] Read the requirement: same Pause requirement as Stage 1. 5-minute timer. The realization comes fast: just modify FB_ModeManager.</a:t>
            </a:r>
            <a:endParaRPr/>
          </a:p>
          <a:p>
            <a:pPr>
              <a:defRPr/>
            </a:pPr>
            <a:r>
              <a:rPr sz="1200">
                <a:latin typeface="Arial"/>
              </a:rPr>
              <a:t>[ASK] "Why is the Fill mid-cycle exception automatic in this architecture?"</a:t>
            </a:r>
            <a:endParaRPr/>
          </a:p>
          <a:p>
            <a:pPr>
              <a:defRPr/>
            </a:pPr>
            <a:r>
              <a:rPr sz="1200">
                <a:latin typeface="Arial"/>
              </a:rPr>
              <a:t>[ANTICIPATED ANSWER] Fill's state-10 logic gates on `Accumulated &gt;= TargetVolume`, not on `AllowRun`. The right gating point was already in place. CR-1 didn't have to add new gating logic anywhere because the abstraction encoded the right behavior already.</a:t>
            </a:r>
            <a:endParaRPr/>
          </a:p>
          <a:p>
            <a:pPr>
              <a:defRPr/>
            </a:pPr>
            <a:r>
              <a:rPr sz="1200">
                <a:latin typeface="Arial"/>
              </a:rPr>
              <a:t>[PUSHBACK if asked] "Sure, this works for Pause because Pause maps cleanly to a mode. What about a feature that doesn't?" → "Then you do the work to find the right abstraction. Composition isn't magic — it requires careful design. Stage 1 + 2 pay per-CR. Stage 3 pays up front and reaps savings."</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0085332" name="Slide Number Placeholder 1"/>
          <p:cNvSpPr>
            <a:spLocks noGrp="1"/>
          </p:cNvSpPr>
          <p:nvPr>
            <p:ph type="sldNum" sz="quarter" idx="5"/>
          </p:nvPr>
        </p:nvSpPr>
        <p:spPr bwMode="auto"/>
      </p:sp>
      <p:sp>
        <p:nvSpPr>
          <p:cNvPr id="612973959" name="Slide Image Placeholder 2"/>
          <p:cNvSpPr>
            <a:spLocks noChangeAspect="1" noGrp="1" noRot="1"/>
          </p:cNvSpPr>
          <p:nvPr>
            <p:ph type="sldImg" idx="2"/>
          </p:nvPr>
        </p:nvSpPr>
        <p:spPr bwMode="auto"/>
      </p:sp>
      <p:sp>
        <p:nvSpPr>
          <p:cNvPr id="1088697834" name="Notes Placeholder 3"/>
          <p:cNvSpPr>
            <a:spLocks noGrp="1"/>
          </p:cNvSpPr>
          <p:nvPr>
            <p:ph type="body" sz="quarter" idx="3"/>
          </p:nvPr>
        </p:nvSpPr>
        <p:spPr bwMode="auto"/>
        <p:txBody>
          <a:bodyPr/>
          <a:lstStyle/>
          <a:p>
            <a:pPr>
              <a:defRPr/>
            </a:pPr>
            <a:r>
              <a:rPr sz="1200">
                <a:latin typeface="Arial"/>
              </a:rPr>
              <a:t>[PACE CAREFULLY] This is the workshop's emotional payoff.</a:t>
            </a:r>
            <a:endParaRPr/>
          </a:p>
          <a:p>
            <a:pPr>
              <a:defRPr/>
            </a:pPr>
            <a:r>
              <a:rPr sz="1200">
                <a:latin typeface="Arial"/>
              </a:rPr>
              <a:t>[SAY] Read CR-2 again: "Inspect: non-faulting alarm AND parallel state-10. Same as Stage 1 (60 inline lines) and Stage 2 (the override mess). Apply it the composition way."</a:t>
            </a:r>
            <a:endParaRPr/>
          </a:p>
          <a:p>
            <a:pPr>
              <a:defRPr/>
            </a:pPr>
            <a:r>
              <a:rPr sz="1200">
                <a:latin typeface="Arial"/>
              </a:rPr>
              <a:t>[DEMO FIRST] On the presenter machine, before they try. Next slide is the swap script.</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0618454" name="Slide Number Placeholder 1"/>
          <p:cNvSpPr>
            <a:spLocks noGrp="1"/>
          </p:cNvSpPr>
          <p:nvPr>
            <p:ph type="sldNum" sz="quarter" idx="5"/>
          </p:nvPr>
        </p:nvSpPr>
        <p:spPr bwMode="auto"/>
      </p:sp>
      <p:sp>
        <p:nvSpPr>
          <p:cNvPr id="1474655140" name="Slide Image Placeholder 2"/>
          <p:cNvSpPr>
            <a:spLocks noChangeAspect="1" noGrp="1" noRot="1"/>
          </p:cNvSpPr>
          <p:nvPr>
            <p:ph type="sldImg" idx="2"/>
          </p:nvPr>
        </p:nvSpPr>
        <p:spPr bwMode="auto"/>
      </p:sp>
      <p:sp>
        <p:nvSpPr>
          <p:cNvPr id="946118613" name="Notes Placeholder 3"/>
          <p:cNvSpPr>
            <a:spLocks noGrp="1"/>
          </p:cNvSpPr>
          <p:nvPr>
            <p:ph type="body" sz="quarter" idx="3"/>
          </p:nvPr>
        </p:nvSpPr>
        <p:spPr bwMode="auto"/>
        <p:txBody>
          <a:bodyPr/>
          <a:lstStyle/>
          <a:p>
            <a:pPr>
              <a:defRPr/>
            </a:pPr>
            <a:r>
              <a:rPr sz="1200">
                <a:latin typeface="Arial"/>
              </a:rPr>
              <a:t>[DEMO LIVE] The slide is the script — the demo is the lesson.</a:t>
            </a:r>
            <a:endParaRPr/>
          </a:p>
          <a:p>
            <a:pPr>
              <a:defRPr/>
            </a:pPr>
            <a:r>
              <a:rPr sz="1200">
                <a:latin typeface="Arial"/>
              </a:rPr>
              <a:t>[SEQUENCE]</a:t>
            </a:r>
            <a:br>
              <a:rPr sz="1200">
                <a:latin typeface="Arial"/>
              </a:rPr>
            </a:br>
            <a:r>
              <a:rPr sz="1200">
                <a:latin typeface="Arial"/>
              </a:rPr>
              <a:t>1. Open MAIN. Find the line.</a:t>
            </a:r>
            <a:br>
              <a:rPr sz="1200">
                <a:latin typeface="Arial"/>
              </a:rPr>
            </a:br>
            <a:r>
              <a:rPr sz="1200">
                <a:latin typeface="Arial"/>
              </a:rPr>
              <a:t>2. Change LineFault to QualityFlag.</a:t>
            </a:r>
            <a:br>
              <a:rPr sz="1200">
                <a:latin typeface="Arial"/>
              </a:rPr>
            </a:br>
            <a:r>
              <a:rPr sz="1200">
                <a:latin typeface="Arial"/>
              </a:rPr>
              <a:t>3. Save. Build.</a:t>
            </a:r>
            <a:br>
              <a:rPr sz="1200">
                <a:latin typeface="Arial"/>
              </a:rPr>
            </a:br>
            <a:r>
              <a:rPr sz="1200">
                <a:latin typeface="Arial"/>
              </a:rPr>
              <a:t>4. PAUSE. Don't speak. Let the implication land. Count to 10 silently.</a:t>
            </a:r>
            <a:endParaRPr/>
          </a:p>
          <a:p>
            <a:pPr>
              <a:defRPr/>
            </a:pPr>
            <a:r>
              <a:rPr sz="1200">
                <a:latin typeface="Arial"/>
              </a:rPr>
              <a:t>[AFTER THE SILENCE]</a:t>
            </a:r>
            <a:br>
              <a:rPr sz="1200">
                <a:latin typeface="Arial"/>
              </a:rPr>
            </a:br>
            <a:r>
              <a:rPr sz="1200">
                <a:latin typeface="Arial"/>
              </a:rPr>
              <a:t>- ASK: "Did Inspect's behavior just change?" (Yes — alarms are non-latching, line keeps running.)</a:t>
            </a:r>
            <a:br>
              <a:rPr sz="1200">
                <a:latin typeface="Arial"/>
              </a:rPr>
            </a:br>
            <a:r>
              <a:rPr sz="1200">
                <a:latin typeface="Arial"/>
              </a:rPr>
              <a:t>- ASK: "Did we modify any Inspect code?" (No.)</a:t>
            </a:r>
            <a:br>
              <a:rPr sz="1200">
                <a:latin typeface="Arial"/>
              </a:rPr>
            </a:br>
            <a:r>
              <a:rPr sz="1200">
                <a:latin typeface="Arial"/>
              </a:rPr>
              <a:t>- ASK: "How is this possible?" (Because the alarm strategy is INJECTED, not hardcoded. Inspect depends on I_AlarmHandler — anything implementing that interface plugs in.)</a:t>
            </a:r>
            <a:endParaRPr/>
          </a:p>
          <a:p>
            <a:pPr>
              <a:defRPr/>
            </a:pPr>
            <a:r>
              <a:rPr sz="1200">
                <a:latin typeface="Arial"/>
              </a:rPr>
              <a:t>[THE SILENCE IS THE LESSON.] Don't fill it.</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3797752" name="Slide Number Placeholder 1"/>
          <p:cNvSpPr>
            <a:spLocks noGrp="1"/>
          </p:cNvSpPr>
          <p:nvPr>
            <p:ph type="sldNum" sz="quarter" idx="5"/>
          </p:nvPr>
        </p:nvSpPr>
        <p:spPr bwMode="auto"/>
      </p:sp>
      <p:sp>
        <p:nvSpPr>
          <p:cNvPr id="329714640" name="Slide Image Placeholder 2"/>
          <p:cNvSpPr>
            <a:spLocks noChangeAspect="1" noGrp="1" noRot="1"/>
          </p:cNvSpPr>
          <p:nvPr>
            <p:ph type="sldImg" idx="2"/>
          </p:nvPr>
        </p:nvSpPr>
        <p:spPr bwMode="auto"/>
      </p:sp>
      <p:sp>
        <p:nvSpPr>
          <p:cNvPr id="1879022994" name="Notes Placeholder 3"/>
          <p:cNvSpPr>
            <a:spLocks noGrp="1"/>
          </p:cNvSpPr>
          <p:nvPr>
            <p:ph type="body" sz="quarter" idx="3"/>
          </p:nvPr>
        </p:nvSpPr>
        <p:spPr bwMode="auto"/>
        <p:txBody>
          <a:bodyPr/>
          <a:lstStyle/>
          <a:p>
            <a:pPr>
              <a:defRPr/>
            </a:pPr>
            <a:r>
              <a:rPr sz="1200">
                <a:latin typeface="Arial"/>
              </a:rPr>
              <a:t>[HEADLINE] Workshop's central claim. Read it slowly. Repeat it. This is the line attendees take home.</a:t>
            </a:r>
            <a:endParaRPr/>
          </a:p>
          <a:p>
            <a:pPr>
              <a:defRPr/>
            </a:pPr>
            <a:r>
              <a:rPr sz="1200">
                <a:latin typeface="Arial"/>
              </a:rPr>
              <a:t>[SAY] "If only one slide of the workshop sticks, this is it. The 92 → 121 → 1 progression is the receipt for the entire 4 hours."</a:t>
            </a:r>
            <a:endParaRPr/>
          </a:p>
          <a:p>
            <a:pPr>
              <a:defRPr/>
            </a:pPr>
            <a:r>
              <a:rPr sz="1200">
                <a:latin typeface="Arial"/>
              </a:rPr>
              <a:t>[PUSHBACK — the customer-facing version] "You're cherry-picking the example. CR-2 is designed to make composition look good." → "It's designed to be REALISTIC, not to make composition look good. Real customers ask for non-faulting alarms and parallel coordination on specific stations all the time. The point isn't that Stage 3 looks good in this CR — it's that CR-1, CR-2, AND CR-3 all look good in Stage 3. Three different shapes of cross-cutting requirement, three different costs, every one cheaper. That's pattern recognition, not cherry-picking."</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1031950" name="Slide Number Placeholder 1"/>
          <p:cNvSpPr>
            <a:spLocks noGrp="1"/>
          </p:cNvSpPr>
          <p:nvPr>
            <p:ph type="sldNum" sz="quarter" idx="5"/>
          </p:nvPr>
        </p:nvSpPr>
        <p:spPr bwMode="auto"/>
      </p:sp>
      <p:sp>
        <p:nvSpPr>
          <p:cNvPr id="1368371930" name="Slide Image Placeholder 2"/>
          <p:cNvSpPr>
            <a:spLocks noChangeAspect="1" noGrp="1" noRot="1"/>
          </p:cNvSpPr>
          <p:nvPr>
            <p:ph type="sldImg" idx="2"/>
          </p:nvPr>
        </p:nvSpPr>
        <p:spPr bwMode="auto"/>
      </p:sp>
      <p:sp>
        <p:nvSpPr>
          <p:cNvPr id="1755181682" name="Notes Placeholder 3"/>
          <p:cNvSpPr>
            <a:spLocks noGrp="1"/>
          </p:cNvSpPr>
          <p:nvPr>
            <p:ph type="body" sz="quarter" idx="3"/>
          </p:nvPr>
        </p:nvSpPr>
        <p:spPr bwMode="auto"/>
        <p:txBody>
          <a:bodyPr/>
          <a:lstStyle/>
          <a:p>
            <a:pPr>
              <a:defRPr/>
            </a:pPr>
            <a:r>
              <a:rPr sz="1200">
                <a:latin typeface="Arial"/>
              </a:rPr>
              <a:t>[DO] After the swap demo, hand them the parallel-sequencer half. 10-minute timer.</a:t>
            </a:r>
            <a:endParaRPr/>
          </a:p>
          <a:p>
            <a:pPr>
              <a:defRPr/>
            </a:pPr>
            <a:r>
              <a:rPr sz="1200">
                <a:latin typeface="Arial"/>
              </a:rPr>
              <a:t>[PATTERN] What they're applying: COMPOSE a new building block (FB_ParallelSequencer) alongside an existing one (FB_StepSequencer). Not rewriting; composing.</a:t>
            </a:r>
            <a:endParaRPr/>
          </a:p>
          <a:p>
            <a:pPr>
              <a:defRPr/>
            </a:pPr>
            <a:r>
              <a:rPr sz="1200">
                <a:latin typeface="Arial"/>
              </a:rPr>
              <a:t>[WHEN DONE] `git switch stage-3-cr2-applied` and show the diff. ~30 lines added in 2 files.</a:t>
            </a:r>
            <a:endParaRPr/>
          </a:p>
          <a:p>
            <a:pPr>
              <a:defRPr/>
            </a:pPr>
            <a:r>
              <a:rPr sz="1200">
                <a:latin typeface="Arial"/>
              </a:rPr>
              <a:t>[PACING] If behind, skip this hands-on. The reveal moment is the swap on the presenter screen — that's the lesson. The parallel sequencer is supplementary.</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6274785" name="Slide Number Placeholder 1"/>
          <p:cNvSpPr>
            <a:spLocks noGrp="1"/>
          </p:cNvSpPr>
          <p:nvPr>
            <p:ph type="sldNum" sz="quarter" idx="5"/>
          </p:nvPr>
        </p:nvSpPr>
        <p:spPr bwMode="auto"/>
      </p:sp>
      <p:sp>
        <p:nvSpPr>
          <p:cNvPr id="1540147087" name="Slide Image Placeholder 2"/>
          <p:cNvSpPr>
            <a:spLocks noChangeAspect="1" noGrp="1" noRot="1"/>
          </p:cNvSpPr>
          <p:nvPr>
            <p:ph type="sldImg" idx="2"/>
          </p:nvPr>
        </p:nvSpPr>
        <p:spPr bwMode="auto"/>
      </p:sp>
      <p:sp>
        <p:nvSpPr>
          <p:cNvPr id="1767674000" name="Notes Placeholder 3"/>
          <p:cNvSpPr>
            <a:spLocks noGrp="1"/>
          </p:cNvSpPr>
          <p:nvPr>
            <p:ph type="body" sz="quarter" idx="3"/>
          </p:nvPr>
        </p:nvSpPr>
        <p:spPr bwMode="auto"/>
        <p:txBody>
          <a:bodyPr/>
          <a:lstStyle/>
          <a:p>
            <a:pPr>
              <a:defRPr/>
            </a:pPr>
            <a:r>
              <a:rPr sz="1200">
                <a:latin typeface="Arial"/>
              </a:rPr>
              <a:t>[DO] Read the requirement. 5-minute timer. The path: add I_DataLogger field + FB_init param to Fill and Inspect only.</a:t>
            </a:r>
            <a:endParaRPr/>
          </a:p>
          <a:p>
            <a:pPr>
              <a:defRPr/>
            </a:pPr>
            <a:r>
              <a:rPr sz="1200">
                <a:latin typeface="Arial"/>
              </a:rPr>
              <a:t>[ASK] "Where does Cap's logger storage live now?" → nowhere. Cap doesn't have the field.</a:t>
            </a:r>
            <a:endParaRPr/>
          </a:p>
          <a:p>
            <a:pPr>
              <a:defRPr/>
            </a:pPr>
            <a:r>
              <a:rPr sz="1200">
                <a:latin typeface="Arial"/>
              </a:rPr>
              <a:t>[ASK] "What changes if we swap from in-memory buffer to file-based logger?" → only FB_CycleDataLogger is replaced. Stations don't change. MAIN doesn't change.</a:t>
            </a:r>
            <a:endParaRPr/>
          </a:p>
          <a:p>
            <a:pPr>
              <a:defRPr/>
            </a:pPr>
            <a:r>
              <a:rPr sz="1200">
                <a:latin typeface="Arial"/>
              </a:rPr>
              <a:t>[COMPARE] Stage 2's logger refactor cost: base + every override + LogCycleData helper. Stage 3: just the building block.</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6375527" name="Slide Number Placeholder 1"/>
          <p:cNvSpPr>
            <a:spLocks noGrp="1"/>
          </p:cNvSpPr>
          <p:nvPr>
            <p:ph type="sldNum" sz="quarter" idx="5"/>
          </p:nvPr>
        </p:nvSpPr>
        <p:spPr bwMode="auto"/>
      </p:sp>
      <p:sp>
        <p:nvSpPr>
          <p:cNvPr id="1247965991" name="Slide Image Placeholder 2"/>
          <p:cNvSpPr>
            <a:spLocks noChangeAspect="1" noGrp="1" noRot="1"/>
          </p:cNvSpPr>
          <p:nvPr>
            <p:ph type="sldImg" idx="2"/>
          </p:nvPr>
        </p:nvSpPr>
        <p:spPr bwMode="auto"/>
      </p:sp>
      <p:sp>
        <p:nvSpPr>
          <p:cNvPr id="1939424687" name="Notes Placeholder 3"/>
          <p:cNvSpPr>
            <a:spLocks noGrp="1"/>
          </p:cNvSpPr>
          <p:nvPr>
            <p:ph type="body" sz="quarter" idx="3"/>
          </p:nvPr>
        </p:nvSpPr>
        <p:spPr bwMode="auto"/>
        <p:txBody>
          <a:bodyPr/>
          <a:lstStyle/>
          <a:p>
            <a:pPr>
              <a:defRPr/>
            </a:pPr>
            <a:r>
              <a:rPr sz="1200">
                <a:latin typeface="Arial"/>
              </a:rPr>
              <a:t>[DO] Show stage-3-broken on the projector. Walk the per-station guards. Then compare to stage-3-cr1-applied (FB_ModeManager-only).</a:t>
            </a:r>
            <a:endParaRPr/>
          </a:p>
          <a:p>
            <a:pPr>
              <a:defRPr/>
            </a:pPr>
            <a:r>
              <a:rPr sz="1200">
                <a:latin typeface="Arial"/>
              </a:rPr>
              <a:t>[LESSON] The right architecture makes the right thing easy and the wrong thing visible. Right answer is loud and small; wrong answer is loud and large.</a:t>
            </a:r>
            <a:endParaRPr/>
          </a:p>
          <a:p>
            <a:pPr>
              <a:defRPr/>
            </a:pPr>
            <a:r>
              <a:rPr sz="1200">
                <a:latin typeface="Arial"/>
              </a:rPr>
              <a:t>[PUSHBACK] "So composition can be done wrong too. What's the point?" → "Every paradigm can be done wrong. The point is which one MAKES THE RIGHT THING EASY AND THE WRONG THING VISIBLE. Stage 1's right answer is 'modify every station' — easy to do, easy to drift. Stage 3's right answer is 'modify the shared service' — also easy, and the wrong-way alternative is loud (5-file diff) instead of quiet (1-file diff)."</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401533" name="Slide Number Placeholder 1"/>
          <p:cNvSpPr>
            <a:spLocks noGrp="1"/>
          </p:cNvSpPr>
          <p:nvPr>
            <p:ph type="sldNum" sz="quarter" idx="5"/>
          </p:nvPr>
        </p:nvSpPr>
        <p:spPr bwMode="auto"/>
      </p:sp>
      <p:sp>
        <p:nvSpPr>
          <p:cNvPr id="1436040486" name="Slide Image Placeholder 2"/>
          <p:cNvSpPr>
            <a:spLocks noChangeAspect="1" noGrp="1" noRot="1"/>
          </p:cNvSpPr>
          <p:nvPr>
            <p:ph type="sldImg" idx="2"/>
          </p:nvPr>
        </p:nvSpPr>
        <p:spPr bwMode="auto"/>
      </p:sp>
      <p:sp>
        <p:nvSpPr>
          <p:cNvPr id="643649147" name="Notes Placeholder 3"/>
          <p:cNvSpPr>
            <a:spLocks noGrp="1"/>
          </p:cNvSpPr>
          <p:nvPr>
            <p:ph type="body" sz="quarter" idx="3"/>
          </p:nvPr>
        </p:nvSpPr>
        <p:spPr bwMode="auto"/>
        <p:txBody>
          <a:bodyPr/>
          <a:lstStyle/>
          <a:p>
            <a:pPr>
              <a:defRPr/>
            </a:pPr>
            <a:r>
              <a:rPr sz="1200">
                <a:latin typeface="Arial"/>
              </a:rPr>
              <a:t>[FRAMING] This is where the workshop cements. Plan to overshoot the 20-minute budget if discussion is gold — that's the workshop's value.</a:t>
            </a:r>
            <a:endParaRPr/>
          </a:p>
          <a:p>
            <a:pPr>
              <a:defRPr/>
            </a:pPr>
            <a:r>
              <a:rPr sz="1200">
                <a:latin typeface="Arial"/>
              </a:rPr>
              <a:t>[BEFORE] Pull up the scoreboard page on the projector OR reveal the whiteboard with cells pre-drawn.</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7726048" name="Slide Number Placeholder 1"/>
          <p:cNvSpPr>
            <a:spLocks noGrp="1"/>
          </p:cNvSpPr>
          <p:nvPr>
            <p:ph type="sldNum" sz="quarter" idx="5"/>
          </p:nvPr>
        </p:nvSpPr>
        <p:spPr bwMode="auto"/>
      </p:sp>
      <p:sp>
        <p:nvSpPr>
          <p:cNvPr id="2035857706" name="Slide Image Placeholder 2"/>
          <p:cNvSpPr>
            <a:spLocks noChangeAspect="1" noGrp="1" noRot="1"/>
          </p:cNvSpPr>
          <p:nvPr>
            <p:ph type="sldImg" idx="2"/>
          </p:nvPr>
        </p:nvSpPr>
        <p:spPr bwMode="auto"/>
      </p:sp>
      <p:sp>
        <p:nvSpPr>
          <p:cNvPr id="1696912616" name="Notes Placeholder 3"/>
          <p:cNvSpPr>
            <a:spLocks noGrp="1"/>
          </p:cNvSpPr>
          <p:nvPr>
            <p:ph type="body" sz="quarter" idx="3"/>
          </p:nvPr>
        </p:nvSpPr>
        <p:spPr bwMode="auto"/>
        <p:txBody>
          <a:bodyPr/>
          <a:lstStyle/>
          <a:p>
            <a:pPr>
              <a:defRPr/>
            </a:pPr>
            <a:r>
              <a:rPr sz="1200">
                <a:latin typeface="Arial"/>
              </a:rPr>
              <a:t>[DO] Walk the matrix cell-by-cell. The audience has DONE every cell — this is consolidation, not introduction.</a:t>
            </a:r>
            <a:endParaRPr/>
          </a:p>
          <a:p>
            <a:pPr>
              <a:defRPr/>
            </a:pPr>
            <a:r>
              <a:rPr sz="1200">
                <a:latin typeface="Arial"/>
              </a:rPr>
              <a:t>[READ ALOUD]</a:t>
            </a:r>
            <a:br>
              <a:rPr sz="1200">
                <a:latin typeface="Arial"/>
              </a:rPr>
            </a:br>
            <a:r>
              <a:rPr sz="1200">
                <a:latin typeface="Arial"/>
              </a:rPr>
              <a:t>- "CR-1 hits 5 files in procedural; 3 in inheritance; 2 in composition."</a:t>
            </a:r>
            <a:br>
              <a:rPr sz="1200">
                <a:latin typeface="Arial"/>
              </a:rPr>
            </a:br>
            <a:r>
              <a:rPr sz="1200">
                <a:latin typeface="Arial"/>
              </a:rPr>
              <a:t>- "CR-2 in procedural is a 92-line inline rewrite. In inheritance it's a 121-line override fight. In composition it's a 1-line swap."</a:t>
            </a:r>
            <a:br>
              <a:rPr sz="1200">
                <a:latin typeface="Arial"/>
              </a:rPr>
            </a:br>
            <a:r>
              <a:rPr sz="1200">
                <a:latin typeface="Arial"/>
              </a:rPr>
              <a:t>- "CR-3 looks small in procedural (13 lines) but the duplication is permanent. Inheritance fixes the duplication but adds dead weight. Composition has both proportional cost AND zero dead weight."</a:t>
            </a:r>
            <a:endParaRPr/>
          </a:p>
          <a:p>
            <a:pPr>
              <a:defRPr/>
            </a:pPr>
            <a:r>
              <a:rPr sz="1200">
                <a:latin typeface="Arial"/>
              </a:rPr>
              <a:t>[NEXT SLIDE] The deeper lessons.</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77164623" name="Slide Number Placeholder 1"/>
          <p:cNvSpPr>
            <a:spLocks noGrp="1"/>
          </p:cNvSpPr>
          <p:nvPr>
            <p:ph type="sldNum" sz="quarter" idx="5"/>
          </p:nvPr>
        </p:nvSpPr>
        <p:spPr bwMode="auto"/>
      </p:sp>
      <p:sp>
        <p:nvSpPr>
          <p:cNvPr id="1384514433" name="Slide Image Placeholder 2"/>
          <p:cNvSpPr>
            <a:spLocks noChangeAspect="1" noGrp="1" noRot="1"/>
          </p:cNvSpPr>
          <p:nvPr>
            <p:ph type="sldImg" idx="2"/>
          </p:nvPr>
        </p:nvSpPr>
        <p:spPr bwMode="auto"/>
      </p:sp>
      <p:sp>
        <p:nvSpPr>
          <p:cNvPr id="835494103" name="Notes Placeholder 3"/>
          <p:cNvSpPr>
            <a:spLocks noGrp="1"/>
          </p:cNvSpPr>
          <p:nvPr>
            <p:ph type="body" sz="quarter" idx="3"/>
          </p:nvPr>
        </p:nvSpPr>
        <p:spPr bwMode="auto"/>
        <p:txBody>
          <a:bodyPr/>
          <a:lstStyle/>
          <a:p>
            <a:pPr>
              <a:defRPr/>
            </a:pPr>
            <a:r>
              <a:rPr sz="1200">
                <a:latin typeface="Arial"/>
              </a:rPr>
              <a:t>[KEY LINE] "Lines are the visible cost. BLAST RADIUS is the real cost."</a:t>
            </a:r>
            <a:endParaRPr/>
          </a:p>
          <a:p>
            <a:pPr>
              <a:defRPr/>
            </a:pPr>
            <a:r>
              <a:rPr sz="1200">
                <a:latin typeface="Arial"/>
              </a:rPr>
              <a:t>[CONTEXT — examples to work in]</a:t>
            </a:r>
            <a:br>
              <a:rPr sz="1200">
                <a:latin typeface="Arial"/>
              </a:rPr>
            </a:br>
            <a:r>
              <a:rPr sz="1200">
                <a:latin typeface="Arial"/>
              </a:rPr>
              <a:t>- Stage 1 wins on raw lines for CR-3 (13). But those 13 lines are duplicated identically. The duplicate is permanent.</a:t>
            </a:r>
            <a:br>
              <a:rPr sz="1200">
                <a:latin typeface="Arial"/>
              </a:rPr>
            </a:br>
            <a:r>
              <a:rPr sz="1200">
                <a:latin typeface="Arial"/>
              </a:rPr>
              <a:t>- Stage 2 CR-2 only adds ~80 lines of override, but those 80 lines re-implement mode resolution and alarm-ack from scratch. The 'lines' are cheap; the FRAGILITY is expensive.</a:t>
            </a:r>
            <a:endParaRPr/>
          </a:p>
          <a:p>
            <a:pPr>
              <a:defRPr/>
            </a:pPr>
            <a:r>
              <a:rPr sz="1200">
                <a:latin typeface="Arial"/>
              </a:rPr>
              <a:t>[FAE TAKEAWAY] The blast-radius framing is the language attendees take to customer conversations. Mark it. Repeat it.</a:t>
            </a:r>
            <a:endParaRPr/>
          </a:p>
          <a:p>
            <a:pPr>
              <a:defRPr/>
            </a:pPr>
            <a:r>
              <a:rPr sz="1200">
                <a:latin typeface="Arial"/>
              </a:rPr>
              <a:t>[VISUAL ANCHOR] If you have a whiteboard: write "BLAST RADIUS" in big letters next to the scoreboard matrix.</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3186776" name="Slide Number Placeholder 1"/>
          <p:cNvSpPr>
            <a:spLocks noGrp="1"/>
          </p:cNvSpPr>
          <p:nvPr>
            <p:ph type="sldNum" sz="quarter" idx="5"/>
          </p:nvPr>
        </p:nvSpPr>
        <p:spPr bwMode="auto"/>
      </p:sp>
      <p:sp>
        <p:nvSpPr>
          <p:cNvPr id="488209042" name="Slide Image Placeholder 2"/>
          <p:cNvSpPr>
            <a:spLocks noChangeAspect="1" noGrp="1" noRot="1"/>
          </p:cNvSpPr>
          <p:nvPr>
            <p:ph type="sldImg" idx="2"/>
          </p:nvPr>
        </p:nvSpPr>
        <p:spPr bwMode="auto"/>
      </p:sp>
      <p:sp>
        <p:nvSpPr>
          <p:cNvPr id="1870361248" name="Notes Placeholder 3"/>
          <p:cNvSpPr>
            <a:spLocks noGrp="1"/>
          </p:cNvSpPr>
          <p:nvPr>
            <p:ph type="body" sz="quarter" idx="3"/>
          </p:nvPr>
        </p:nvSpPr>
        <p:spPr bwMode="auto"/>
        <p:txBody>
          <a:bodyPr/>
          <a:lstStyle/>
          <a:p>
            <a:pPr>
              <a:defRPr/>
            </a:pPr>
            <a:r>
              <a:rPr sz="1200">
                <a:latin typeface="Arial"/>
              </a:rPr>
              <a:t>[FRAMING] The testability argument is the workshop's quiet long-tail value. Some attendees will care about this MORE than the blast-radius argument.</a:t>
            </a:r>
            <a:endParaRPr/>
          </a:p>
          <a:p>
            <a:pPr>
              <a:defRPr/>
            </a:pPr>
            <a:r>
              <a:rPr sz="1200">
                <a:latin typeface="Arial"/>
              </a:rPr>
              <a:t>[CONTEXT — to weave in]</a:t>
            </a:r>
            <a:br>
              <a:rPr sz="1200">
                <a:latin typeface="Arial"/>
              </a:rPr>
            </a:br>
            <a:r>
              <a:rPr sz="1200">
                <a:latin typeface="Arial"/>
              </a:rPr>
              <a:t>"In a PlcTestSuite test you can construct FB_StationFill with mocks: MockMode, MockAlarm (QualityFlag — never latches), Logger (inspect buffer after each cycle). Drive MockMode.ModeAuto := TRUE, set PartPresent := TRUE, call Execute() repeatedly, assert against Logger._Buffer. No real I/O. No real alarms. Deterministic."</a:t>
            </a:r>
            <a:endParaRPr/>
          </a:p>
          <a:p>
            <a:pPr>
              <a:defRPr/>
            </a:pPr>
            <a:r>
              <a:rPr sz="1200">
                <a:latin typeface="Arial"/>
              </a:rPr>
              <a:t>[FRAMEWORK LANDSCAPE — be ready, FAEs will ask]</a:t>
            </a:r>
            <a:br>
              <a:rPr sz="1200">
                <a:latin typeface="Arial"/>
              </a:rPr>
            </a:br>
            <a:r>
              <a:rPr sz="1200">
                <a:latin typeface="Arial"/>
              </a:rPr>
              <a:t>- PlcTestSuite (SimmelFlo, OSS) — what we use today. Lightest install, fastest to demo.</a:t>
            </a:r>
            <a:br>
              <a:rPr sz="1200">
                <a:latin typeface="Arial"/>
              </a:rPr>
            </a:br>
            <a:r>
              <a:rPr sz="1200">
                <a:latin typeface="Arial"/>
              </a:rPr>
              <a:t>- TcUnit (community, OSS) — the older / better-known option. More setup, more ceremony.</a:t>
            </a:r>
            <a:br>
              <a:rPr sz="1200">
                <a:latin typeface="Arial"/>
              </a:rPr>
            </a:br>
            <a:r>
              <a:rPr sz="1200">
                <a:latin typeface="Arial"/>
              </a:rPr>
              <a:t>- Beckhoff-native — first-party framework on the way. Like TcUnit, expect a heavier lift than PlcTestSuite. Worth tracking for shops standardizing later.</a:t>
            </a:r>
            <a:br>
              <a:rPr sz="1200">
                <a:latin typeface="Arial"/>
              </a:rPr>
            </a:br>
            <a:r>
              <a:rPr sz="1200">
                <a:latin typeface="Arial"/>
              </a:rPr>
              <a:t>- The architectural lesson is framework-independent: composition + DI is what makes ANY of them testable. Stage 1 / Stage 2 stations don't have the seam regardless of which framework you pick.</a:t>
            </a:r>
            <a:endParaRPr/>
          </a:p>
          <a:p>
            <a:pPr>
              <a:defRPr/>
            </a:pPr>
            <a:r>
              <a:rPr sz="1200">
                <a:latin typeface="Arial"/>
              </a:rPr>
              <a:t>[IF AHEAD] Springboard into the bonus PlcTestSuite demo (see backup slides).</a:t>
            </a:r>
            <a:endParaRPr/>
          </a:p>
          <a:p>
            <a:pPr>
              <a:defRPr/>
            </a:pPr>
            <a:r>
              <a:rPr sz="1200">
                <a:latin typeface="Arial"/>
              </a:rPr>
              <a:t>[IF ON TIME] Deliver as one sentence and move on. Next slide is the discussion that earns the workshop.</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9689202" name="Slide Number Placeholder 1"/>
          <p:cNvSpPr>
            <a:spLocks noGrp="1"/>
          </p:cNvSpPr>
          <p:nvPr>
            <p:ph type="sldNum" sz="quarter" idx="5"/>
          </p:nvPr>
        </p:nvSpPr>
        <p:spPr bwMode="auto"/>
      </p:sp>
      <p:sp>
        <p:nvSpPr>
          <p:cNvPr id="1896754533" name="Slide Image Placeholder 2"/>
          <p:cNvSpPr>
            <a:spLocks noChangeAspect="1" noGrp="1" noRot="1"/>
          </p:cNvSpPr>
          <p:nvPr>
            <p:ph type="sldImg" idx="2"/>
          </p:nvPr>
        </p:nvSpPr>
        <p:spPr bwMode="auto"/>
      </p:sp>
      <p:sp>
        <p:nvSpPr>
          <p:cNvPr id="1588216783" name="Notes Placeholder 3"/>
          <p:cNvSpPr>
            <a:spLocks noGrp="1"/>
          </p:cNvSpPr>
          <p:nvPr>
            <p:ph type="body" sz="quarter" idx="3"/>
          </p:nvPr>
        </p:nvSpPr>
        <p:spPr bwMode="auto"/>
        <p:txBody>
          <a:bodyPr/>
          <a:lstStyle/>
          <a:p>
            <a:pPr>
              <a:defRPr/>
            </a:pPr>
            <a:r>
              <a:rPr sz="1200">
                <a:latin typeface="Arial"/>
              </a:rPr>
              <a:t>[MOST IMPORTANT DISCUSSION OF THE WORKSHOP]</a:t>
            </a:r>
            <a:endParaRPr/>
          </a:p>
          <a:p>
            <a:pPr>
              <a:defRPr/>
            </a:pPr>
            <a:r>
              <a:rPr sz="1200">
                <a:latin typeface="Arial"/>
              </a:rPr>
              <a:t>[ASK] "Walk back to your shop. What machine, codebase, or customer is each stage right for? Be specific. Name names if you can."</a:t>
            </a:r>
            <a:endParaRPr/>
          </a:p>
          <a:p>
            <a:pPr>
              <a:defRPr/>
            </a:pPr>
            <a:r>
              <a:rPr sz="1200">
                <a:latin typeface="Arial"/>
              </a:rPr>
              <a:t>[DO] Take answers. Encourage debate. The slide is the framing — the workshop value is the customer-specific application.</a:t>
            </a:r>
            <a:endParaRPr/>
          </a:p>
          <a:p>
            <a:pPr>
              <a:defRPr/>
            </a:pPr>
            <a:r>
              <a:rPr sz="1200">
                <a:latin typeface="Arial"/>
              </a:rPr>
              <a:t>[IF ROOM IS SHY — prime with]</a:t>
            </a:r>
            <a:br>
              <a:rPr sz="1200">
                <a:latin typeface="Arial"/>
              </a:rPr>
            </a:br>
            <a:r>
              <a:rPr sz="1200">
                <a:latin typeface="Arial"/>
              </a:rPr>
              <a:t>- "Anyone here own a single-machine codebase that Stage 1 is fine for?" → hands.</a:t>
            </a:r>
            <a:br>
              <a:rPr sz="1200">
                <a:latin typeface="Arial"/>
              </a:rPr>
            </a:br>
            <a:r>
              <a:rPr sz="1200">
                <a:latin typeface="Arial"/>
              </a:rPr>
              <a:t>- "Anyone working on a product family where Stage 3 is the prerequisite?" → hands.</a:t>
            </a:r>
            <a:br>
              <a:rPr sz="1200">
                <a:latin typeface="Arial"/>
              </a:rPr>
            </a:br>
            <a:r>
              <a:rPr sz="1200">
                <a:latin typeface="Arial"/>
              </a:rPr>
              <a:t>- "Anyone in the messy middle where Stage 2 is what you're already doing and you're feeling the limits?" → most hands.</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6690753" name="Slide Number Placeholder 1"/>
          <p:cNvSpPr>
            <a:spLocks noGrp="1"/>
          </p:cNvSpPr>
          <p:nvPr>
            <p:ph type="sldNum" sz="quarter" idx="5"/>
          </p:nvPr>
        </p:nvSpPr>
        <p:spPr bwMode="auto"/>
      </p:sp>
      <p:sp>
        <p:nvSpPr>
          <p:cNvPr id="1704058506" name="Slide Image Placeholder 2"/>
          <p:cNvSpPr>
            <a:spLocks noChangeAspect="1" noGrp="1" noRot="1"/>
          </p:cNvSpPr>
          <p:nvPr>
            <p:ph type="sldImg" idx="2"/>
          </p:nvPr>
        </p:nvSpPr>
        <p:spPr bwMode="auto"/>
      </p:sp>
      <p:sp>
        <p:nvSpPr>
          <p:cNvPr id="529388164" name="Notes Placeholder 3"/>
          <p:cNvSpPr>
            <a:spLocks noGrp="1"/>
          </p:cNvSpPr>
          <p:nvPr>
            <p:ph type="body" sz="quarter" idx="3"/>
          </p:nvPr>
        </p:nvSpPr>
        <p:spPr bwMode="auto"/>
        <p:txBody>
          <a:bodyPr/>
          <a:lstStyle/>
          <a:p>
            <a:pPr>
              <a:defRPr/>
            </a:pPr>
            <a:r>
              <a:rPr sz="1200">
                <a:latin typeface="Arial"/>
              </a:rPr>
              <a:t>[DO] Pick three of the deck's pushback Q&amp;A pairs. Roleplay them with the room. Let attendees take the FAE side; you take the customer side.</a:t>
            </a:r>
            <a:endParaRPr/>
          </a:p>
          <a:p>
            <a:pPr>
              <a:defRPr/>
            </a:pPr>
            <a:r>
              <a:rPr sz="1200">
                <a:latin typeface="Arial"/>
              </a:rPr>
              <a:t>[POINT] The customer-conversation rehearsal is the workshop's transferable skill. They've heard the pushbacks all day; now they practice the answers.</a:t>
            </a:r>
            <a:endParaRPr/>
          </a:p>
          <a:p>
            <a:pPr>
              <a:defRPr/>
            </a:pPr>
            <a:r>
              <a:rPr sz="1200">
                <a:latin typeface="Arial"/>
              </a:rPr>
              <a:t>[PUSHBACKS WORTH PICKING — depending on audience composition]</a:t>
            </a:r>
            <a:br>
              <a:rPr sz="1200">
                <a:latin typeface="Arial"/>
              </a:rPr>
            </a:br>
            <a:r>
              <a:rPr sz="1200">
                <a:latin typeface="Arial"/>
              </a:rPr>
              <a:t>- "This is fine. We've shipped 50 machines like this." (most universal)</a:t>
            </a:r>
            <a:br>
              <a:rPr sz="1200">
                <a:latin typeface="Arial"/>
              </a:rPr>
            </a:br>
            <a:r>
              <a:rPr sz="1200">
                <a:latin typeface="Arial"/>
              </a:rPr>
              <a:t>- "I just need to remember to mirror base changes into Inspect's override." (the most important Q&amp;A)</a:t>
            </a:r>
            <a:br>
              <a:rPr sz="1200">
                <a:latin typeface="Arial"/>
              </a:rPr>
            </a:br>
            <a:r>
              <a:rPr sz="1200">
                <a:latin typeface="Arial"/>
              </a:rPr>
              <a:t>- "Eighteen files for a 4-station machine?" (the overkill objection)</a:t>
            </a:r>
            <a:br>
              <a:rPr sz="1200">
                <a:latin typeface="Arial"/>
              </a:rPr>
            </a:br>
            <a:r>
              <a:rPr sz="1200">
                <a:latin typeface="Arial"/>
              </a:rPr>
              <a:t>- "Use multiple inheritance, then." (the technically-knowledgeable customer)</a:t>
            </a:r>
            <a:endParaRPr/>
          </a:p>
          <a:p>
            <a:pPr>
              <a:defRPr/>
            </a:pPr>
            <a:r>
              <a:rPr sz="1200">
                <a:latin typeface="Arial"/>
              </a:rPr>
              <a:t>[CLOSE] "Discipline is bounded; architecture is unbounded." Repeat the line. Make sure they walk out quoting it.</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4877001" name="Slide Number Placeholder 1"/>
          <p:cNvSpPr>
            <a:spLocks noGrp="1"/>
          </p:cNvSpPr>
          <p:nvPr>
            <p:ph type="sldNum" sz="quarter" idx="5"/>
          </p:nvPr>
        </p:nvSpPr>
        <p:spPr bwMode="auto"/>
      </p:sp>
      <p:sp>
        <p:nvSpPr>
          <p:cNvPr id="669061398" name="Slide Image Placeholder 2"/>
          <p:cNvSpPr>
            <a:spLocks noChangeAspect="1" noGrp="1" noRot="1"/>
          </p:cNvSpPr>
          <p:nvPr>
            <p:ph type="sldImg" idx="2"/>
          </p:nvPr>
        </p:nvSpPr>
        <p:spPr bwMode="auto"/>
      </p:sp>
      <p:sp>
        <p:nvSpPr>
          <p:cNvPr id="1473546266" name="Notes Placeholder 3"/>
          <p:cNvSpPr>
            <a:spLocks noGrp="1"/>
          </p:cNvSpPr>
          <p:nvPr>
            <p:ph type="body" sz="quarter" idx="3"/>
          </p:nvPr>
        </p:nvSpPr>
        <p:spPr bwMode="auto"/>
        <p:txBody>
          <a:bodyPr/>
          <a:lstStyle/>
          <a:p>
            <a:pPr>
              <a:defRPr/>
            </a:pPr>
            <a:r>
              <a:rPr sz="1200">
                <a:latin typeface="Arial"/>
              </a:rPr>
              <a:t>[DO] Walk the four bullets in order.</a:t>
            </a:r>
            <a:endParaRPr/>
          </a:p>
          <a:p>
            <a:pPr>
              <a:defRPr/>
            </a:pPr>
            <a:r>
              <a:rPr sz="1200">
                <a:latin typeface="Arial"/>
              </a:rPr>
              <a:t>[REAL ASK] "Send me one specific machine, project, or customer this material applies to. I want to know what you'll teach it for. That's how I make this workshop better."</a:t>
            </a:r>
            <a:endParaRPr/>
          </a:p>
          <a:p>
            <a:pPr>
              <a:defRPr/>
            </a:pPr>
            <a:r>
              <a:rPr sz="1200">
                <a:latin typeface="Arial"/>
              </a:rPr>
              <a:t>[FRAMING] Senior FAEs who attend are the workshop's distribution channel — they need to teach it. Knowing what they'll teach it FOR makes the next iteration better.</a:t>
            </a:r>
            <a:endParaRPr/>
          </a:p>
          <a:p>
            <a:pPr>
              <a:defRPr/>
            </a:pPr>
            <a:r>
              <a:rPr sz="1200">
                <a:latin typeface="Arial"/>
              </a:rPr>
              <a:t>[NEXT SLIDE] The personal-recommendation pattern — what makes the workshop stick.</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5838520" name="Slide Number Placeholder 1"/>
          <p:cNvSpPr>
            <a:spLocks noGrp="1"/>
          </p:cNvSpPr>
          <p:nvPr>
            <p:ph type="sldNum" sz="quarter" idx="5"/>
          </p:nvPr>
        </p:nvSpPr>
        <p:spPr bwMode="auto"/>
      </p:sp>
      <p:sp>
        <p:nvSpPr>
          <p:cNvPr id="999489727" name="Slide Image Placeholder 2"/>
          <p:cNvSpPr>
            <a:spLocks noChangeAspect="1" noGrp="1" noRot="1"/>
          </p:cNvSpPr>
          <p:nvPr>
            <p:ph type="sldImg" idx="2"/>
          </p:nvPr>
        </p:nvSpPr>
        <p:spPr bwMode="auto"/>
      </p:sp>
      <p:sp>
        <p:nvSpPr>
          <p:cNvPr id="1903773137" name="Notes Placeholder 3"/>
          <p:cNvSpPr>
            <a:spLocks noGrp="1"/>
          </p:cNvSpPr>
          <p:nvPr>
            <p:ph type="body" sz="quarter" idx="3"/>
          </p:nvPr>
        </p:nvSpPr>
        <p:spPr bwMode="auto"/>
        <p:txBody>
          <a:bodyPr/>
          <a:lstStyle/>
          <a:p>
            <a:pPr>
              <a:defRPr/>
            </a:pPr>
            <a:r>
              <a:rPr sz="1200">
                <a:latin typeface="Arial"/>
              </a:rPr>
              <a:t>[FRAMING] The personal-recommendation pattern is what makes the workshop transferable. Generic advice ('use composition more') fades within a week; specific advice ('try the I_AlarmHandler swap on your test rigs next month') sticks.</a:t>
            </a:r>
            <a:endParaRPr/>
          </a:p>
          <a:p>
            <a:pPr>
              <a:defRPr/>
            </a:pPr>
            <a:r>
              <a:rPr sz="1200">
                <a:latin typeface="Arial"/>
              </a:rPr>
              <a:t>[USE THIS SLIDE AS A TEMPLATE] Copy the structure: name, observed situation, specific recommended action.</a:t>
            </a:r>
            <a:endParaRPr/>
          </a:p>
          <a:p>
            <a:pPr>
              <a:defRPr/>
            </a:pPr>
            <a:r>
              <a:rPr sz="1200">
                <a:latin typeface="Arial"/>
              </a:rPr>
              <a:t>[AUDIENCE-SIZE NOTE] If your audience is &gt; 20: the personal-recommendation pattern doesn't scale. Skip the per-attendee follow-up; send a group note instead.</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6344465" name="Slide Number Placeholder 1"/>
          <p:cNvSpPr>
            <a:spLocks noGrp="1"/>
          </p:cNvSpPr>
          <p:nvPr>
            <p:ph type="sldNum" sz="quarter" idx="5"/>
          </p:nvPr>
        </p:nvSpPr>
        <p:spPr bwMode="auto"/>
      </p:sp>
      <p:sp>
        <p:nvSpPr>
          <p:cNvPr id="1160394136" name="Slide Image Placeholder 2"/>
          <p:cNvSpPr>
            <a:spLocks noChangeAspect="1" noGrp="1" noRot="1"/>
          </p:cNvSpPr>
          <p:nvPr>
            <p:ph type="sldImg" idx="2"/>
          </p:nvPr>
        </p:nvSpPr>
        <p:spPr bwMode="auto"/>
      </p:sp>
      <p:sp>
        <p:nvSpPr>
          <p:cNvPr id="338586326" name="Notes Placeholder 3"/>
          <p:cNvSpPr>
            <a:spLocks noGrp="1"/>
          </p:cNvSpPr>
          <p:nvPr>
            <p:ph type="body" sz="quarter" idx="3"/>
          </p:nvPr>
        </p:nvSpPr>
        <p:spPr bwMode="auto"/>
        <p:txBody>
          <a:bodyPr/>
          <a:lstStyle/>
          <a:p>
            <a:pPr>
              <a:defRPr/>
            </a:pPr>
            <a:r>
              <a:rPr sz="1200">
                <a:latin typeface="Arial"/>
              </a:rPr>
              <a:t>[DO] Read the body slowly.</a:t>
            </a:r>
            <a:endParaRPr/>
          </a:p>
          <a:p>
            <a:pPr>
              <a:defRPr/>
            </a:pPr>
            <a:r>
              <a:rPr sz="1200">
                <a:latin typeface="Arial"/>
              </a:rPr>
              <a:t>[BOOKEND] The "recognize themselves in Stage 1's drift" line is the emotional bookend to the CR-1 reveal in Block 1. Pull the thread explicitly:</a:t>
            </a:r>
            <a:endParaRPr/>
          </a:p>
          <a:p>
            <a:pPr>
              <a:defRPr/>
            </a:pPr>
            <a:r>
              <a:rPr sz="1200">
                <a:latin typeface="Arial"/>
              </a:rPr>
              <a:t>"Remember the silence in the room when half of you realized you'd copied from a station with one ack style? When you teach this, your attendees will have that same silence. That's the workshop working."</a:t>
            </a:r>
            <a:endParaRPr/>
          </a:p>
          <a:p>
            <a:pPr>
              <a:defRPr/>
            </a:pPr>
            <a:r>
              <a:rPr sz="1200">
                <a:latin typeface="Arial"/>
              </a:rPr>
              <a:t>[Q&amp;A] Immediately after. The workshop is technically over but the discussion is half the value — let it run.</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020568" name="Slide Number Placeholder 1"/>
          <p:cNvSpPr>
            <a:spLocks noGrp="1"/>
          </p:cNvSpPr>
          <p:nvPr>
            <p:ph type="sldNum" sz="quarter" idx="5"/>
          </p:nvPr>
        </p:nvSpPr>
        <p:spPr bwMode="auto"/>
      </p:sp>
      <p:sp>
        <p:nvSpPr>
          <p:cNvPr id="1701154909" name="Slide Image Placeholder 2"/>
          <p:cNvSpPr>
            <a:spLocks noChangeAspect="1" noGrp="1" noRot="1"/>
          </p:cNvSpPr>
          <p:nvPr>
            <p:ph type="sldImg" idx="2"/>
          </p:nvPr>
        </p:nvSpPr>
        <p:spPr bwMode="auto"/>
      </p:sp>
      <p:sp>
        <p:nvSpPr>
          <p:cNvPr id="1199143842" name="Notes Placeholder 3"/>
          <p:cNvSpPr>
            <a:spLocks noGrp="1"/>
          </p:cNvSpPr>
          <p:nvPr>
            <p:ph type="body" sz="quarter" idx="3"/>
          </p:nvPr>
        </p:nvSpPr>
        <p:spPr bwMode="auto"/>
        <p:txBody>
          <a:bodyPr/>
          <a:lstStyle/>
          <a:p>
            <a:pPr>
              <a:defRPr/>
            </a:pPr>
            <a:r>
              <a:rPr sz="1200">
                <a:latin typeface="Arial"/>
              </a:rPr>
              <a:t>[NOT FOR LIVE] Backup slides are reference material for the FAE running the workshop. Do NOT advance through them during the live class. Hide from the slide order if presenting from a printed agenda.</a:t>
            </a:r>
            <a:endParaRPr/>
          </a:p>
          <a:p>
            <a:pPr>
              <a:defRPr/>
            </a:pPr>
            <a:r>
              <a:rPr sz="1200">
                <a:latin typeface="Arial"/>
              </a:rPr>
              <a:t>[STILL IN THE DECK BECAUSE] The deck doubles as a teaching kit for FAEs reusing the material later. Backup section serves them.</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02614738" name="Slide Number Placeholder 1"/>
          <p:cNvSpPr>
            <a:spLocks noGrp="1"/>
          </p:cNvSpPr>
          <p:nvPr>
            <p:ph type="sldNum" sz="quarter" idx="5"/>
          </p:nvPr>
        </p:nvSpPr>
        <p:spPr bwMode="auto"/>
      </p:sp>
      <p:sp>
        <p:nvSpPr>
          <p:cNvPr id="1789518923" name="Slide Image Placeholder 2"/>
          <p:cNvSpPr>
            <a:spLocks noChangeAspect="1" noGrp="1" noRot="1"/>
          </p:cNvSpPr>
          <p:nvPr>
            <p:ph type="sldImg" idx="2"/>
          </p:nvPr>
        </p:nvSpPr>
        <p:spPr bwMode="auto"/>
      </p:sp>
      <p:sp>
        <p:nvSpPr>
          <p:cNvPr id="1746204721" name="Notes Placeholder 3"/>
          <p:cNvSpPr>
            <a:spLocks noGrp="1"/>
          </p:cNvSpPr>
          <p:nvPr>
            <p:ph type="body" sz="quarter" idx="3"/>
          </p:nvPr>
        </p:nvSpPr>
        <p:spPr bwMode="auto"/>
        <p:txBody>
          <a:bodyPr/>
          <a:lstStyle/>
          <a:p>
            <a:pPr>
              <a:defRPr/>
            </a:pPr>
            <a:r>
              <a:rPr sz="1200">
                <a:latin typeface="Arial"/>
              </a:rPr>
              <a:t>[USE DURING BREAKS] Recalibrate against the schedule.</a:t>
            </a:r>
            <a:endParaRPr/>
          </a:p>
          <a:p>
            <a:pPr>
              <a:defRPr/>
            </a:pPr>
            <a:r>
              <a:rPr sz="1200">
                <a:latin typeface="Arial"/>
              </a:rPr>
              <a:t>[MOST COMMON MISTAKE] Trying to cover all 9 scoreboard cells in equal depth. CR-2 in every stage is the spine; CR-1 and CR-3 are illustrations. If you're behind, compress CR-3 first.</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6980347" name="Slide Number Placeholder 1"/>
          <p:cNvSpPr>
            <a:spLocks noGrp="1"/>
          </p:cNvSpPr>
          <p:nvPr>
            <p:ph type="sldNum" sz="quarter" idx="5"/>
          </p:nvPr>
        </p:nvSpPr>
        <p:spPr bwMode="auto"/>
      </p:sp>
      <p:sp>
        <p:nvSpPr>
          <p:cNvPr id="44226307" name="Slide Image Placeholder 2"/>
          <p:cNvSpPr>
            <a:spLocks noChangeAspect="1" noGrp="1" noRot="1"/>
          </p:cNvSpPr>
          <p:nvPr>
            <p:ph type="sldImg" idx="2"/>
          </p:nvPr>
        </p:nvSpPr>
        <p:spPr bwMode="auto"/>
      </p:sp>
      <p:sp>
        <p:nvSpPr>
          <p:cNvPr id="333169561" name="Notes Placeholder 3"/>
          <p:cNvSpPr>
            <a:spLocks noGrp="1"/>
          </p:cNvSpPr>
          <p:nvPr>
            <p:ph type="body" sz="quarter" idx="3"/>
          </p:nvPr>
        </p:nvSpPr>
        <p:spPr bwMode="auto"/>
        <p:txBody>
          <a:bodyPr/>
          <a:lstStyle/>
          <a:p>
            <a:pPr>
              <a:defRPr/>
            </a:pPr>
            <a:r>
              <a:rPr sz="1200">
                <a:latin typeface="Arial"/>
              </a:rPr>
              <a:t>[WHY PLCTESTSUITE, NOT TCUNIT, NOT THE BECKHOFF FRAMEWORK]</a:t>
            </a:r>
            <a:br>
              <a:rPr sz="1200">
                <a:latin typeface="Arial"/>
              </a:rPr>
            </a:br>
            <a:r>
              <a:rPr sz="1200">
                <a:latin typeface="Arial"/>
              </a:rPr>
              <a:t>- PlcTestSuite is the lightest install — single .library file. Demoable in a workshop slot.</a:t>
            </a:r>
            <a:br>
              <a:rPr sz="1200">
                <a:latin typeface="Arial"/>
              </a:rPr>
            </a:br>
            <a:r>
              <a:rPr sz="1200">
                <a:latin typeface="Arial"/>
              </a:rPr>
              <a:t>- TcUnit works fine but is a heavier setup; you spend the workshop installing it instead of teaching it.</a:t>
            </a:r>
            <a:br>
              <a:rPr sz="1200">
                <a:latin typeface="Arial"/>
              </a:rPr>
            </a:br>
            <a:r>
              <a:rPr sz="1200">
                <a:latin typeface="Arial"/>
              </a:rPr>
              <a:t>- The first-party Beckhoff framework is in flight — when it ships, it'll likely be the recommendation for shops standardizing on Beckhoff tooling. Until then, PlcTestSuite is the path of least resistance.</a:t>
            </a:r>
            <a:br>
              <a:rPr sz="1200">
                <a:latin typeface="Arial"/>
              </a:rPr>
            </a:br>
            <a:r>
              <a:rPr sz="1200">
                <a:latin typeface="Arial"/>
              </a:rPr>
              <a:t>- Whichever framework attendees pick later, the architectural lesson stays the same: only Stage 3 has the DI seam that any of them needs.</a:t>
            </a:r>
            <a:endParaRPr/>
          </a:p>
          <a:p>
            <a:pPr>
              <a:defRPr/>
            </a:pPr>
            <a:r>
              <a:rPr sz="1200">
                <a:latin typeface="Arial"/>
              </a:rPr>
              <a:t>[WHY BONUS, NOT CORE]</a:t>
            </a:r>
            <a:br>
              <a:rPr sz="1200">
                <a:latin typeface="Arial"/>
              </a:rPr>
            </a:br>
            <a:r>
              <a:rPr sz="1200">
                <a:latin typeface="Arial"/>
              </a:rPr>
              <a:t>1. PlcTestSuite is a separate library install (5+ min per machine if attendees don't have it).</a:t>
            </a:r>
            <a:br>
              <a:rPr sz="1200">
                <a:latin typeface="Arial"/>
              </a:rPr>
            </a:br>
            <a:r>
              <a:rPr sz="1200">
                <a:latin typeface="Arial"/>
              </a:rPr>
              <a:t>2. Only works on Stage 3 code. Demonstrating WHY it doesn't work on Stage 1 or 2 takes extra time.</a:t>
            </a:r>
            <a:br>
              <a:rPr sz="1200">
                <a:latin typeface="Arial"/>
              </a:rPr>
            </a:br>
            <a:r>
              <a:rPr sz="1200">
                <a:latin typeface="Arial"/>
              </a:rPr>
              <a:t>3. Needs a running TwinCAT runtime. Review-only attendees can't actually execute.</a:t>
            </a:r>
            <a:endParaRPr/>
          </a:p>
          <a:p>
            <a:pPr>
              <a:defRPr/>
            </a:pPr>
            <a:r>
              <a:rPr sz="1200">
                <a:latin typeface="Arial"/>
              </a:rPr>
              <a:t>[FRAME AS] "This is what the rest of software engineering takes for granted. Stage 3 makes it available to control code. Composition isn't optional architecture if your shop wants CI for PLC — it's the prerequisite."</a:t>
            </a:r>
            <a:endParaRPr/>
          </a:p>
          <a:p>
            <a:pPr>
              <a:defRPr/>
            </a:pPr>
            <a:r>
              <a:rPr sz="1200">
                <a:latin typeface="Arial"/>
              </a:rPr>
              <a:t>[LESSON IT SURFACES NATURALLY] "What would it take to test a Stage 1 station? A Stage 2 station? Why is this only possible on Stage 3?" → Stage 1 and 2 stations don't have the dependency-injection seam, so there's nowhere to plug in mocks.</a:t>
            </a:r>
            <a:endParaRPr/>
          </a:p>
          <a:p>
            <a:pPr>
              <a:defRPr/>
            </a:pPr>
            <a:r>
              <a:rPr sz="1200">
                <a:latin typeface="Arial"/>
              </a:rPr>
              <a:t>[IF YOU DON'T GET TO IT] Send testing.md link in post-workshop follow-up. The architectural lesson lands fully without the testing demo.</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8714251" name="Slide Number Placeholder 1"/>
          <p:cNvSpPr>
            <a:spLocks noGrp="1"/>
          </p:cNvSpPr>
          <p:nvPr>
            <p:ph type="sldNum" sz="quarter" idx="5"/>
          </p:nvPr>
        </p:nvSpPr>
        <p:spPr bwMode="auto"/>
      </p:sp>
      <p:sp>
        <p:nvSpPr>
          <p:cNvPr id="1207299409" name="Slide Image Placeholder 2"/>
          <p:cNvSpPr>
            <a:spLocks noChangeAspect="1" noGrp="1" noRot="1"/>
          </p:cNvSpPr>
          <p:nvPr>
            <p:ph type="sldImg" idx="2"/>
          </p:nvPr>
        </p:nvSpPr>
        <p:spPr bwMode="auto"/>
      </p:sp>
      <p:sp>
        <p:nvSpPr>
          <p:cNvPr id="1591745312" name="Notes Placeholder 3"/>
          <p:cNvSpPr>
            <a:spLocks noGrp="1"/>
          </p:cNvSpPr>
          <p:nvPr>
            <p:ph type="body" sz="quarter" idx="3"/>
          </p:nvPr>
        </p:nvSpPr>
        <p:spPr bwMode="auto"/>
        <p:txBody>
          <a:bodyPr/>
          <a:lstStyle/>
          <a:p>
            <a:pPr>
              <a:defRPr/>
            </a:pPr>
            <a:r>
              <a:rPr sz="1200">
                <a:latin typeface="Arial"/>
              </a:rPr>
              <a:t>[PRINT AND TAPE] Reference card for day-of and day-after. Print it; tape it next to your laptop.</a:t>
            </a:r>
            <a:endParaRPr/>
          </a:p>
          <a:p>
            <a:pPr>
              <a:defRPr/>
            </a:pPr>
            <a:r>
              <a:rPr sz="1200">
                <a:latin typeface="Arial"/>
              </a:rPr>
              <a:t>[PHYSICAL SCOREBOARD MATTERS] Watching the cells get filled in on a whiteboard as exercises complete creates a different kind of engagement than a static slide.</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1104002" name="Slide Number Placeholder 1"/>
          <p:cNvSpPr>
            <a:spLocks noGrp="1"/>
          </p:cNvSpPr>
          <p:nvPr>
            <p:ph type="sldNum" sz="quarter" idx="5"/>
          </p:nvPr>
        </p:nvSpPr>
        <p:spPr bwMode="auto"/>
      </p:sp>
      <p:sp>
        <p:nvSpPr>
          <p:cNvPr id="1323137056" name="Slide Image Placeholder 2"/>
          <p:cNvSpPr>
            <a:spLocks noChangeAspect="1" noGrp="1" noRot="1"/>
          </p:cNvSpPr>
          <p:nvPr>
            <p:ph type="sldImg" idx="2"/>
          </p:nvPr>
        </p:nvSpPr>
        <p:spPr bwMode="auto"/>
      </p:sp>
      <p:sp>
        <p:nvSpPr>
          <p:cNvPr id="1607700435" name="Notes Placeholder 3"/>
          <p:cNvSpPr>
            <a:spLocks noGrp="1"/>
          </p:cNvSpPr>
          <p:nvPr>
            <p:ph type="body" sz="quarter" idx="3"/>
          </p:nvPr>
        </p:nvSpPr>
        <p:spPr bwMode="auto"/>
        <p:txBody>
          <a:bodyPr/>
          <a:lstStyle/>
          <a:p>
            <a:pPr>
              <a:defRPr/>
            </a:pPr>
            <a:r>
              <a:rPr sz="1200">
                <a:latin typeface="Arial"/>
              </a:rPr>
              <a:t>[USE CASE]</a:t>
            </a:r>
            <a:br>
              <a:rPr sz="1200">
                <a:latin typeface="Arial"/>
              </a:rPr>
            </a:br>
            <a:r>
              <a:rPr sz="1200">
                <a:latin typeface="Arial"/>
              </a:rPr>
              <a:t>- 30 min — customer pitches. Plant a single seed: runtime-swappable strategies are real and useful in TwinCAT.</a:t>
            </a:r>
            <a:br>
              <a:rPr sz="1200">
                <a:latin typeface="Arial"/>
              </a:rPr>
            </a:br>
            <a:r>
              <a:rPr sz="1200">
                <a:latin typeface="Arial"/>
              </a:rPr>
              <a:t>- 1 hr — internal team training. Same requirement, three different costs.</a:t>
            </a:r>
            <a:br>
              <a:rPr sz="1200">
                <a:latin typeface="Arial"/>
              </a:rPr>
            </a:br>
            <a:r>
              <a:rPr sz="1200">
                <a:latin typeface="Arial"/>
              </a:rPr>
              <a:t>- 2 hr — intermediate audience that doesn't need every cell of the scoreboard.</a:t>
            </a:r>
            <a:endParaRPr/>
          </a:p>
          <a:p>
            <a:pPr>
              <a:defRPr/>
            </a:pPr>
            <a:r>
              <a:rPr sz="1200">
                <a:latin typeface="Arial"/>
              </a:rPr>
              <a:t>[NONE INCLUDE THE TESTING DEMO] Reserved for the 4-hour version, only when ahead of schedule.</a:t>
            </a:r>
            <a:endParaRPr/>
          </a:p>
          <a:p>
            <a:pPr>
              <a:defRPr/>
            </a:pPr>
            <a:r>
              <a:rPr sz="1200">
                <a:latin typeface="Arial"/>
              </a:rPr>
              <a:t>[IF AN FAE ASKS] "Which version should I run?" → ask back: "What's your audience and what time do you have?" Then pick from this list.</a:t>
            </a:r>
            <a:endParaRP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Slide Image Placeholder 2"/>
          <p:cNvSpPr>
            <a:spLocks noGrp="1"/>
          </p:cNvSpPr>
          <p:nvPr>
            <p:ph type="sldImg" idx="2"/>
          </p:nvPr>
        </p:nvSpPr>
        <p:spPr/>
      </p:sp>
      <p:sp>
        <p:nvSpPr>
          <p:cNvPr id="4" name="Notes Placeholder 3"/>
          <p:cNvSpPr>
            <a:spLocks noGrp="1"/>
          </p:cNvSpPr>
          <p:nvPr>
            <p:ph type="body" idx="3" sz="quarter"/>
          </p:nvPr>
        </p:nvSpPr>
        <p:spPr/>
        <p:txBody>
          <a:bodyPr/>
          <a:lstStyle/>
          <a:p>
            <a:r>
              <a:t>[USE WHEN] An attendee says their shop has its own base-class library and shouldn't have to adopt SPT to apply Stage 2 lessons.</a:t>
            </a:r>
          </a:p>
          <a:p>
            <a:r>
              <a:t>[REINFORCE] The Stage 2 lesson is the inheritance PATTERN — FB_StationBase for shared logic + virtual hooks for differentiated logic. SPT is one concrete implementation; the customer's framework is another. Same pattern, different framework.</a:t>
            </a:r>
          </a:p>
          <a:p>
            <a:r>
              <a:t>[VARIANT — if asked] "Should we move to SPT?" → "Not for the sake of this workshop. Move if Beckhoff's framework gives you something you don't have. Don't move for paradigm reasons alone."</a:t>
            </a:r>
          </a:p>
          <a:p>
            <a:r>
              <a:t>[IF ASKED] "Where can I get Core/CoreComponents?" → "They're internal to Beckhoff USA today, not on the public Community NuGet feed. The workshop ships them in _Libraries/ so you can build the Stage 3 code, but don't promise customers they can grab them for their own projects."</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Number Placeholder 1"/>
          <p:cNvSpPr>
            <a:spLocks noGrp="1"/>
          </p:cNvSpPr>
          <p:nvPr>
            <p:ph type="sldNum" idx="5" sz="quarter"/>
          </p:nvPr>
        </p:nvSpPr>
        <p:spPr/>
      </p:sp>
      <p:sp>
        <p:nvSpPr>
          <p:cNvPr id="3" name="Slide Image Placeholder 2"/>
          <p:cNvSpPr>
            <a:spLocks noGrp="1"/>
          </p:cNvSpPr>
          <p:nvPr>
            <p:ph type="sldImg" idx="2"/>
          </p:nvPr>
        </p:nvSpPr>
        <p:spPr/>
      </p:sp>
      <p:sp>
        <p:nvSpPr>
          <p:cNvPr id="4" name="Notes Placeholder 3"/>
          <p:cNvSpPr>
            <a:spLocks noGrp="1"/>
          </p:cNvSpPr>
          <p:nvPr>
            <p:ph type="body" idx="3" sz="quarter"/>
          </p:nvPr>
        </p:nvSpPr>
        <p:spPr/>
        <p:txBody>
          <a:bodyPr/>
          <a:lstStyle/>
          <a:p>
            <a:r>
              <a:t>[USE WHEN] PackML/OMAC/ISA-88 comes up — common at NEM, common in regulated CPG/pharma audiences.</a:t>
            </a:r>
          </a:p>
          <a:p>
            <a:r>
              <a:t>[FRAME] PackML is a STANDARD that prescribes states + transitions. Stage 2 inheritance is a PATTERN that fits that prescription naturally — FB_StationBase imposes the lifecycle, derived FBs provide the differentiated behavior. Tc3_PackML_V3 ships the full PackML state machine as a Beckhoff library.</a:t>
            </a:r>
          </a:p>
          <a:p>
            <a:r>
              <a:t>[STAGE 3 ANGLE] Composition doesn't replace PackML — it composes WITH it. A station can simultaneously use Tc3_PackML_V3 for lifecycle states AND inject an I_AlarmHandler for variable alarm policy. The standards are vertical; composition is horizontal.</a:t>
            </a:r>
          </a:p>
          <a:p>
            <a:r>
              <a:t>[IF ASKED] "Which library should we standardize on?" → "If you're in a PackML shop, Tc3_PackML_V3 + your own composition layer. If you're not, SPT or Core/CoreComponents. Pick the framework that matches your audit/spec environment."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with picture">
    <p:spTree>
      <p:nvGrpSpPr>
        <p:cNvPr id="1" name=""/>
        <p:cNvGrpSpPr/>
        <p:nvPr/>
      </p:nvGrpSpPr>
      <p:grpSpPr bwMode="auto">
        <a:xfrm>
          <a:off x="0" y="0"/>
          <a:ext cx="0" cy="0"/>
          <a:chOff x="0" y="0"/>
          <a:chExt cx="0" cy="0"/>
        </a:xfrm>
      </p:grpSpPr>
      <p:sp>
        <p:nvSpPr>
          <p:cNvPr id="1238675195" name="Footer Placeholder"/>
          <p:cNvSpPr>
            <a:spLocks noGrp="1"/>
          </p:cNvSpPr>
          <p:nvPr>
            <p:ph type="ftr" sz="quarter" idx="10"/>
          </p:nvPr>
        </p:nvSpPr>
        <p:spPr bwMode="auto"/>
        <p:txBody>
          <a:bodyPr/>
          <a:lstStyle/>
          <a:p>
            <a:pPr>
              <a:defRPr/>
            </a:pPr>
            <a:r>
              <a:rPr lang="en-US"/>
              <a:t>Footer text</a:t>
            </a:r>
            <a:endParaRPr/>
          </a:p>
        </p:txBody>
      </p:sp>
      <p:sp>
        <p:nvSpPr>
          <p:cNvPr id="29934608" name="Slide Number Placeholder"/>
          <p:cNvSpPr>
            <a:spLocks noGrp="1"/>
          </p:cNvSpPr>
          <p:nvPr>
            <p:ph type="sldNum" sz="quarter" idx="11"/>
          </p:nvPr>
        </p:nvSpPr>
        <p:spPr bwMode="auto"/>
        <p:txBody>
          <a:bodyPr/>
          <a:lstStyle/>
          <a:p>
            <a:pPr>
              <a:defRPr/>
            </a:pPr>
            <a:fld id="{A930EF64-91C9-4EBD-82F9-3643AB15A28C}" type="slidenum">
              <a:rPr lang="en-US"/>
              <a:t>‹#›</a:t>
            </a:fld>
            <a:endParaRPr lang="en-US"/>
          </a:p>
        </p:txBody>
      </p:sp>
      <p:sp>
        <p:nvSpPr>
          <p:cNvPr id="795833419" name="Title"/>
          <p:cNvSpPr>
            <a:spLocks noGrp="1"/>
          </p:cNvSpPr>
          <p:nvPr>
            <p:ph type="title"/>
          </p:nvPr>
        </p:nvSpPr>
        <p:spPr bwMode="auto"/>
        <p:txBody>
          <a:bodyPr/>
          <a:lstStyle/>
          <a:p>
            <a:pPr>
              <a:defRPr/>
            </a:pPr>
            <a:r>
              <a:rPr lang="en-US"/>
              <a:t>Click to edit Master title style</a:t>
            </a:r>
            <a:endParaRPr/>
          </a:p>
        </p:txBody>
      </p:sp>
      <p:pic>
        <p:nvPicPr>
          <p:cNvPr id="624077842" name="Bildplatzhalter 4"/>
          <p:cNvPicPr>
            <a:picLocks noChangeAspect="1"/>
          </p:cNvPicPr>
          <p:nvPr userDrawn="1"/>
        </p:nvPicPr>
        <p:blipFill rotWithShape="1">
          <a:blip r:embed="rId2"/>
          <a:srcRect l="0" t="10" r="0" b="10"/>
          <a:stretch/>
        </p:blipFill>
        <p:spPr bwMode="gray">
          <a:xfrm>
            <a:off x="0" y="1090613"/>
            <a:ext cx="12199938" cy="576738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for Speaker – Version 1">
    <p:spTree>
      <p:nvGrpSpPr>
        <p:cNvPr id="1" name=""/>
        <p:cNvGrpSpPr/>
        <p:nvPr/>
      </p:nvGrpSpPr>
      <p:grpSpPr bwMode="auto">
        <a:xfrm>
          <a:off x="0" y="0"/>
          <a:ext cx="0" cy="0"/>
          <a:chOff x="0" y="0"/>
          <a:chExt cx="0" cy="0"/>
        </a:xfrm>
      </p:grpSpPr>
      <p:sp>
        <p:nvSpPr>
          <p:cNvPr id="1848416028" name="Footer Placeholder"/>
          <p:cNvSpPr>
            <a:spLocks noGrp="1"/>
          </p:cNvSpPr>
          <p:nvPr>
            <p:ph type="ftr" sz="quarter" idx="11"/>
          </p:nvPr>
        </p:nvSpPr>
        <p:spPr bwMode="auto"/>
        <p:txBody>
          <a:bodyPr/>
          <a:lstStyle/>
          <a:p>
            <a:pPr>
              <a:defRPr/>
            </a:pPr>
            <a:r>
              <a:rPr lang="en-US"/>
              <a:t>Footer text</a:t>
            </a:r>
            <a:endParaRPr/>
          </a:p>
        </p:txBody>
      </p:sp>
      <p:sp>
        <p:nvSpPr>
          <p:cNvPr id="1791045549" name="Slide Number Placeholder"/>
          <p:cNvSpPr>
            <a:spLocks noGrp="1"/>
          </p:cNvSpPr>
          <p:nvPr>
            <p:ph type="sldNum" sz="quarter" idx="12"/>
          </p:nvPr>
        </p:nvSpPr>
        <p:spPr bwMode="auto"/>
        <p:txBody>
          <a:bodyPr/>
          <a:lstStyle/>
          <a:p>
            <a:pPr>
              <a:defRPr/>
            </a:pPr>
            <a:fld id="{A930EF64-91C9-4EBD-82F9-3643AB15A28C}" type="slidenum">
              <a:rPr lang="en-US"/>
              <a:t>‹#›</a:t>
            </a:fld>
            <a:endParaRPr lang="en-US"/>
          </a:p>
        </p:txBody>
      </p:sp>
      <p:pic>
        <p:nvPicPr>
          <p:cNvPr id="988775200" name="Bildplatzhalter 4"/>
          <p:cNvPicPr>
            <a:picLocks noChangeAspect="1"/>
          </p:cNvPicPr>
          <p:nvPr userDrawn="1"/>
        </p:nvPicPr>
        <p:blipFill rotWithShape="1">
          <a:blip r:embed="rId2"/>
          <a:srcRect l="0" t="10" r="0" b="10"/>
          <a:stretch/>
        </p:blipFill>
        <p:spPr bwMode="gray">
          <a:xfrm>
            <a:off x="0" y="1090613"/>
            <a:ext cx="12199938" cy="5767386"/>
          </a:xfrm>
          <a:prstGeom prst="rect">
            <a:avLst/>
          </a:prstGeom>
        </p:spPr>
      </p:pic>
      <p:sp>
        <p:nvSpPr>
          <p:cNvPr id="282295442" name="Text Placeholder"/>
          <p:cNvSpPr>
            <a:spLocks noGrp="1"/>
          </p:cNvSpPr>
          <p:nvPr>
            <p:ph type="body" sz="quarter" idx="10" hasCustomPrompt="1"/>
          </p:nvPr>
        </p:nvSpPr>
        <p:spPr bwMode="auto">
          <a:xfrm>
            <a:off x="0" y="1089025"/>
            <a:ext cx="6098400" cy="5772150"/>
          </a:xfrm>
          <a:prstGeom prst="rect">
            <a:avLst/>
          </a:prstGeom>
          <a:solidFill>
            <a:schemeClr val="bg1">
              <a:alpha val="75000"/>
            </a:schemeClr>
          </a:solidFill>
        </p:spPr>
        <p:txBody>
          <a:bodyPr/>
          <a:lstStyle>
            <a:lvl1pPr>
              <a:defRPr/>
            </a:lvl1pPr>
          </a:lstStyle>
          <a:p>
            <a:pPr lvl="0">
              <a:defRPr/>
            </a:pPr>
            <a:r>
              <a:rPr lang="en-US"/>
              <a:t>Speaker name </a:t>
            </a:r>
            <a:br>
              <a:rPr lang="en-US"/>
            </a:br>
            <a:r>
              <a:rPr lang="en-US"/>
              <a:t>Department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11758342" name="Title"/>
          <p:cNvSpPr>
            <a:spLocks noGrp="1"/>
          </p:cNvSpPr>
          <p:nvPr>
            <p:ph type="title"/>
          </p:nvPr>
        </p:nvSpPr>
        <p:spPr bwMode="auto"/>
        <p:txBody>
          <a:bodyPr/>
          <a:lstStyle/>
          <a:p>
            <a:pPr>
              <a:defRPr/>
            </a:pPr>
            <a:r>
              <a:rPr lang="en-US"/>
              <a:t>Click to edit Master title style</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for Speaker – Version 2">
    <p:spTree>
      <p:nvGrpSpPr>
        <p:cNvPr id="1" name=""/>
        <p:cNvGrpSpPr/>
        <p:nvPr/>
      </p:nvGrpSpPr>
      <p:grpSpPr bwMode="auto">
        <a:xfrm>
          <a:off x="0" y="0"/>
          <a:ext cx="0" cy="0"/>
          <a:chOff x="0" y="0"/>
          <a:chExt cx="0" cy="0"/>
        </a:xfrm>
      </p:grpSpPr>
      <p:sp>
        <p:nvSpPr>
          <p:cNvPr id="2067119279" name="Footer Placeholder"/>
          <p:cNvSpPr>
            <a:spLocks noGrp="1"/>
          </p:cNvSpPr>
          <p:nvPr>
            <p:ph type="ftr" sz="quarter" idx="10"/>
          </p:nvPr>
        </p:nvSpPr>
        <p:spPr bwMode="auto"/>
        <p:txBody>
          <a:bodyPr/>
          <a:lstStyle/>
          <a:p>
            <a:pPr>
              <a:defRPr/>
            </a:pPr>
            <a:r>
              <a:rPr lang="en-US"/>
              <a:t>Footer text</a:t>
            </a:r>
            <a:endParaRPr/>
          </a:p>
        </p:txBody>
      </p:sp>
      <p:sp>
        <p:nvSpPr>
          <p:cNvPr id="316075622" name="Slide Number Placeholder"/>
          <p:cNvSpPr>
            <a:spLocks noGrp="1"/>
          </p:cNvSpPr>
          <p:nvPr>
            <p:ph type="sldNum" sz="quarter" idx="11"/>
          </p:nvPr>
        </p:nvSpPr>
        <p:spPr bwMode="auto"/>
        <p:txBody>
          <a:bodyPr/>
          <a:lstStyle/>
          <a:p>
            <a:pPr>
              <a:defRPr/>
            </a:pPr>
            <a:fld id="{A930EF64-91C9-4EBD-82F9-3643AB15A28C}" type="slidenum">
              <a:rPr lang="en-US"/>
              <a:t>‹#›</a:t>
            </a:fld>
            <a:endParaRPr lang="en-US"/>
          </a:p>
        </p:txBody>
      </p:sp>
      <p:sp>
        <p:nvSpPr>
          <p:cNvPr id="1153632567" name="Stage Red"/>
          <p:cNvSpPr/>
          <p:nvPr userDrawn="1"/>
        </p:nvSpPr>
        <p:spPr bwMode="ltGray">
          <a:xfrm>
            <a:off x="0" y="0"/>
            <a:ext cx="6098400" cy="6858000"/>
          </a:xfrm>
          <a:prstGeom prst="rect">
            <a:avLst/>
          </a:prstGeom>
          <a:gradFill>
            <a:gsLst>
              <a:gs pos="0">
                <a:srgbClr val="EF0000">
                  <a:lumMod val="100000"/>
                </a:srgbClr>
              </a:gs>
              <a:gs pos="16000">
                <a:srgbClr val="EF0000"/>
              </a:gs>
              <a:gs pos="69000">
                <a:srgbClr val="AC0000"/>
              </a:gs>
              <a:gs pos="100000">
                <a:srgbClr val="920000"/>
              </a:gs>
            </a:gsLst>
            <a:path path="circle"/>
          </a:gradFill>
          <a:ln w="6350" cap="flat" cmpd="sng" algn="ctr">
            <a:noFill/>
            <a:prstDash val="solid"/>
          </a:ln>
          <a:effectLst/>
        </p:spPr>
        <p:txBody>
          <a:bodyPr lIns="234000" rtlCol="0" anchor="ctr"/>
          <a:lstStyle/>
          <a:p>
            <a:pPr marL="342900" marR="0" lvl="0" indent="-342900" algn="ctr" defTabSz="914400">
              <a:lnSpc>
                <a:spcPct val="100000"/>
              </a:lnSpc>
              <a:spcBef>
                <a:spcPts val="0"/>
              </a:spcBef>
              <a:spcAft>
                <a:spcPts val="0"/>
              </a:spcAft>
              <a:buClrTx/>
              <a:buSzTx/>
              <a:buFont typeface="Arial"/>
              <a:buChar char="•"/>
              <a:defRPr/>
            </a:pPr>
            <a:endParaRPr lang="en-US" sz="2200" b="0" i="0" u="none" strike="noStrike" cap="none" spc="0">
              <a:ln>
                <a:noFill/>
              </a:ln>
              <a:solidFill>
                <a:prstClr val="white"/>
              </a:solidFill>
              <a:latin typeface="Arial"/>
              <a:ea typeface="+mn-ea"/>
              <a:cs typeface="Arial"/>
            </a:endParaRPr>
          </a:p>
        </p:txBody>
      </p:sp>
      <p:sp>
        <p:nvSpPr>
          <p:cNvPr id="1435708083"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pPr>
              <a:defRPr/>
            </a:pPr>
            <a:r>
              <a:rPr lang="en-US"/>
              <a:t>Speaker Name </a:t>
            </a:r>
            <a:br>
              <a:rPr lang="en-US"/>
            </a:br>
            <a:r>
              <a:rPr lang="en-US"/>
              <a:t>Department</a:t>
            </a:r>
            <a:endParaRPr/>
          </a:p>
        </p:txBody>
      </p:sp>
      <p:sp>
        <p:nvSpPr>
          <p:cNvPr id="1514180757" name="Title"/>
          <p:cNvSpPr>
            <a:spLocks noGrp="1"/>
          </p:cNvSpPr>
          <p:nvPr>
            <p:ph type="title" hasCustomPrompt="1"/>
          </p:nvPr>
        </p:nvSpPr>
        <p:spPr bwMode="auto">
          <a:xfrm>
            <a:off x="0" y="1893755"/>
            <a:ext cx="6096000" cy="629367"/>
          </a:xfrm>
        </p:spPr>
        <p:txBody>
          <a:bodyPr vert="horz" wrap="square" lIns="450000" tIns="144000" rIns="90000" bIns="144000" rtlCol="0" anchor="b" anchorCtr="0">
            <a:spAutoFit/>
          </a:bodyPr>
          <a:lstStyle>
            <a:lvl1pPr marL="0" indent="0">
              <a:buFont typeface="Arial"/>
              <a:buNone/>
              <a:defRPr lang="en-US"/>
            </a:lvl1pPr>
          </a:lstStyle>
          <a:p>
            <a:pPr lvl="0">
              <a:defRPr/>
            </a:pPr>
            <a:r>
              <a:rPr lang="en-US"/>
              <a:t>Click to add title</a:t>
            </a:r>
            <a:endParaRPr/>
          </a:p>
        </p:txBody>
      </p:sp>
      <p:pic>
        <p:nvPicPr>
          <p:cNvPr id="1137746979" name="Logo"/>
          <p:cNvPicPr>
            <a:picLocks noChangeAspect="1"/>
          </p:cNvPicPr>
          <p:nvPr userDrawn="1"/>
        </p:nvPicPr>
        <p:blipFill rotWithShape="1">
          <a:blip r:embed="rId2"/>
          <a:stretch/>
        </p:blipFill>
        <p:spPr bwMode="auto">
          <a:xfrm>
            <a:off x="393420" y="602129"/>
            <a:ext cx="1781712" cy="485547"/>
          </a:xfrm>
          <a:prstGeom prst="rect">
            <a:avLst/>
          </a:prstGeom>
        </p:spPr>
      </p:pic>
      <p:pic>
        <p:nvPicPr>
          <p:cNvPr id="1720741047" name="Title Picture version 2"/>
          <p:cNvPicPr>
            <a:picLocks noChangeAspect="1"/>
          </p:cNvPicPr>
          <p:nvPr userDrawn="1"/>
        </p:nvPicPr>
        <p:blipFill rotWithShape="1">
          <a:blip r:embed="rId3"/>
          <a:srcRect l="7934" t="0" r="7933" b="0"/>
          <a:stretch/>
        </p:blipFill>
        <p:spPr bwMode="auto">
          <a:xfrm>
            <a:off x="6098400" y="0"/>
            <a:ext cx="6094475" cy="6858000"/>
          </a:xfrm>
          <a:prstGeom prst="rect">
            <a:avLst/>
          </a:prstGeom>
          <a:ln w="6350">
            <a:solidFill>
              <a:schemeClr val="bg1">
                <a:lumMod val="95000"/>
              </a:schemeClr>
            </a:solidFill>
            <a:miter lim="800000"/>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for Speaker – Version 3">
    <p:spTree>
      <p:nvGrpSpPr>
        <p:cNvPr id="1" name=""/>
        <p:cNvGrpSpPr/>
        <p:nvPr/>
      </p:nvGrpSpPr>
      <p:grpSpPr bwMode="auto">
        <a:xfrm>
          <a:off x="0" y="0"/>
          <a:ext cx="0" cy="0"/>
          <a:chOff x="0" y="0"/>
          <a:chExt cx="0" cy="0"/>
        </a:xfrm>
      </p:grpSpPr>
      <p:sp>
        <p:nvSpPr>
          <p:cNvPr id="1469714892" name="Footer Placeholder"/>
          <p:cNvSpPr>
            <a:spLocks noGrp="1"/>
          </p:cNvSpPr>
          <p:nvPr>
            <p:ph type="ftr" sz="quarter" idx="10"/>
          </p:nvPr>
        </p:nvSpPr>
        <p:spPr bwMode="auto"/>
        <p:txBody>
          <a:bodyPr/>
          <a:lstStyle/>
          <a:p>
            <a:pPr>
              <a:defRPr/>
            </a:pPr>
            <a:r>
              <a:rPr lang="en-US"/>
              <a:t>Footer text</a:t>
            </a:r>
            <a:endParaRPr/>
          </a:p>
        </p:txBody>
      </p:sp>
      <p:sp>
        <p:nvSpPr>
          <p:cNvPr id="444172859" name="Slide Number Placeholder"/>
          <p:cNvSpPr>
            <a:spLocks noGrp="1"/>
          </p:cNvSpPr>
          <p:nvPr>
            <p:ph type="sldNum" sz="quarter" idx="11"/>
          </p:nvPr>
        </p:nvSpPr>
        <p:spPr bwMode="auto"/>
        <p:txBody>
          <a:bodyPr/>
          <a:lstStyle/>
          <a:p>
            <a:pPr>
              <a:defRPr/>
            </a:pPr>
            <a:fld id="{A930EF64-91C9-4EBD-82F9-3643AB15A28C}" type="slidenum">
              <a:rPr lang="en-US"/>
              <a:t>‹#›</a:t>
            </a:fld>
            <a:endParaRPr lang="en-US"/>
          </a:p>
        </p:txBody>
      </p:sp>
      <p:sp>
        <p:nvSpPr>
          <p:cNvPr id="317900131" name="Stage Red"/>
          <p:cNvSpPr/>
          <p:nvPr userDrawn="1"/>
        </p:nvSpPr>
        <p:spPr bwMode="ltGray">
          <a:xfrm>
            <a:off x="0" y="0"/>
            <a:ext cx="6098400" cy="6858000"/>
          </a:xfrm>
          <a:prstGeom prst="rect">
            <a:avLst/>
          </a:prstGeom>
          <a:gradFill>
            <a:gsLst>
              <a:gs pos="0">
                <a:srgbClr val="EF0000">
                  <a:lumMod val="100000"/>
                </a:srgbClr>
              </a:gs>
              <a:gs pos="16000">
                <a:srgbClr val="EF0000"/>
              </a:gs>
              <a:gs pos="69000">
                <a:srgbClr val="AC0000"/>
              </a:gs>
              <a:gs pos="100000">
                <a:srgbClr val="920000"/>
              </a:gs>
            </a:gsLst>
            <a:path path="circle"/>
          </a:gradFill>
          <a:ln w="6350" cap="flat" cmpd="sng" algn="ctr">
            <a:noFill/>
            <a:prstDash val="solid"/>
          </a:ln>
          <a:effectLst/>
        </p:spPr>
        <p:txBody>
          <a:bodyPr lIns="234000" rtlCol="0" anchor="ctr"/>
          <a:lstStyle/>
          <a:p>
            <a:pPr marL="0" marR="0" lvl="0" indent="0" algn="ctr" defTabSz="914400">
              <a:lnSpc>
                <a:spcPct val="100000"/>
              </a:lnSpc>
              <a:spcBef>
                <a:spcPts val="0"/>
              </a:spcBef>
              <a:spcAft>
                <a:spcPts val="0"/>
              </a:spcAft>
              <a:buClrTx/>
              <a:buSzTx/>
              <a:buFontTx/>
              <a:buNone/>
              <a:defRPr/>
            </a:pPr>
            <a:endParaRPr lang="en-US" sz="2200" b="0" i="0" u="none" strike="noStrike" cap="none" spc="0">
              <a:ln>
                <a:noFill/>
              </a:ln>
              <a:solidFill>
                <a:prstClr val="white"/>
              </a:solidFill>
              <a:latin typeface="Arial"/>
              <a:ea typeface="+mn-ea"/>
              <a:cs typeface="Arial"/>
            </a:endParaRPr>
          </a:p>
        </p:txBody>
      </p:sp>
      <p:sp>
        <p:nvSpPr>
          <p:cNvPr id="747334506"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pPr>
              <a:defRPr/>
            </a:pPr>
            <a:r>
              <a:rPr lang="en-US"/>
              <a:t>Speaker Name </a:t>
            </a:r>
            <a:br>
              <a:rPr lang="en-US"/>
            </a:br>
            <a:r>
              <a:rPr lang="en-US"/>
              <a:t>Department</a:t>
            </a:r>
            <a:endParaRPr/>
          </a:p>
        </p:txBody>
      </p:sp>
      <p:sp>
        <p:nvSpPr>
          <p:cNvPr id="1506659377" name="Title"/>
          <p:cNvSpPr>
            <a:spLocks noGrp="1"/>
          </p:cNvSpPr>
          <p:nvPr>
            <p:ph type="title" hasCustomPrompt="1"/>
          </p:nvPr>
        </p:nvSpPr>
        <p:spPr bwMode="auto">
          <a:xfrm>
            <a:off x="0" y="1893755"/>
            <a:ext cx="6096000" cy="629367"/>
          </a:xfr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pic>
        <p:nvPicPr>
          <p:cNvPr id="2144842258" name="Logo"/>
          <p:cNvPicPr>
            <a:picLocks noChangeAspect="1"/>
          </p:cNvPicPr>
          <p:nvPr userDrawn="1"/>
        </p:nvPicPr>
        <p:blipFill rotWithShape="1">
          <a:blip r:embed="rId2"/>
          <a:stretch/>
        </p:blipFill>
        <p:spPr bwMode="auto">
          <a:xfrm>
            <a:off x="393420" y="602129"/>
            <a:ext cx="1781712" cy="485547"/>
          </a:xfrm>
          <a:prstGeom prst="rect">
            <a:avLst/>
          </a:prstGeom>
        </p:spPr>
      </p:pic>
      <p:pic>
        <p:nvPicPr>
          <p:cNvPr id="783125160" name="Title Picture version 2"/>
          <p:cNvPicPr>
            <a:picLocks noChangeAspect="1"/>
          </p:cNvPicPr>
          <p:nvPr userDrawn="1"/>
        </p:nvPicPr>
        <p:blipFill rotWithShape="1">
          <a:blip r:embed="rId3"/>
          <a:stretch/>
        </p:blipFill>
        <p:spPr bwMode="auto">
          <a:xfrm>
            <a:off x="6098400" y="0"/>
            <a:ext cx="6094475" cy="6857999"/>
          </a:xfrm>
          <a:prstGeom prst="rect">
            <a:avLst/>
          </a:prstGeom>
          <a:ln w="6350">
            <a:solidFill>
              <a:schemeClr val="bg1">
                <a:lumMod val="95000"/>
              </a:schemeClr>
            </a:solidFill>
            <a:miter lim="800000"/>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ts">
    <p:spTree>
      <p:nvGrpSpPr>
        <p:cNvPr id="1" name=""/>
        <p:cNvGrpSpPr/>
        <p:nvPr/>
      </p:nvGrpSpPr>
      <p:grpSpPr bwMode="auto">
        <a:xfrm>
          <a:off x="0" y="0"/>
          <a:ext cx="0" cy="0"/>
          <a:chOff x="0" y="0"/>
          <a:chExt cx="0" cy="0"/>
        </a:xfrm>
      </p:grpSpPr>
      <p:sp>
        <p:nvSpPr>
          <p:cNvPr id="1954717065" name="Footer Placeholder"/>
          <p:cNvSpPr>
            <a:spLocks noGrp="1"/>
          </p:cNvSpPr>
          <p:nvPr>
            <p:ph type="ftr" sz="quarter" idx="16"/>
          </p:nvPr>
        </p:nvSpPr>
        <p:spPr bwMode="auto"/>
        <p:txBody>
          <a:bodyPr/>
          <a:lstStyle/>
          <a:p>
            <a:pPr>
              <a:defRPr/>
            </a:pPr>
            <a:r>
              <a:rPr lang="en-US"/>
              <a:t>Footer text</a:t>
            </a:r>
            <a:endParaRPr/>
          </a:p>
        </p:txBody>
      </p:sp>
      <p:sp>
        <p:nvSpPr>
          <p:cNvPr id="1949879720"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44074849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a:lvl1pPr>
            <a:lvl2pPr marL="982800" indent="-270000">
              <a:defRPr/>
            </a:lvl2pPr>
            <a:lvl3pPr marL="1342800" indent="-266400">
              <a:buFont typeface="Symbol"/>
              <a:buChar char="-"/>
              <a:defRPr/>
            </a:lvl3pPr>
            <a:lvl4pPr marL="1699200" indent="-266400">
              <a:defRPr/>
            </a:lvl4pPr>
            <a:lvl5pPr marL="2059200" indent="-266700">
              <a:defRPr/>
            </a:lvl5pPr>
          </a:lstStyle>
          <a:p>
            <a:pPr lvl="0">
              <a:defRPr/>
            </a:pPr>
            <a:r>
              <a:rPr lang="en-US"/>
              <a:t>Click to add chapter (active chapter in bold)</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1594851299" name="Title"/>
          <p:cNvSpPr>
            <a:spLocks noGrp="1"/>
          </p:cNvSpPr>
          <p:nvPr>
            <p:ph type="title" hasCustomPrompt="1"/>
          </p:nvPr>
        </p:nvSpPr>
        <p:spPr bwMode="auto"/>
        <p:txBody>
          <a:bodyPr/>
          <a:lstStyle/>
          <a:p>
            <a:pPr>
              <a:defRPr/>
            </a:pPr>
            <a:r>
              <a:rPr lang="en-US"/>
              <a:t>Click to add contents</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
    <p:spTree>
      <p:nvGrpSpPr>
        <p:cNvPr id="1" name=""/>
        <p:cNvGrpSpPr/>
        <p:nvPr/>
      </p:nvGrpSpPr>
      <p:grpSpPr bwMode="auto">
        <a:xfrm>
          <a:off x="0" y="0"/>
          <a:ext cx="0" cy="0"/>
          <a:chOff x="0" y="0"/>
          <a:chExt cx="0" cy="0"/>
        </a:xfrm>
      </p:grpSpPr>
      <p:sp>
        <p:nvSpPr>
          <p:cNvPr id="1018733303" name="Footer Placeholder"/>
          <p:cNvSpPr>
            <a:spLocks noGrp="1"/>
          </p:cNvSpPr>
          <p:nvPr>
            <p:ph type="ftr" sz="quarter" idx="16"/>
          </p:nvPr>
        </p:nvSpPr>
        <p:spPr bwMode="auto"/>
        <p:txBody>
          <a:bodyPr/>
          <a:lstStyle/>
          <a:p>
            <a:pPr>
              <a:defRPr/>
            </a:pPr>
            <a:r>
              <a:rPr lang="en-US"/>
              <a:t>Footer text</a:t>
            </a:r>
            <a:endParaRPr/>
          </a:p>
        </p:txBody>
      </p:sp>
      <p:sp>
        <p:nvSpPr>
          <p:cNvPr id="436229060"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32334276"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a:lvl1pPr>
            <a:lvl2pPr>
              <a:defRPr lang="en-US"/>
            </a:lvl2pPr>
            <a:lvl3pPr>
              <a:defRPr lang="en-US"/>
            </a:lvl3pPr>
            <a:lvl4pPr>
              <a:defRPr lang="en-US"/>
            </a:lvl4pPr>
            <a:lvl5pPr>
              <a:defRPr lang="en-US"/>
            </a:lvl5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215022577"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2/3 text + 2 pictures">
    <p:spTree>
      <p:nvGrpSpPr>
        <p:cNvPr id="1" name=""/>
        <p:cNvGrpSpPr/>
        <p:nvPr/>
      </p:nvGrpSpPr>
      <p:grpSpPr bwMode="auto">
        <a:xfrm>
          <a:off x="0" y="0"/>
          <a:ext cx="0" cy="0"/>
          <a:chOff x="0" y="0"/>
          <a:chExt cx="0" cy="0"/>
        </a:xfrm>
      </p:grpSpPr>
      <p:sp>
        <p:nvSpPr>
          <p:cNvPr id="2000101447" name="Footer Placeholder"/>
          <p:cNvSpPr>
            <a:spLocks noGrp="1"/>
          </p:cNvSpPr>
          <p:nvPr>
            <p:ph type="ftr" sz="quarter" idx="17"/>
          </p:nvPr>
        </p:nvSpPr>
        <p:spPr bwMode="auto"/>
        <p:txBody>
          <a:bodyPr/>
          <a:lstStyle/>
          <a:p>
            <a:pPr>
              <a:defRPr/>
            </a:pPr>
            <a:r>
              <a:rPr lang="en-US"/>
              <a:t>Footer text</a:t>
            </a:r>
            <a:endParaRPr/>
          </a:p>
        </p:txBody>
      </p:sp>
      <p:sp>
        <p:nvSpPr>
          <p:cNvPr id="1269592903" name="Slide Number Placeholder"/>
          <p:cNvSpPr>
            <a:spLocks noGrp="1"/>
          </p:cNvSpPr>
          <p:nvPr>
            <p:ph type="sldNum" sz="quarter" idx="18"/>
          </p:nvPr>
        </p:nvSpPr>
        <p:spPr bwMode="auto"/>
        <p:txBody>
          <a:bodyPr/>
          <a:lstStyle/>
          <a:p>
            <a:pPr>
              <a:defRPr/>
            </a:pPr>
            <a:fld id="{A930EF64-91C9-4EBD-82F9-3643AB15A28C}" type="slidenum">
              <a:rPr lang="en-US"/>
              <a:t>‹#›</a:t>
            </a:fld>
            <a:endParaRPr lang="en-US"/>
          </a:p>
        </p:txBody>
      </p:sp>
      <p:sp>
        <p:nvSpPr>
          <p:cNvPr id="427470584" name="Picture Placeholder 2"/>
          <p:cNvSpPr>
            <a:spLocks noGrp="1"/>
          </p:cNvSpPr>
          <p:nvPr>
            <p:ph type="pic" sz="quarter" idx="16" hasCustomPrompt="1"/>
          </p:nvPr>
        </p:nvSpPr>
        <p:spPr bwMode="gray">
          <a:xfrm>
            <a:off x="8136000" y="3981600"/>
            <a:ext cx="4064400" cy="28836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2094044776" name="Picture Placeholder 1"/>
          <p:cNvSpPr>
            <a:spLocks noGrp="1"/>
          </p:cNvSpPr>
          <p:nvPr>
            <p:ph type="pic" sz="quarter" idx="14" hasCustomPrompt="1"/>
          </p:nvPr>
        </p:nvSpPr>
        <p:spPr bwMode="gray">
          <a:xfrm>
            <a:off x="8136000" y="1090799"/>
            <a:ext cx="4064400" cy="28836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1670536538" name="Text Placeholder"/>
          <p:cNvSpPr>
            <a:spLocks noGrp="1"/>
          </p:cNvSpPr>
          <p:nvPr>
            <p:ph type="body" sz="quarter" idx="15" hasCustomPrompt="1"/>
          </p:nvPr>
        </p:nvSpPr>
        <p:spPr bwMode="gray">
          <a:xfrm>
            <a:off x="2" y="1090799"/>
            <a:ext cx="81360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795096587"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2 text + 1 halfsize picture">
    <p:spTree>
      <p:nvGrpSpPr>
        <p:cNvPr id="1" name=""/>
        <p:cNvGrpSpPr/>
        <p:nvPr/>
      </p:nvGrpSpPr>
      <p:grpSpPr bwMode="auto">
        <a:xfrm>
          <a:off x="0" y="0"/>
          <a:ext cx="0" cy="0"/>
          <a:chOff x="0" y="0"/>
          <a:chExt cx="0" cy="0"/>
        </a:xfrm>
      </p:grpSpPr>
      <p:sp>
        <p:nvSpPr>
          <p:cNvPr id="117732164" name="Footer Placeholder"/>
          <p:cNvSpPr>
            <a:spLocks noGrp="1"/>
          </p:cNvSpPr>
          <p:nvPr>
            <p:ph type="ftr" sz="quarter" idx="16"/>
          </p:nvPr>
        </p:nvSpPr>
        <p:spPr bwMode="auto"/>
        <p:txBody>
          <a:bodyPr/>
          <a:lstStyle/>
          <a:p>
            <a:pPr>
              <a:defRPr/>
            </a:pPr>
            <a:r>
              <a:rPr lang="en-US"/>
              <a:t>Footer text</a:t>
            </a:r>
            <a:endParaRPr/>
          </a:p>
        </p:txBody>
      </p:sp>
      <p:sp>
        <p:nvSpPr>
          <p:cNvPr id="2023034270"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1576369985" name="Picture Placeholder"/>
          <p:cNvSpPr>
            <a:spLocks noGrp="1"/>
          </p:cNvSpPr>
          <p:nvPr>
            <p:ph type="pic" sz="quarter" idx="14"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646617791" name="Text Placeholder"/>
          <p:cNvSpPr>
            <a:spLocks noGrp="1"/>
          </p:cNvSpPr>
          <p:nvPr>
            <p:ph type="body" sz="quarter" idx="15" hasCustomPrompt="1"/>
          </p:nvPr>
        </p:nvSpPr>
        <p:spPr bwMode="gray">
          <a:xfrm>
            <a:off x="2" y="1090800"/>
            <a:ext cx="60984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1585019704"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2 text + 1 picture">
    <p:spTree>
      <p:nvGrpSpPr>
        <p:cNvPr id="1" name=""/>
        <p:cNvGrpSpPr/>
        <p:nvPr/>
      </p:nvGrpSpPr>
      <p:grpSpPr bwMode="auto">
        <a:xfrm>
          <a:off x="0" y="0"/>
          <a:ext cx="0" cy="0"/>
          <a:chOff x="0" y="0"/>
          <a:chExt cx="0" cy="0"/>
        </a:xfrm>
      </p:grpSpPr>
      <p:sp>
        <p:nvSpPr>
          <p:cNvPr id="1902929165" name="Footer Placeholder"/>
          <p:cNvSpPr>
            <a:spLocks noGrp="1"/>
          </p:cNvSpPr>
          <p:nvPr>
            <p:ph type="ftr" sz="quarter" idx="16"/>
          </p:nvPr>
        </p:nvSpPr>
        <p:spPr bwMode="auto"/>
        <p:txBody>
          <a:bodyPr/>
          <a:lstStyle/>
          <a:p>
            <a:pPr>
              <a:defRPr/>
            </a:pPr>
            <a:r>
              <a:rPr lang="en-US"/>
              <a:t>Footer text</a:t>
            </a:r>
            <a:endParaRPr/>
          </a:p>
        </p:txBody>
      </p:sp>
      <p:sp>
        <p:nvSpPr>
          <p:cNvPr id="2104702894"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1331897299" name="Picture Placeholder"/>
          <p:cNvSpPr>
            <a:spLocks noGrp="1"/>
          </p:cNvSpPr>
          <p:nvPr>
            <p:ph type="pic" sz="quarter" idx="14" hasCustomPrompt="1"/>
          </p:nvPr>
        </p:nvSpPr>
        <p:spPr bwMode="gray">
          <a:xfrm>
            <a:off x="6098400" y="1090800"/>
            <a:ext cx="6098400" cy="4321414"/>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174855216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876280219"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2 text + 2 pictures">
    <p:spTree>
      <p:nvGrpSpPr>
        <p:cNvPr id="1" name=""/>
        <p:cNvGrpSpPr/>
        <p:nvPr/>
      </p:nvGrpSpPr>
      <p:grpSpPr bwMode="auto">
        <a:xfrm>
          <a:off x="0" y="0"/>
          <a:ext cx="0" cy="0"/>
          <a:chOff x="0" y="0"/>
          <a:chExt cx="0" cy="0"/>
        </a:xfrm>
      </p:grpSpPr>
      <p:sp>
        <p:nvSpPr>
          <p:cNvPr id="1550829435" name="Footer Placeholder"/>
          <p:cNvSpPr>
            <a:spLocks noGrp="1"/>
          </p:cNvSpPr>
          <p:nvPr>
            <p:ph type="ftr" sz="quarter" idx="17"/>
          </p:nvPr>
        </p:nvSpPr>
        <p:spPr bwMode="auto"/>
        <p:txBody>
          <a:bodyPr/>
          <a:lstStyle/>
          <a:p>
            <a:pPr>
              <a:defRPr/>
            </a:pPr>
            <a:r>
              <a:rPr lang="en-US"/>
              <a:t>Footer text</a:t>
            </a:r>
            <a:endParaRPr/>
          </a:p>
        </p:txBody>
      </p:sp>
      <p:sp>
        <p:nvSpPr>
          <p:cNvPr id="1018805598" name="Slide Number Placeholder"/>
          <p:cNvSpPr>
            <a:spLocks noGrp="1"/>
          </p:cNvSpPr>
          <p:nvPr>
            <p:ph type="sldNum" sz="quarter" idx="18"/>
          </p:nvPr>
        </p:nvSpPr>
        <p:spPr bwMode="auto"/>
        <p:txBody>
          <a:bodyPr/>
          <a:lstStyle/>
          <a:p>
            <a:pPr>
              <a:defRPr/>
            </a:pPr>
            <a:fld id="{A930EF64-91C9-4EBD-82F9-3643AB15A28C}" type="slidenum">
              <a:rPr lang="en-US"/>
              <a:t>‹#›</a:t>
            </a:fld>
            <a:endParaRPr lang="en-US"/>
          </a:p>
        </p:txBody>
      </p:sp>
      <p:sp>
        <p:nvSpPr>
          <p:cNvPr id="1029506438" name="Picture Placeholder 2"/>
          <p:cNvSpPr>
            <a:spLocks noGrp="1"/>
          </p:cNvSpPr>
          <p:nvPr>
            <p:ph type="pic" sz="quarter" idx="16"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1047368154" name="Picture Placeholder 1"/>
          <p:cNvSpPr>
            <a:spLocks noGrp="1"/>
          </p:cNvSpPr>
          <p:nvPr>
            <p:ph type="pic" sz="quarter" idx="14" hasCustomPrompt="1"/>
          </p:nvPr>
        </p:nvSpPr>
        <p:spPr bwMode="gray">
          <a:xfrm>
            <a:off x="6098400" y="1090799"/>
            <a:ext cx="6098400" cy="28836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630847439"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178703445" name="Title"/>
          <p:cNvSpPr>
            <a:spLocks noGrp="1"/>
          </p:cNvSpPr>
          <p:nvPr>
            <p:ph type="title" hasCustomPrompt="1"/>
          </p:nvPr>
        </p:nvSpPr>
        <p:spPr bwMode="auto">
          <a:xfrm>
            <a:off x="0" y="450001"/>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2 text + 3 pictures">
    <p:spTree>
      <p:nvGrpSpPr>
        <p:cNvPr id="1" name=""/>
        <p:cNvGrpSpPr/>
        <p:nvPr/>
      </p:nvGrpSpPr>
      <p:grpSpPr bwMode="auto">
        <a:xfrm>
          <a:off x="0" y="0"/>
          <a:ext cx="0" cy="0"/>
          <a:chOff x="0" y="0"/>
          <a:chExt cx="0" cy="0"/>
        </a:xfrm>
      </p:grpSpPr>
      <p:sp>
        <p:nvSpPr>
          <p:cNvPr id="663642431" name="Footer Placeholder"/>
          <p:cNvSpPr>
            <a:spLocks noGrp="1"/>
          </p:cNvSpPr>
          <p:nvPr>
            <p:ph type="ftr" sz="quarter" idx="18"/>
          </p:nvPr>
        </p:nvSpPr>
        <p:spPr bwMode="auto"/>
        <p:txBody>
          <a:bodyPr/>
          <a:lstStyle/>
          <a:p>
            <a:pPr>
              <a:defRPr/>
            </a:pPr>
            <a:r>
              <a:rPr lang="en-US"/>
              <a:t>Footer text</a:t>
            </a:r>
            <a:endParaRPr/>
          </a:p>
        </p:txBody>
      </p:sp>
      <p:sp>
        <p:nvSpPr>
          <p:cNvPr id="1626883524" name="Slide Number Placeholder"/>
          <p:cNvSpPr>
            <a:spLocks noGrp="1"/>
          </p:cNvSpPr>
          <p:nvPr>
            <p:ph type="sldNum" sz="quarter" idx="19"/>
          </p:nvPr>
        </p:nvSpPr>
        <p:spPr bwMode="auto"/>
        <p:txBody>
          <a:bodyPr/>
          <a:lstStyle/>
          <a:p>
            <a:pPr>
              <a:defRPr/>
            </a:pPr>
            <a:fld id="{A930EF64-91C9-4EBD-82F9-3643AB15A28C}" type="slidenum">
              <a:rPr lang="en-US"/>
              <a:t>‹#›</a:t>
            </a:fld>
            <a:endParaRPr lang="en-US"/>
          </a:p>
        </p:txBody>
      </p:sp>
      <p:sp>
        <p:nvSpPr>
          <p:cNvPr id="1582812124" name="Picture Placeholder 3"/>
          <p:cNvSpPr>
            <a:spLocks noGrp="1"/>
          </p:cNvSpPr>
          <p:nvPr>
            <p:ph type="pic" sz="quarter" idx="17" hasCustomPrompt="1"/>
          </p:nvPr>
        </p:nvSpPr>
        <p:spPr bwMode="gray">
          <a:xfrm>
            <a:off x="9151200" y="3981600"/>
            <a:ext cx="30456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p:txBody>
      </p:sp>
      <p:sp>
        <p:nvSpPr>
          <p:cNvPr id="617722389" name="Picture Placeholder 2"/>
          <p:cNvSpPr>
            <a:spLocks noGrp="1"/>
          </p:cNvSpPr>
          <p:nvPr>
            <p:ph type="pic" sz="quarter" idx="16" hasCustomPrompt="1"/>
          </p:nvPr>
        </p:nvSpPr>
        <p:spPr bwMode="gray">
          <a:xfrm>
            <a:off x="6098400" y="3981600"/>
            <a:ext cx="3045600" cy="28836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1142769213" name="Picture Placeholder 1"/>
          <p:cNvSpPr>
            <a:spLocks noGrp="1"/>
          </p:cNvSpPr>
          <p:nvPr>
            <p:ph type="pic" sz="quarter" idx="14"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469444010"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438369669"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 + 3 small pictures">
    <p:spTree>
      <p:nvGrpSpPr>
        <p:cNvPr id="1" name=""/>
        <p:cNvGrpSpPr/>
        <p:nvPr/>
      </p:nvGrpSpPr>
      <p:grpSpPr bwMode="auto">
        <a:xfrm>
          <a:off x="0" y="0"/>
          <a:ext cx="0" cy="0"/>
          <a:chOff x="0" y="0"/>
          <a:chExt cx="0" cy="0"/>
        </a:xfrm>
      </p:grpSpPr>
      <p:sp>
        <p:nvSpPr>
          <p:cNvPr id="259133924" name="Footer Placeholder"/>
          <p:cNvSpPr>
            <a:spLocks noGrp="1"/>
          </p:cNvSpPr>
          <p:nvPr>
            <p:ph type="ftr" sz="quarter" idx="19"/>
          </p:nvPr>
        </p:nvSpPr>
        <p:spPr bwMode="auto"/>
        <p:txBody>
          <a:bodyPr/>
          <a:lstStyle/>
          <a:p>
            <a:pPr>
              <a:defRPr/>
            </a:pPr>
            <a:r>
              <a:rPr lang="en-US"/>
              <a:t>Footer text</a:t>
            </a:r>
            <a:endParaRPr/>
          </a:p>
        </p:txBody>
      </p:sp>
      <p:sp>
        <p:nvSpPr>
          <p:cNvPr id="369329773" name="Slide Number Placeholder"/>
          <p:cNvSpPr>
            <a:spLocks noGrp="1"/>
          </p:cNvSpPr>
          <p:nvPr>
            <p:ph type="sldNum" sz="quarter" idx="20"/>
          </p:nvPr>
        </p:nvSpPr>
        <p:spPr bwMode="auto"/>
        <p:txBody>
          <a:bodyPr/>
          <a:lstStyle/>
          <a:p>
            <a:pPr>
              <a:defRPr/>
            </a:pPr>
            <a:fld id="{A930EF64-91C9-4EBD-82F9-3643AB15A28C}" type="slidenum">
              <a:rPr lang="en-US"/>
              <a:t>‹#›</a:t>
            </a:fld>
            <a:endParaRPr lang="en-US"/>
          </a:p>
        </p:txBody>
      </p:sp>
      <p:sp>
        <p:nvSpPr>
          <p:cNvPr id="1216652179" name="Picture Placeholder 3"/>
          <p:cNvSpPr>
            <a:spLocks noGrp="1"/>
          </p:cNvSpPr>
          <p:nvPr>
            <p:ph type="pic" sz="quarter" idx="22"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516764488" name="Picture Placeholder 2"/>
          <p:cNvSpPr>
            <a:spLocks noGrp="1"/>
          </p:cNvSpPr>
          <p:nvPr>
            <p:ph type="pic" sz="quarter" idx="18"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717977914" name="Picture Placeholder 1"/>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988928874"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1861892512"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Full-screen picture">
    <p:spTree>
      <p:nvGrpSpPr>
        <p:cNvPr id="1" name=""/>
        <p:cNvGrpSpPr/>
        <p:nvPr/>
      </p:nvGrpSpPr>
      <p:grpSpPr bwMode="auto">
        <a:xfrm>
          <a:off x="0" y="0"/>
          <a:ext cx="0" cy="0"/>
          <a:chOff x="0" y="0"/>
          <a:chExt cx="0" cy="0"/>
        </a:xfrm>
      </p:grpSpPr>
      <p:sp>
        <p:nvSpPr>
          <p:cNvPr id="1642945556" name="Footer Placeholder"/>
          <p:cNvSpPr>
            <a:spLocks noGrp="1"/>
          </p:cNvSpPr>
          <p:nvPr>
            <p:ph type="ftr" sz="quarter" idx="15"/>
          </p:nvPr>
        </p:nvSpPr>
        <p:spPr bwMode="auto"/>
        <p:txBody>
          <a:bodyPr/>
          <a:lstStyle/>
          <a:p>
            <a:pPr>
              <a:defRPr/>
            </a:pPr>
            <a:r>
              <a:rPr lang="en-US"/>
              <a:t>Footer text</a:t>
            </a:r>
            <a:endParaRPr/>
          </a:p>
        </p:txBody>
      </p:sp>
      <p:sp>
        <p:nvSpPr>
          <p:cNvPr id="1936701810" name="Slide Number Placeholder"/>
          <p:cNvSpPr>
            <a:spLocks noGrp="1"/>
          </p:cNvSpPr>
          <p:nvPr>
            <p:ph type="sldNum" sz="quarter" idx="16"/>
          </p:nvPr>
        </p:nvSpPr>
        <p:spPr bwMode="auto"/>
        <p:txBody>
          <a:bodyPr/>
          <a:lstStyle/>
          <a:p>
            <a:pPr>
              <a:defRPr/>
            </a:pPr>
            <a:fld id="{A930EF64-91C9-4EBD-82F9-3643AB15A28C}" type="slidenum">
              <a:rPr lang="en-US"/>
              <a:t>‹#›</a:t>
            </a:fld>
            <a:endParaRPr lang="en-US"/>
          </a:p>
        </p:txBody>
      </p:sp>
      <p:sp>
        <p:nvSpPr>
          <p:cNvPr id="371873198"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437548155"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Full-screen picture with text overlay">
    <p:spTree>
      <p:nvGrpSpPr>
        <p:cNvPr id="1" name=""/>
        <p:cNvGrpSpPr/>
        <p:nvPr/>
      </p:nvGrpSpPr>
      <p:grpSpPr bwMode="auto">
        <a:xfrm>
          <a:off x="0" y="0"/>
          <a:ext cx="0" cy="0"/>
          <a:chOff x="0" y="0"/>
          <a:chExt cx="0" cy="0"/>
        </a:xfrm>
      </p:grpSpPr>
      <p:sp>
        <p:nvSpPr>
          <p:cNvPr id="624169802" name="Footer Placeholder"/>
          <p:cNvSpPr>
            <a:spLocks noGrp="1"/>
          </p:cNvSpPr>
          <p:nvPr>
            <p:ph type="ftr" sz="quarter" idx="16"/>
          </p:nvPr>
        </p:nvSpPr>
        <p:spPr bwMode="auto"/>
        <p:txBody>
          <a:bodyPr/>
          <a:lstStyle/>
          <a:p>
            <a:pPr>
              <a:defRPr/>
            </a:pPr>
            <a:r>
              <a:rPr lang="en-US"/>
              <a:t>Footer text</a:t>
            </a:r>
            <a:endParaRPr/>
          </a:p>
        </p:txBody>
      </p:sp>
      <p:sp>
        <p:nvSpPr>
          <p:cNvPr id="1472897777"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556217181"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1576109479"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a:lvl1pPr>
          </a:lstStyle>
          <a:p>
            <a:pPr lvl="0">
              <a:defRPr/>
            </a:pPr>
            <a:r>
              <a:rPr lang="en-US"/>
              <a:t>Click to edit text</a:t>
            </a:r>
            <a:endParaRPr/>
          </a:p>
        </p:txBody>
      </p:sp>
      <p:sp>
        <p:nvSpPr>
          <p:cNvPr id="1891193647"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Applications">
    <p:spTree>
      <p:nvGrpSpPr>
        <p:cNvPr id="1" name=""/>
        <p:cNvGrpSpPr/>
        <p:nvPr/>
      </p:nvGrpSpPr>
      <p:grpSpPr bwMode="auto">
        <a:xfrm>
          <a:off x="0" y="0"/>
          <a:ext cx="0" cy="0"/>
          <a:chOff x="0" y="0"/>
          <a:chExt cx="0" cy="0"/>
        </a:xfrm>
      </p:grpSpPr>
      <p:sp>
        <p:nvSpPr>
          <p:cNvPr id="1997334855" name="Footer Placeholder"/>
          <p:cNvSpPr>
            <a:spLocks noGrp="1"/>
          </p:cNvSpPr>
          <p:nvPr>
            <p:ph type="ftr" sz="quarter" idx="19"/>
          </p:nvPr>
        </p:nvSpPr>
        <p:spPr bwMode="auto"/>
        <p:txBody>
          <a:bodyPr/>
          <a:lstStyle/>
          <a:p>
            <a:pPr>
              <a:defRPr/>
            </a:pPr>
            <a:r>
              <a:rPr lang="en-US"/>
              <a:t>Footer text</a:t>
            </a:r>
            <a:endParaRPr/>
          </a:p>
        </p:txBody>
      </p:sp>
      <p:sp>
        <p:nvSpPr>
          <p:cNvPr id="1079313802" name="Slide Number Placeholder"/>
          <p:cNvSpPr>
            <a:spLocks noGrp="1"/>
          </p:cNvSpPr>
          <p:nvPr>
            <p:ph type="sldNum" sz="quarter" idx="20"/>
          </p:nvPr>
        </p:nvSpPr>
        <p:spPr bwMode="auto"/>
        <p:txBody>
          <a:bodyPr/>
          <a:lstStyle/>
          <a:p>
            <a:pPr>
              <a:defRPr/>
            </a:pPr>
            <a:fld id="{A930EF64-91C9-4EBD-82F9-3643AB15A28C}" type="slidenum">
              <a:rPr lang="en-US"/>
              <a:t>‹#›</a:t>
            </a:fld>
            <a:endParaRPr lang="en-US"/>
          </a:p>
        </p:txBody>
      </p:sp>
      <p:sp>
        <p:nvSpPr>
          <p:cNvPr id="2124867004" name="Picture Placeholder 1"/>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264093208"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pPr>
              <a:defRPr/>
            </a:pPr>
            <a:r>
              <a:rPr lang="en-US"/>
              <a:t>Click on symbol to add picture</a:t>
            </a:r>
            <a:endParaRPr/>
          </a:p>
        </p:txBody>
      </p:sp>
      <p:sp>
        <p:nvSpPr>
          <p:cNvPr id="64010367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pPr>
              <a:defRPr/>
            </a:pPr>
            <a:r>
              <a:rPr lang="en-US"/>
              <a:t>Click on symbol to add picture</a:t>
            </a:r>
            <a:endParaRPr/>
          </a:p>
        </p:txBody>
      </p:sp>
      <p:sp>
        <p:nvSpPr>
          <p:cNvPr id="1838968888"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pPr>
              <a:defRPr/>
            </a:pPr>
            <a:r>
              <a:rPr lang="en-US"/>
              <a:t>Click on symbol to add picture</a:t>
            </a:r>
            <a:endParaRPr/>
          </a:p>
        </p:txBody>
      </p:sp>
      <p:sp>
        <p:nvSpPr>
          <p:cNvPr id="960744387"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a:lvl1pPr>
            <a:lvl2pPr marL="360362" indent="0">
              <a:buNone/>
              <a:defRPr/>
            </a:lvl2pPr>
          </a:lstStyle>
          <a:p>
            <a:pPr lvl="0">
              <a:defRPr/>
            </a:pPr>
            <a:r>
              <a:rPr lang="en-US"/>
              <a:t>Click to edit text </a:t>
            </a:r>
            <a:endParaRPr/>
          </a:p>
        </p:txBody>
      </p:sp>
      <p:sp>
        <p:nvSpPr>
          <p:cNvPr id="1315218461"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xternal graphics with source">
    <p:spTree>
      <p:nvGrpSpPr>
        <p:cNvPr id="1" name=""/>
        <p:cNvGrpSpPr/>
        <p:nvPr/>
      </p:nvGrpSpPr>
      <p:grpSpPr bwMode="auto">
        <a:xfrm>
          <a:off x="0" y="0"/>
          <a:ext cx="0" cy="0"/>
          <a:chOff x="0" y="0"/>
          <a:chExt cx="0" cy="0"/>
        </a:xfrm>
      </p:grpSpPr>
      <p:sp>
        <p:nvSpPr>
          <p:cNvPr id="778804006" name="Footer Placeholder"/>
          <p:cNvSpPr>
            <a:spLocks noGrp="1"/>
          </p:cNvSpPr>
          <p:nvPr>
            <p:ph type="ftr" sz="quarter" idx="16"/>
          </p:nvPr>
        </p:nvSpPr>
        <p:spPr bwMode="auto"/>
        <p:txBody>
          <a:bodyPr/>
          <a:lstStyle/>
          <a:p>
            <a:pPr>
              <a:defRPr/>
            </a:pPr>
            <a:r>
              <a:rPr lang="en-US"/>
              <a:t>Footer text</a:t>
            </a:r>
            <a:endParaRPr/>
          </a:p>
        </p:txBody>
      </p:sp>
      <p:sp>
        <p:nvSpPr>
          <p:cNvPr id="1542440444"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1394673951" name="Picture Placeholder"/>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1462073404" name="Text Placeholder"/>
          <p:cNvSpPr>
            <a:spLocks noGrp="1"/>
          </p:cNvSpPr>
          <p:nvPr>
            <p:ph type="body" sz="quarter" idx="15" hasCustomPrompt="1"/>
          </p:nvPr>
        </p:nvSpPr>
        <p:spPr bwMode="gray">
          <a:xfrm rot="16199999">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defRPr/>
            </a:pPr>
            <a:r>
              <a:rPr lang="en-US"/>
              <a:t>Click here to edit source</a:t>
            </a:r>
            <a:endParaRPr/>
          </a:p>
        </p:txBody>
      </p:sp>
      <p:sp>
        <p:nvSpPr>
          <p:cNvPr id="1565514489"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creenshot with description">
    <p:spTree>
      <p:nvGrpSpPr>
        <p:cNvPr id="1" name=""/>
        <p:cNvGrpSpPr/>
        <p:nvPr/>
      </p:nvGrpSpPr>
      <p:grpSpPr bwMode="auto">
        <a:xfrm>
          <a:off x="0" y="0"/>
          <a:ext cx="0" cy="0"/>
          <a:chOff x="0" y="0"/>
          <a:chExt cx="0" cy="0"/>
        </a:xfrm>
      </p:grpSpPr>
      <p:sp>
        <p:nvSpPr>
          <p:cNvPr id="214434247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pPr>
              <a:defRPr/>
            </a:pPr>
            <a:r>
              <a:rPr lang="en-US"/>
              <a:t>Click on symbol to add picture</a:t>
            </a:r>
            <a:endParaRPr/>
          </a:p>
        </p:txBody>
      </p:sp>
      <p:sp>
        <p:nvSpPr>
          <p:cNvPr id="394845602" name="Footer Placeholder"/>
          <p:cNvSpPr>
            <a:spLocks noGrp="1"/>
          </p:cNvSpPr>
          <p:nvPr>
            <p:ph type="ftr" sz="quarter" idx="17"/>
          </p:nvPr>
        </p:nvSpPr>
        <p:spPr bwMode="auto"/>
        <p:txBody>
          <a:bodyPr/>
          <a:lstStyle/>
          <a:p>
            <a:pPr>
              <a:defRPr/>
            </a:pPr>
            <a:r>
              <a:rPr lang="en-US"/>
              <a:t>Footer text</a:t>
            </a:r>
            <a:endParaRPr/>
          </a:p>
        </p:txBody>
      </p:sp>
      <p:sp>
        <p:nvSpPr>
          <p:cNvPr id="861291173" name="Slide Number Placeholder"/>
          <p:cNvSpPr>
            <a:spLocks noGrp="1"/>
          </p:cNvSpPr>
          <p:nvPr>
            <p:ph type="sldNum" sz="quarter" idx="18"/>
          </p:nvPr>
        </p:nvSpPr>
        <p:spPr bwMode="auto"/>
        <p:txBody>
          <a:bodyPr/>
          <a:lstStyle/>
          <a:p>
            <a:pPr>
              <a:defRPr/>
            </a:pPr>
            <a:fld id="{A930EF64-91C9-4EBD-82F9-3643AB15A28C}" type="slidenum">
              <a:rPr lang="en-US"/>
              <a:t>‹#›</a:t>
            </a:fld>
            <a:endParaRPr lang="en-US"/>
          </a:p>
        </p:txBody>
      </p:sp>
      <p:sp>
        <p:nvSpPr>
          <p:cNvPr id="435687148"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0">
              <a:defRPr/>
            </a:pPr>
            <a:endParaRPr lang="en-US"/>
          </a:p>
        </p:txBody>
      </p:sp>
      <p:sp>
        <p:nvSpPr>
          <p:cNvPr id="1469858410" name="Title 1"/>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2 pictures">
    <p:spTree>
      <p:nvGrpSpPr>
        <p:cNvPr id="1" name=""/>
        <p:cNvGrpSpPr/>
        <p:nvPr/>
      </p:nvGrpSpPr>
      <p:grpSpPr bwMode="auto">
        <a:xfrm>
          <a:off x="0" y="0"/>
          <a:ext cx="0" cy="0"/>
          <a:chOff x="0" y="0"/>
          <a:chExt cx="0" cy="0"/>
        </a:xfrm>
      </p:grpSpPr>
      <p:sp>
        <p:nvSpPr>
          <p:cNvPr id="255964366" name="Footer Placeholder"/>
          <p:cNvSpPr>
            <a:spLocks noGrp="1"/>
          </p:cNvSpPr>
          <p:nvPr>
            <p:ph type="ftr" sz="quarter" idx="12"/>
          </p:nvPr>
        </p:nvSpPr>
        <p:spPr bwMode="auto"/>
        <p:txBody>
          <a:bodyPr/>
          <a:lstStyle/>
          <a:p>
            <a:pPr>
              <a:defRPr/>
            </a:pPr>
            <a:r>
              <a:rPr lang="en-US"/>
              <a:t>Footer text</a:t>
            </a:r>
            <a:endParaRPr/>
          </a:p>
        </p:txBody>
      </p:sp>
      <p:sp>
        <p:nvSpPr>
          <p:cNvPr id="1457530293" name="Slide Number Placeholder"/>
          <p:cNvSpPr>
            <a:spLocks noGrp="1"/>
          </p:cNvSpPr>
          <p:nvPr>
            <p:ph type="sldNum" sz="quarter" idx="13"/>
          </p:nvPr>
        </p:nvSpPr>
        <p:spPr bwMode="auto"/>
        <p:txBody>
          <a:bodyPr/>
          <a:lstStyle/>
          <a:p>
            <a:pPr>
              <a:defRPr/>
            </a:pPr>
            <a:fld id="{A930EF64-91C9-4EBD-82F9-3643AB15A28C}" type="slidenum">
              <a:rPr lang="en-US"/>
              <a:t>‹#›</a:t>
            </a:fld>
            <a:endParaRPr lang="en-US"/>
          </a:p>
        </p:txBody>
      </p:sp>
      <p:sp>
        <p:nvSpPr>
          <p:cNvPr id="1160025465" name="Picture Placeholder 2"/>
          <p:cNvSpPr>
            <a:spLocks noGrp="1"/>
          </p:cNvSpPr>
          <p:nvPr>
            <p:ph type="pic" sz="quarter" idx="11"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666140597" name="Picture Placeholder 1"/>
          <p:cNvSpPr>
            <a:spLocks noGrp="1"/>
          </p:cNvSpPr>
          <p:nvPr>
            <p:ph type="pic" sz="quarter" idx="10" hasCustomPrompt="1"/>
          </p:nvPr>
        </p:nvSpPr>
        <p:spPr bwMode="gray">
          <a:xfrm>
            <a:off x="-7200" y="1090800"/>
            <a:ext cx="6098400" cy="57672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367796247" name="Title"/>
          <p:cNvSpPr>
            <a:spLocks noGrp="1"/>
          </p:cNvSpPr>
          <p:nvPr>
            <p:ph type="title" hasCustomPrompt="1"/>
          </p:nvPr>
        </p:nvSpPr>
        <p:spPr bwMode="auto"/>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4 pictures">
    <p:spTree>
      <p:nvGrpSpPr>
        <p:cNvPr id="1" name=""/>
        <p:cNvGrpSpPr/>
        <p:nvPr/>
      </p:nvGrpSpPr>
      <p:grpSpPr bwMode="auto">
        <a:xfrm>
          <a:off x="0" y="0"/>
          <a:ext cx="0" cy="0"/>
          <a:chOff x="0" y="0"/>
          <a:chExt cx="0" cy="0"/>
        </a:xfrm>
      </p:grpSpPr>
      <p:sp>
        <p:nvSpPr>
          <p:cNvPr id="1031120096" name="Footer Placeholder"/>
          <p:cNvSpPr>
            <a:spLocks noGrp="1"/>
          </p:cNvSpPr>
          <p:nvPr>
            <p:ph type="ftr" sz="quarter" idx="14"/>
          </p:nvPr>
        </p:nvSpPr>
        <p:spPr bwMode="auto"/>
        <p:txBody>
          <a:bodyPr/>
          <a:lstStyle/>
          <a:p>
            <a:pPr>
              <a:defRPr/>
            </a:pPr>
            <a:r>
              <a:rPr lang="en-US"/>
              <a:t>Footer text</a:t>
            </a:r>
            <a:endParaRPr/>
          </a:p>
        </p:txBody>
      </p:sp>
      <p:sp>
        <p:nvSpPr>
          <p:cNvPr id="1872259063" name="Slide Number Placeholder"/>
          <p:cNvSpPr>
            <a:spLocks noGrp="1"/>
          </p:cNvSpPr>
          <p:nvPr>
            <p:ph type="sldNum" sz="quarter" idx="15"/>
          </p:nvPr>
        </p:nvSpPr>
        <p:spPr bwMode="auto"/>
        <p:txBody>
          <a:bodyPr/>
          <a:lstStyle/>
          <a:p>
            <a:pPr>
              <a:defRPr/>
            </a:pPr>
            <a:fld id="{A930EF64-91C9-4EBD-82F9-3643AB15A28C}" type="slidenum">
              <a:rPr lang="en-US"/>
              <a:t>‹#›</a:t>
            </a:fld>
            <a:endParaRPr lang="en-US"/>
          </a:p>
        </p:txBody>
      </p:sp>
      <p:sp>
        <p:nvSpPr>
          <p:cNvPr id="726163183" name="Picture Placeholder 4"/>
          <p:cNvSpPr>
            <a:spLocks noGrp="1"/>
          </p:cNvSpPr>
          <p:nvPr>
            <p:ph type="pic" sz="quarter" idx="13"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443988190" name="Picture Placeholder 3"/>
          <p:cNvSpPr>
            <a:spLocks noGrp="1"/>
          </p:cNvSpPr>
          <p:nvPr>
            <p:ph type="pic" sz="quarter" idx="12" hasCustomPrompt="1"/>
          </p:nvPr>
        </p:nvSpPr>
        <p:spPr bwMode="gray">
          <a:xfrm>
            <a:off x="-7200" y="3981600"/>
            <a:ext cx="60984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930656449" name="Picture Placeholder 2"/>
          <p:cNvSpPr>
            <a:spLocks noGrp="1"/>
          </p:cNvSpPr>
          <p:nvPr>
            <p:ph type="pic" sz="quarter" idx="11"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735807278" name="Picture Placeholder 1"/>
          <p:cNvSpPr>
            <a:spLocks noGrp="1"/>
          </p:cNvSpPr>
          <p:nvPr>
            <p:ph type="pic" sz="quarter" idx="10" hasCustomPrompt="1"/>
          </p:nvPr>
        </p:nvSpPr>
        <p:spPr bwMode="gray">
          <a:xfrm>
            <a:off x="-7200" y="1090800"/>
            <a:ext cx="60984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076240585" name="Title"/>
          <p:cNvSpPr>
            <a:spLocks noGrp="1"/>
          </p:cNvSpPr>
          <p:nvPr>
            <p:ph type="title" hasCustomPrompt="1"/>
          </p:nvPr>
        </p:nvSpPr>
        <p:spPr bwMode="auto"/>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6 pictures">
    <p:spTree>
      <p:nvGrpSpPr>
        <p:cNvPr id="1" name=""/>
        <p:cNvGrpSpPr/>
        <p:nvPr/>
      </p:nvGrpSpPr>
      <p:grpSpPr bwMode="auto">
        <a:xfrm>
          <a:off x="0" y="0"/>
          <a:ext cx="0" cy="0"/>
          <a:chOff x="0" y="0"/>
          <a:chExt cx="0" cy="0"/>
        </a:xfrm>
      </p:grpSpPr>
      <p:sp>
        <p:nvSpPr>
          <p:cNvPr id="1125154529" name="Footer Placeholder"/>
          <p:cNvSpPr>
            <a:spLocks noGrp="1"/>
          </p:cNvSpPr>
          <p:nvPr>
            <p:ph type="ftr" sz="quarter" idx="16"/>
          </p:nvPr>
        </p:nvSpPr>
        <p:spPr bwMode="auto"/>
        <p:txBody>
          <a:bodyPr/>
          <a:lstStyle/>
          <a:p>
            <a:pPr>
              <a:defRPr/>
            </a:pPr>
            <a:r>
              <a:rPr lang="en-US"/>
              <a:t>Footer text</a:t>
            </a:r>
            <a:endParaRPr/>
          </a:p>
        </p:txBody>
      </p:sp>
      <p:sp>
        <p:nvSpPr>
          <p:cNvPr id="63767759"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482397819" name="Picture Placeholder 6"/>
          <p:cNvSpPr>
            <a:spLocks noGrp="1"/>
          </p:cNvSpPr>
          <p:nvPr>
            <p:ph type="pic" sz="quarter" idx="15" hasCustomPrompt="1"/>
          </p:nvPr>
        </p:nvSpPr>
        <p:spPr bwMode="gray">
          <a:xfrm>
            <a:off x="8136000" y="3981600"/>
            <a:ext cx="40656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362899972" name="Picture Placeholder 5"/>
          <p:cNvSpPr>
            <a:spLocks noGrp="1"/>
          </p:cNvSpPr>
          <p:nvPr>
            <p:ph type="pic" sz="quarter" idx="14" hasCustomPrompt="1"/>
          </p:nvPr>
        </p:nvSpPr>
        <p:spPr bwMode="gray">
          <a:xfrm>
            <a:off x="4063199" y="3981600"/>
            <a:ext cx="40656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23241620" name="Picture Placeholder 4"/>
          <p:cNvSpPr>
            <a:spLocks noGrp="1"/>
          </p:cNvSpPr>
          <p:nvPr>
            <p:ph type="pic" sz="quarter" idx="13" hasCustomPrompt="1"/>
          </p:nvPr>
        </p:nvSpPr>
        <p:spPr bwMode="gray">
          <a:xfrm>
            <a:off x="-7200" y="3981600"/>
            <a:ext cx="40656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468600078" name="Picture Placeholder 3"/>
          <p:cNvSpPr>
            <a:spLocks noGrp="1"/>
          </p:cNvSpPr>
          <p:nvPr>
            <p:ph type="pic" sz="quarter" idx="12" hasCustomPrompt="1"/>
          </p:nvPr>
        </p:nvSpPr>
        <p:spPr bwMode="gray">
          <a:xfrm>
            <a:off x="8136000" y="1090800"/>
            <a:ext cx="40656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2068955754" name="Picture Placeholder 2"/>
          <p:cNvSpPr>
            <a:spLocks noGrp="1"/>
          </p:cNvSpPr>
          <p:nvPr>
            <p:ph type="pic" sz="quarter" idx="11" hasCustomPrompt="1"/>
          </p:nvPr>
        </p:nvSpPr>
        <p:spPr bwMode="gray">
          <a:xfrm>
            <a:off x="4063199" y="1090800"/>
            <a:ext cx="40656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279556539" name="Picture Placeholder 1"/>
          <p:cNvSpPr>
            <a:spLocks noGrp="1"/>
          </p:cNvSpPr>
          <p:nvPr>
            <p:ph type="pic" sz="quarter" idx="10" hasCustomPrompt="1"/>
          </p:nvPr>
        </p:nvSpPr>
        <p:spPr bwMode="gray">
          <a:xfrm>
            <a:off x="-7200" y="1090800"/>
            <a:ext cx="4065600" cy="28836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503391811" name="Title"/>
          <p:cNvSpPr>
            <a:spLocks noGrp="1"/>
          </p:cNvSpPr>
          <p:nvPr>
            <p:ph type="title" hasCustomPrompt="1"/>
          </p:nvPr>
        </p:nvSpPr>
        <p:spPr bwMode="auto"/>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9 pictures">
    <p:spTree>
      <p:nvGrpSpPr>
        <p:cNvPr id="1" name=""/>
        <p:cNvGrpSpPr/>
        <p:nvPr/>
      </p:nvGrpSpPr>
      <p:grpSpPr bwMode="auto">
        <a:xfrm>
          <a:off x="0" y="0"/>
          <a:ext cx="0" cy="0"/>
          <a:chOff x="0" y="0"/>
          <a:chExt cx="0" cy="0"/>
        </a:xfrm>
      </p:grpSpPr>
      <p:sp>
        <p:nvSpPr>
          <p:cNvPr id="1836037430" name="Footer Placeholder"/>
          <p:cNvSpPr>
            <a:spLocks noGrp="1"/>
          </p:cNvSpPr>
          <p:nvPr>
            <p:ph type="ftr" sz="quarter" idx="19"/>
          </p:nvPr>
        </p:nvSpPr>
        <p:spPr bwMode="auto"/>
        <p:txBody>
          <a:bodyPr/>
          <a:lstStyle/>
          <a:p>
            <a:pPr>
              <a:defRPr/>
            </a:pPr>
            <a:r>
              <a:rPr lang="en-US"/>
              <a:t>Footer text</a:t>
            </a:r>
            <a:endParaRPr/>
          </a:p>
        </p:txBody>
      </p:sp>
      <p:sp>
        <p:nvSpPr>
          <p:cNvPr id="1127123251" name="Slide Number Placeholder"/>
          <p:cNvSpPr>
            <a:spLocks noGrp="1"/>
          </p:cNvSpPr>
          <p:nvPr>
            <p:ph type="sldNum" sz="quarter" idx="20"/>
          </p:nvPr>
        </p:nvSpPr>
        <p:spPr bwMode="auto"/>
        <p:txBody>
          <a:bodyPr/>
          <a:lstStyle/>
          <a:p>
            <a:pPr>
              <a:defRPr/>
            </a:pPr>
            <a:fld id="{A930EF64-91C9-4EBD-82F9-3643AB15A28C}" type="slidenum">
              <a:rPr lang="en-US"/>
              <a:t>‹#›</a:t>
            </a:fld>
            <a:endParaRPr lang="en-US"/>
          </a:p>
        </p:txBody>
      </p:sp>
      <p:sp>
        <p:nvSpPr>
          <p:cNvPr id="1281091448" name="Picture Placeholder 9"/>
          <p:cNvSpPr>
            <a:spLocks noGrp="1"/>
          </p:cNvSpPr>
          <p:nvPr>
            <p:ph type="pic" sz="quarter" idx="18"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774950391" name="Picture Placeholder 8"/>
          <p:cNvSpPr>
            <a:spLocks noGrp="1"/>
          </p:cNvSpPr>
          <p:nvPr>
            <p:ph type="pic" sz="quarter" idx="17" hasCustomPrompt="1"/>
          </p:nvPr>
        </p:nvSpPr>
        <p:spPr bwMode="gray">
          <a:xfrm>
            <a:off x="4064400" y="49500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704004557" name="Picture Placeholder 7"/>
          <p:cNvSpPr>
            <a:spLocks noGrp="1"/>
          </p:cNvSpPr>
          <p:nvPr>
            <p:ph type="pic" sz="quarter" idx="16" hasCustomPrompt="1"/>
          </p:nvPr>
        </p:nvSpPr>
        <p:spPr bwMode="gray">
          <a:xfrm>
            <a:off x="-7200" y="49500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2140593669" name="Picture Placeholder 6"/>
          <p:cNvSpPr>
            <a:spLocks noGrp="1"/>
          </p:cNvSpPr>
          <p:nvPr>
            <p:ph type="pic" sz="quarter" idx="15"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799516468" name="Picture Placeholder 5"/>
          <p:cNvSpPr>
            <a:spLocks noGrp="1"/>
          </p:cNvSpPr>
          <p:nvPr>
            <p:ph type="pic" sz="quarter" idx="14" hasCustomPrompt="1"/>
          </p:nvPr>
        </p:nvSpPr>
        <p:spPr bwMode="gray">
          <a:xfrm>
            <a:off x="4064400" y="3020400"/>
            <a:ext cx="4065600" cy="19224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159553919" name="Picture Placeholder 4"/>
          <p:cNvSpPr>
            <a:spLocks noGrp="1"/>
          </p:cNvSpPr>
          <p:nvPr>
            <p:ph type="pic" sz="quarter" idx="13" hasCustomPrompt="1"/>
          </p:nvPr>
        </p:nvSpPr>
        <p:spPr bwMode="gray">
          <a:xfrm>
            <a:off x="-7200" y="30204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606341422" name="Picture Placeholder 3"/>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2045999356" name="Picture Placeholder 2"/>
          <p:cNvSpPr>
            <a:spLocks noGrp="1"/>
          </p:cNvSpPr>
          <p:nvPr>
            <p:ph type="pic" sz="quarter" idx="11" hasCustomPrompt="1"/>
          </p:nvPr>
        </p:nvSpPr>
        <p:spPr bwMode="gray">
          <a:xfrm>
            <a:off x="4064400" y="10908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481011574" name="Picture Placeholder 1"/>
          <p:cNvSpPr>
            <a:spLocks noGrp="1"/>
          </p:cNvSpPr>
          <p:nvPr>
            <p:ph type="pic" sz="quarter" idx="10" hasCustomPrompt="1"/>
          </p:nvPr>
        </p:nvSpPr>
        <p:spPr bwMode="gray">
          <a:xfrm>
            <a:off x="-7200" y="1090800"/>
            <a:ext cx="4065600" cy="19224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68736898"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Video">
    <p:spTree>
      <p:nvGrpSpPr>
        <p:cNvPr id="1" name=""/>
        <p:cNvGrpSpPr/>
        <p:nvPr/>
      </p:nvGrpSpPr>
      <p:grpSpPr bwMode="auto">
        <a:xfrm>
          <a:off x="0" y="0"/>
          <a:ext cx="0" cy="0"/>
          <a:chOff x="0" y="0"/>
          <a:chExt cx="0" cy="0"/>
        </a:xfrm>
      </p:grpSpPr>
      <p:sp>
        <p:nvSpPr>
          <p:cNvPr id="534669253"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defRPr/>
            </a:pPr>
            <a:endParaRPr lang="en-US" sz="2200">
              <a:solidFill>
                <a:schemeClr val="bg1"/>
              </a:solidFill>
              <a:latin typeface="Arial"/>
              <a:cs typeface="Arial"/>
            </a:endParaRPr>
          </a:p>
        </p:txBody>
      </p:sp>
      <p:sp>
        <p:nvSpPr>
          <p:cNvPr id="980604937" name="Footer Placeholder"/>
          <p:cNvSpPr>
            <a:spLocks noGrp="1"/>
          </p:cNvSpPr>
          <p:nvPr>
            <p:ph type="ftr" sz="quarter" idx="18"/>
          </p:nvPr>
        </p:nvSpPr>
        <p:spPr bwMode="auto"/>
        <p:txBody>
          <a:bodyPr/>
          <a:lstStyle/>
          <a:p>
            <a:pPr>
              <a:defRPr/>
            </a:pPr>
            <a:r>
              <a:rPr lang="en-US"/>
              <a:t>Footer text</a:t>
            </a:r>
            <a:endParaRPr/>
          </a:p>
        </p:txBody>
      </p:sp>
      <p:sp>
        <p:nvSpPr>
          <p:cNvPr id="662622827" name="Slide Number Placeholder"/>
          <p:cNvSpPr>
            <a:spLocks noGrp="1"/>
          </p:cNvSpPr>
          <p:nvPr>
            <p:ph type="sldNum" sz="quarter" idx="19"/>
          </p:nvPr>
        </p:nvSpPr>
        <p:spPr bwMode="auto"/>
        <p:txBody>
          <a:bodyPr/>
          <a:lstStyle/>
          <a:p>
            <a:pPr>
              <a:defRPr/>
            </a:pPr>
            <a:fld id="{A930EF64-91C9-4EBD-82F9-3643AB15A28C}" type="slidenum">
              <a:rPr lang="en-US"/>
              <a:t>‹#›</a:t>
            </a:fld>
            <a:endParaRPr lang="en-US"/>
          </a:p>
        </p:txBody>
      </p:sp>
      <p:sp>
        <p:nvSpPr>
          <p:cNvPr id="1054678404"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pPr>
              <a:defRPr/>
            </a:pPr>
            <a:r>
              <a:rPr lang="en-US"/>
              <a:t>Click on symbol to add v</a:t>
            </a:r>
            <a:r>
              <a:rPr lang="en-US"/>
              <a:t>ideo</a:t>
            </a:r>
            <a:r>
              <a:rPr lang="en-US"/>
              <a:t> in 16:9 </a:t>
            </a:r>
            <a:r>
              <a:rPr lang="en-US"/>
              <a:t>format</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Graphics">
    <p:spTree>
      <p:nvGrpSpPr>
        <p:cNvPr id="1" name=""/>
        <p:cNvGrpSpPr/>
        <p:nvPr/>
      </p:nvGrpSpPr>
      <p:grpSpPr bwMode="auto">
        <a:xfrm>
          <a:off x="0" y="0"/>
          <a:ext cx="0" cy="0"/>
          <a:chOff x="0" y="0"/>
          <a:chExt cx="0" cy="0"/>
        </a:xfrm>
      </p:grpSpPr>
      <p:sp>
        <p:nvSpPr>
          <p:cNvPr id="1324111724" name="Footer Placeholder"/>
          <p:cNvSpPr>
            <a:spLocks noGrp="1"/>
          </p:cNvSpPr>
          <p:nvPr>
            <p:ph type="ftr" sz="quarter" idx="14"/>
          </p:nvPr>
        </p:nvSpPr>
        <p:spPr bwMode="auto"/>
        <p:txBody>
          <a:bodyPr/>
          <a:lstStyle/>
          <a:p>
            <a:pPr>
              <a:defRPr/>
            </a:pPr>
            <a:r>
              <a:rPr lang="en-US"/>
              <a:t>Footer text</a:t>
            </a:r>
            <a:endParaRPr/>
          </a:p>
        </p:txBody>
      </p:sp>
      <p:sp>
        <p:nvSpPr>
          <p:cNvPr id="2011119529" name="Slide Number Placeholder"/>
          <p:cNvSpPr>
            <a:spLocks noGrp="1"/>
          </p:cNvSpPr>
          <p:nvPr>
            <p:ph type="sldNum" sz="quarter" idx="15"/>
          </p:nvPr>
        </p:nvSpPr>
        <p:spPr bwMode="auto"/>
        <p:txBody>
          <a:bodyPr/>
          <a:lstStyle/>
          <a:p>
            <a:pPr>
              <a:defRPr/>
            </a:pPr>
            <a:fld id="{A930EF64-91C9-4EBD-82F9-3643AB15A28C}" type="slidenum">
              <a:rPr lang="en-US"/>
              <a:t>‹#›</a:t>
            </a:fld>
            <a:endParaRPr lang="en-US"/>
          </a:p>
        </p:txBody>
      </p:sp>
      <p:sp>
        <p:nvSpPr>
          <p:cNvPr id="136023634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a:buNone/>
              <a:defRPr/>
            </a:lvl1pPr>
          </a:lstStyle>
          <a:p>
            <a:pPr>
              <a:defRPr/>
            </a:pPr>
            <a:r>
              <a:rPr lang="en-US"/>
              <a:t>Click on symbol to add diagram/chart</a:t>
            </a:r>
            <a:endParaRPr/>
          </a:p>
        </p:txBody>
      </p:sp>
      <p:sp>
        <p:nvSpPr>
          <p:cNvPr id="671021614" name="Title"/>
          <p:cNvSpPr>
            <a:spLocks noGrp="1"/>
          </p:cNvSpPr>
          <p:nvPr>
            <p:ph type="title" hasCustomPrompt="1"/>
          </p:nvPr>
        </p:nvSpPr>
        <p:spPr bwMode="auto"/>
        <p:txBody>
          <a:bodyPr/>
          <a:lstStyle>
            <a:lvl1pPr>
              <a:defRPr/>
            </a:lvl1pPr>
          </a:lstStyle>
          <a:p>
            <a:pPr>
              <a:defRPr/>
            </a:pPr>
            <a:r>
              <a:rPr lang="en-US"/>
              <a:t>Click to add title</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able">
    <p:spTree>
      <p:nvGrpSpPr>
        <p:cNvPr id="1" name=""/>
        <p:cNvGrpSpPr/>
        <p:nvPr/>
      </p:nvGrpSpPr>
      <p:grpSpPr bwMode="auto">
        <a:xfrm>
          <a:off x="0" y="0"/>
          <a:ext cx="0" cy="0"/>
          <a:chOff x="0" y="0"/>
          <a:chExt cx="0" cy="0"/>
        </a:xfrm>
      </p:grpSpPr>
      <p:sp>
        <p:nvSpPr>
          <p:cNvPr id="202841543" name="Footer Placeholder"/>
          <p:cNvSpPr>
            <a:spLocks noGrp="1"/>
          </p:cNvSpPr>
          <p:nvPr>
            <p:ph type="ftr" sz="quarter" idx="17"/>
          </p:nvPr>
        </p:nvSpPr>
        <p:spPr bwMode="auto"/>
        <p:txBody>
          <a:bodyPr/>
          <a:lstStyle/>
          <a:p>
            <a:pPr>
              <a:defRPr/>
            </a:pPr>
            <a:r>
              <a:rPr lang="en-US"/>
              <a:t>Footer text</a:t>
            </a:r>
            <a:endParaRPr/>
          </a:p>
        </p:txBody>
      </p:sp>
      <p:sp>
        <p:nvSpPr>
          <p:cNvPr id="297094517" name="Slide Number Placeholder"/>
          <p:cNvSpPr>
            <a:spLocks noGrp="1"/>
          </p:cNvSpPr>
          <p:nvPr>
            <p:ph type="sldNum" sz="quarter" idx="18"/>
          </p:nvPr>
        </p:nvSpPr>
        <p:spPr bwMode="auto"/>
        <p:txBody>
          <a:bodyPr/>
          <a:lstStyle/>
          <a:p>
            <a:pPr>
              <a:defRPr/>
            </a:pPr>
            <a:fld id="{A930EF64-91C9-4EBD-82F9-3643AB15A28C}" type="slidenum">
              <a:rPr lang="en-US"/>
              <a:t>‹#›</a:t>
            </a:fld>
            <a:endParaRPr lang="en-US"/>
          </a:p>
        </p:txBody>
      </p:sp>
      <p:sp>
        <p:nvSpPr>
          <p:cNvPr id="1040992824" name="Table Placeholder"/>
          <p:cNvSpPr>
            <a:spLocks noGrp="1"/>
          </p:cNvSpPr>
          <p:nvPr>
            <p:ph type="tbl" sz="quarter" idx="16" hasCustomPrompt="1"/>
          </p:nvPr>
        </p:nvSpPr>
        <p:spPr bwMode="auto">
          <a:xfrm>
            <a:off x="0" y="1108800"/>
            <a:ext cx="12200400" cy="5752800"/>
          </a:xfrm>
        </p:spPr>
        <p:txBody>
          <a:bodyPr/>
          <a:lstStyle>
            <a:lvl1pPr marL="0" indent="0">
              <a:buNone/>
              <a:defRPr/>
            </a:lvl1pPr>
          </a:lstStyle>
          <a:p>
            <a:pPr>
              <a:defRPr/>
            </a:pPr>
            <a:r>
              <a:rPr lang="en-US"/>
              <a:t>Click on symbol to add table</a:t>
            </a:r>
            <a:endParaRPr/>
          </a:p>
        </p:txBody>
      </p:sp>
      <p:sp>
        <p:nvSpPr>
          <p:cNvPr id="1604460206"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mpty">
    <p:spTree>
      <p:nvGrpSpPr>
        <p:cNvPr id="1" name=""/>
        <p:cNvGrpSpPr/>
        <p:nvPr/>
      </p:nvGrpSpPr>
      <p:grpSpPr bwMode="auto">
        <a:xfrm>
          <a:off x="0" y="0"/>
          <a:ext cx="0" cy="0"/>
          <a:chOff x="0" y="0"/>
          <a:chExt cx="0" cy="0"/>
        </a:xfrm>
      </p:grpSpPr>
      <p:sp>
        <p:nvSpPr>
          <p:cNvPr id="1205154539" name="Footer Placeholder"/>
          <p:cNvSpPr>
            <a:spLocks noGrp="1"/>
          </p:cNvSpPr>
          <p:nvPr>
            <p:ph type="ftr" sz="quarter" idx="10"/>
          </p:nvPr>
        </p:nvSpPr>
        <p:spPr bwMode="auto"/>
        <p:txBody>
          <a:bodyPr/>
          <a:lstStyle/>
          <a:p>
            <a:pPr>
              <a:defRPr/>
            </a:pPr>
            <a:r>
              <a:rPr lang="en-US"/>
              <a:t>Footer text</a:t>
            </a:r>
            <a:endParaRPr/>
          </a:p>
        </p:txBody>
      </p:sp>
      <p:sp>
        <p:nvSpPr>
          <p:cNvPr id="722910278" name="Slide Number Placeholder"/>
          <p:cNvSpPr>
            <a:spLocks noGrp="1"/>
          </p:cNvSpPr>
          <p:nvPr>
            <p:ph type="sldNum" sz="quarter" idx="11"/>
          </p:nvPr>
        </p:nvSpPr>
        <p:spPr bwMode="auto"/>
        <p:txBody>
          <a:bodyPr/>
          <a:lstStyle/>
          <a:p>
            <a:pPr>
              <a:defRPr/>
            </a:pPr>
            <a:fld id="{A930EF64-91C9-4EBD-82F9-3643AB15A28C}" type="slidenum">
              <a:rPr lang="en-US"/>
              <a:t>‹#›</a:t>
            </a:fld>
            <a:endParaRPr lang="en-US"/>
          </a:p>
        </p:txBody>
      </p:sp>
      <p:sp>
        <p:nvSpPr>
          <p:cNvPr id="462716945"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lvl1pPr>
          </a:lstStyle>
          <a:p>
            <a:pPr marL="0" lvl="0">
              <a:defRPr/>
            </a:pPr>
            <a:r>
              <a:rPr lang="en-US"/>
              <a:t>Click to add title</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userDrawn="1">
  <p:cSld name="Empty silver-blue ">
    <p:spTree>
      <p:nvGrpSpPr>
        <p:cNvPr id="1" name=""/>
        <p:cNvGrpSpPr/>
        <p:nvPr/>
      </p:nvGrpSpPr>
      <p:grpSpPr bwMode="auto">
        <a:xfrm>
          <a:off x="0" y="0"/>
          <a:ext cx="0" cy="0"/>
          <a:chOff x="0" y="0"/>
          <a:chExt cx="0" cy="0"/>
        </a:xfrm>
      </p:grpSpPr>
      <p:sp>
        <p:nvSpPr>
          <p:cNvPr id="11913358" name="Footer Placeholder"/>
          <p:cNvSpPr>
            <a:spLocks noGrp="1"/>
          </p:cNvSpPr>
          <p:nvPr>
            <p:ph type="ftr" sz="quarter" idx="10"/>
          </p:nvPr>
        </p:nvSpPr>
        <p:spPr bwMode="auto"/>
        <p:txBody>
          <a:bodyPr/>
          <a:lstStyle/>
          <a:p>
            <a:pPr>
              <a:defRPr/>
            </a:pPr>
            <a:r>
              <a:rPr lang="en-US"/>
              <a:t>Footer text</a:t>
            </a:r>
            <a:endParaRPr/>
          </a:p>
        </p:txBody>
      </p:sp>
      <p:sp>
        <p:nvSpPr>
          <p:cNvPr id="2108607218" name="Slide Number Placeholder"/>
          <p:cNvSpPr>
            <a:spLocks noGrp="1"/>
          </p:cNvSpPr>
          <p:nvPr>
            <p:ph type="sldNum" sz="quarter" idx="11"/>
          </p:nvPr>
        </p:nvSpPr>
        <p:spPr bwMode="auto"/>
        <p:txBody>
          <a:bodyPr/>
          <a:lstStyle/>
          <a:p>
            <a:pPr>
              <a:defRPr/>
            </a:pPr>
            <a:fld id="{A930EF64-91C9-4EBD-82F9-3643AB15A28C}" type="slidenum">
              <a:rPr lang="en-US"/>
              <a:t>‹#›</a:t>
            </a:fld>
            <a:endParaRPr lang="en-US"/>
          </a:p>
        </p:txBody>
      </p:sp>
      <p:pic>
        <p:nvPicPr>
          <p:cNvPr id="1026362091" name="Picture 2"/>
          <p:cNvPicPr>
            <a:picLocks noChangeAspect="1"/>
          </p:cNvPicPr>
          <p:nvPr userDrawn="1"/>
        </p:nvPicPr>
        <p:blipFill rotWithShape="1">
          <a:blip r:embed="rId2"/>
          <a:stretch/>
        </p:blipFill>
        <p:spPr bwMode="auto">
          <a:xfrm>
            <a:off x="0" y="1089024"/>
            <a:ext cx="12192000" cy="5768975"/>
          </a:xfrm>
          <a:prstGeom prst="rect">
            <a:avLst/>
          </a:prstGeom>
          <a:ln w="6350">
            <a:solidFill>
              <a:schemeClr val="bg1">
                <a:lumMod val="95000"/>
              </a:schemeClr>
            </a:solidFill>
          </a:ln>
        </p:spPr>
      </p:pic>
      <p:sp>
        <p:nvSpPr>
          <p:cNvPr id="1706231276" name="Title"/>
          <p:cNvSpPr>
            <a:spLocks noGrp="1"/>
          </p:cNvSpPr>
          <p:nvPr>
            <p:ph type="title" hasCustomPrompt="1"/>
          </p:nvPr>
        </p:nvSpPr>
        <p:spPr bwMode="auto">
          <a:xfrm>
            <a:off x="-1" y="450787"/>
            <a:ext cx="10137600" cy="629367"/>
          </a:xfrm>
          <a:prstGeom prst="rect">
            <a:avLst/>
          </a:prstGeom>
        </p:spPr>
        <p:txBody>
          <a:bodyPr vert="horz" wrap="square" lIns="450000" tIns="144000" rIns="90000" bIns="144000" rtlCol="0" anchor="b" anchorCtr="0">
            <a:spAutoFit/>
          </a:bodyPr>
          <a:lstStyle>
            <a:lvl1pPr>
              <a:defRPr lang="en-US">
                <a:solidFill>
                  <a:schemeClr val="bg1"/>
                </a:solidFill>
              </a:defRPr>
            </a:lvl1pPr>
          </a:lstStyle>
          <a:p>
            <a:pPr marL="0" lvl="0">
              <a:defRPr/>
            </a:pPr>
            <a:r>
              <a:rPr lang="en-US"/>
              <a:t>Click to add title</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act – EN">
    <p:spTree>
      <p:nvGrpSpPr>
        <p:cNvPr id="1" name=""/>
        <p:cNvGrpSpPr/>
        <p:nvPr/>
      </p:nvGrpSpPr>
      <p:grpSpPr bwMode="auto">
        <a:xfrm>
          <a:off x="0" y="0"/>
          <a:ext cx="0" cy="0"/>
          <a:chOff x="0" y="0"/>
          <a:chExt cx="0" cy="0"/>
        </a:xfrm>
      </p:grpSpPr>
      <p:sp>
        <p:nvSpPr>
          <p:cNvPr id="995908208" name="Footer Placeholder"/>
          <p:cNvSpPr>
            <a:spLocks noGrp="1"/>
          </p:cNvSpPr>
          <p:nvPr>
            <p:ph type="ftr" sz="quarter" idx="12"/>
          </p:nvPr>
        </p:nvSpPr>
        <p:spPr bwMode="auto"/>
        <p:txBody>
          <a:bodyPr/>
          <a:lstStyle/>
          <a:p>
            <a:pPr>
              <a:defRPr/>
            </a:pPr>
            <a:r>
              <a:rPr lang="en-US"/>
              <a:t>Footer text</a:t>
            </a:r>
            <a:endParaRPr/>
          </a:p>
        </p:txBody>
      </p:sp>
      <p:sp>
        <p:nvSpPr>
          <p:cNvPr id="2053818538" name="Slide Number Placeholder"/>
          <p:cNvSpPr>
            <a:spLocks noGrp="1"/>
          </p:cNvSpPr>
          <p:nvPr>
            <p:ph type="sldNum" sz="quarter" idx="13"/>
          </p:nvPr>
        </p:nvSpPr>
        <p:spPr bwMode="auto"/>
        <p:txBody>
          <a:bodyPr/>
          <a:lstStyle/>
          <a:p>
            <a:pPr>
              <a:defRPr/>
            </a:pPr>
            <a:fld id="{A930EF64-91C9-4EBD-82F9-3643AB15A28C}" type="slidenum">
              <a:rPr lang="en-US"/>
              <a:t>‹#›</a:t>
            </a:fld>
            <a:endParaRPr lang="en-US"/>
          </a:p>
        </p:txBody>
      </p:sp>
      <p:sp>
        <p:nvSpPr>
          <p:cNvPr id="995225246" name="Legal Notes"/>
          <p:cNvSpPr txBox="1">
            <a:spLocks noChangeArrowheads="1"/>
          </p:cNvSpPr>
          <p:nvPr userDrawn="1"/>
        </p:nvSpPr>
        <p:spPr bwMode="auto">
          <a:xfrm>
            <a:off x="0" y="4186655"/>
            <a:ext cx="10153650" cy="2123658"/>
          </a:xfrm>
          <a:prstGeom prst="rect">
            <a:avLst/>
          </a:prstGeom>
          <a:noFill/>
          <a:ln>
            <a:noFill/>
          </a:ln>
          <a:effectLst/>
        </p:spPr>
        <p:txBody>
          <a:bodyPr wrap="square" lIns="450000" anchor="b">
            <a:spAutoFit/>
          </a:bodyPr>
          <a:lstStyle>
            <a:defPPr>
              <a:defRPr lang="en-US"/>
            </a:defPPr>
            <a:lvl1pPr marL="3175" indent="-3175">
              <a:defRPr sz="1200">
                <a:latin typeface="Arial"/>
              </a:defRPr>
            </a:lvl1pPr>
            <a:lvl2pPr marL="742950" indent="-285750">
              <a:defRPr>
                <a:latin typeface="Arial"/>
              </a:defRPr>
            </a:lvl2pPr>
            <a:lvl3pPr marL="1143000" indent="-228600">
              <a:defRPr>
                <a:latin typeface="Arial"/>
              </a:defRPr>
            </a:lvl3pPr>
            <a:lvl4pPr marL="1600200" indent="-228600">
              <a:defRPr>
                <a:latin typeface="Arial"/>
              </a:defRPr>
            </a:lvl4pPr>
            <a:lvl5pPr marL="2057400" indent="-228600">
              <a:defRPr>
                <a:latin typeface="Arial"/>
              </a:defRPr>
            </a:lvl5pPr>
            <a:lvl6pPr marL="2514600" indent="-228600">
              <a:spcBef>
                <a:spcPts val="0"/>
              </a:spcBef>
              <a:spcAft>
                <a:spcPts val="0"/>
              </a:spcAft>
              <a:defRPr>
                <a:latin typeface="Arial"/>
              </a:defRPr>
            </a:lvl6pPr>
            <a:lvl7pPr marL="2971800" indent="-228600">
              <a:spcBef>
                <a:spcPts val="0"/>
              </a:spcBef>
              <a:spcAft>
                <a:spcPts val="0"/>
              </a:spcAft>
              <a:defRPr>
                <a:latin typeface="Arial"/>
              </a:defRPr>
            </a:lvl7pPr>
            <a:lvl8pPr marL="3429000" indent="-228600">
              <a:spcBef>
                <a:spcPts val="0"/>
              </a:spcBef>
              <a:spcAft>
                <a:spcPts val="0"/>
              </a:spcAft>
              <a:defRPr>
                <a:latin typeface="Arial"/>
              </a:defRPr>
            </a:lvl8pPr>
            <a:lvl9pPr marL="3886200" indent="-228600">
              <a:spcBef>
                <a:spcPts val="0"/>
              </a:spcBef>
              <a:spcAft>
                <a:spcPts val="0"/>
              </a:spcAft>
              <a:defRPr>
                <a:latin typeface="Arial"/>
              </a:defRPr>
            </a:lvl9pPr>
          </a:lstStyle>
          <a:p>
            <a:pPr lvl="0">
              <a:defRPr/>
            </a:pPr>
            <a:r>
              <a:rPr lang="en-US"/>
              <a:t>© Beckhoff Automation GmbH &amp; Co. KG</a:t>
            </a:r>
            <a:endParaRPr/>
          </a:p>
          <a:p>
            <a:pPr lvl="0">
              <a:defRPr/>
            </a:pPr>
            <a:endParaRPr lang="en-US"/>
          </a:p>
          <a:p>
            <a:pPr lvl="0">
              <a:defRPr/>
            </a:pPr>
            <a:r>
              <a:rPr lang="en-US"/>
              <a:t>All images are protected by copyright. The use and transfer to third parties is not permitted.</a:t>
            </a:r>
            <a:endParaRPr/>
          </a:p>
          <a:p>
            <a:pPr lvl="0">
              <a:defRPr/>
            </a:pPr>
            <a:endParaRPr lang="en-US"/>
          </a:p>
          <a:p>
            <a:pPr lvl="0">
              <a:defRPr/>
            </a:pPr>
            <a:r>
              <a:rPr lang="en-US"/>
              <a:t>Beckhoff</a:t>
            </a:r>
            <a:r>
              <a:rPr lang="en-US" baseline="30000"/>
              <a:t>®</a:t>
            </a:r>
            <a:r>
              <a:rPr lang="en-US"/>
              <a:t>, </a:t>
            </a:r>
            <a:r>
              <a:rPr lang="en-US"/>
              <a:t>TwinCAT</a:t>
            </a:r>
            <a:r>
              <a:rPr lang="en-US" baseline="30000"/>
              <a:t>®</a:t>
            </a:r>
            <a:r>
              <a:rPr lang="en-US"/>
              <a:t>, </a:t>
            </a:r>
            <a:r>
              <a:rPr lang="en-US"/>
              <a:t>TwinCAT</a:t>
            </a:r>
            <a:r>
              <a:rPr lang="en-US"/>
              <a:t>/BSD</a:t>
            </a:r>
            <a:r>
              <a:rPr lang="en-US" baseline="30000"/>
              <a:t>®</a:t>
            </a:r>
            <a:r>
              <a:rPr lang="en-US"/>
              <a:t>, TC/BSD</a:t>
            </a:r>
            <a:r>
              <a:rPr lang="en-US" baseline="30000"/>
              <a:t>®</a:t>
            </a:r>
            <a:r>
              <a:rPr lang="en-US"/>
              <a:t>, </a:t>
            </a:r>
            <a:r>
              <a:rPr lang="en-US"/>
              <a:t>EtherCAT</a:t>
            </a:r>
            <a:r>
              <a:rPr lang="en-US" baseline="30000"/>
              <a:t>®</a:t>
            </a:r>
            <a:r>
              <a:rPr lang="en-US"/>
              <a:t>, </a:t>
            </a:r>
            <a:r>
              <a:rPr lang="en-US"/>
              <a:t>EtherCAT</a:t>
            </a:r>
            <a:r>
              <a:rPr lang="en-US"/>
              <a:t> G</a:t>
            </a:r>
            <a:r>
              <a:rPr lang="en-US" baseline="30000"/>
              <a:t>®</a:t>
            </a:r>
            <a:r>
              <a:rPr lang="en-US"/>
              <a:t>, </a:t>
            </a:r>
            <a:r>
              <a:rPr lang="en-US"/>
              <a:t>EtherCAT</a:t>
            </a:r>
            <a:r>
              <a:rPr lang="en-US"/>
              <a:t> G10</a:t>
            </a:r>
            <a:r>
              <a:rPr lang="en-US" baseline="30000"/>
              <a:t>®</a:t>
            </a:r>
            <a:r>
              <a:rPr lang="en-US"/>
              <a:t>, </a:t>
            </a:r>
            <a:r>
              <a:rPr lang="en-US"/>
              <a:t>EtherCAT</a:t>
            </a:r>
            <a:r>
              <a:rPr lang="en-US"/>
              <a:t> P</a:t>
            </a:r>
            <a:r>
              <a:rPr lang="en-US" baseline="30000"/>
              <a:t>®</a:t>
            </a:r>
            <a:r>
              <a:rPr lang="en-US"/>
              <a:t>, Safety over </a:t>
            </a:r>
            <a:r>
              <a:rPr lang="en-US"/>
              <a:t>EtherCAT</a:t>
            </a:r>
            <a:r>
              <a:rPr lang="en-US" baseline="30000"/>
              <a:t>®</a:t>
            </a:r>
            <a:r>
              <a:rPr lang="en-US"/>
              <a:t>, </a:t>
            </a:r>
            <a:r>
              <a:rPr lang="en-US"/>
              <a:t>TwinSAFE</a:t>
            </a:r>
            <a:r>
              <a:rPr lang="en-US" baseline="30000"/>
              <a:t>®</a:t>
            </a:r>
            <a:r>
              <a:rPr lang="en-US"/>
              <a:t>, XFC</a:t>
            </a:r>
            <a:r>
              <a:rPr lang="en-US" baseline="30000"/>
              <a:t>®</a:t>
            </a:r>
            <a:r>
              <a:rPr lang="en-US"/>
              <a:t>, XTS</a:t>
            </a:r>
            <a:r>
              <a:rPr lang="en-US" baseline="30000"/>
              <a:t>®</a:t>
            </a:r>
            <a:r>
              <a:rPr lang="en-US"/>
              <a:t> and </a:t>
            </a:r>
            <a:r>
              <a:rPr lang="en-US"/>
              <a:t>XPlanar</a:t>
            </a:r>
            <a:r>
              <a:rPr lang="en-US" baseline="30000"/>
              <a:t>®</a:t>
            </a:r>
            <a:r>
              <a:rPr lang="en-US"/>
              <a:t> are registered trademarks of and licensed by Beckhoff Automation GmbH. Other designations used in this publication may be trademarks whose use by third parties for their own purposes could violate the rights of the owners.</a:t>
            </a:r>
            <a:endParaRPr/>
          </a:p>
          <a:p>
            <a:pPr lvl="0">
              <a:defRPr/>
            </a:pPr>
            <a:endParaRPr lang="en-US"/>
          </a:p>
          <a:p>
            <a:pPr lvl="0">
              <a:defRPr/>
            </a:pPr>
            <a:r>
              <a:rPr lang="en-US"/>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endParaRPr/>
          </a:p>
        </p:txBody>
      </p:sp>
      <p:sp>
        <p:nvSpPr>
          <p:cNvPr id="422551170" name="Date Placeholder"/>
          <p:cNvSpPr>
            <a:spLocks noGrp="1"/>
          </p:cNvSpPr>
          <p:nvPr>
            <p:ph type="body" sz="quarter" idx="11" hasCustomPrompt="1"/>
          </p:nvPr>
        </p:nvSpPr>
        <p:spPr bwMode="auto">
          <a:xfrm>
            <a:off x="3255495" y="4206349"/>
            <a:ext cx="2196000" cy="277200"/>
          </a:xfrm>
        </p:spPr>
        <p:txBody>
          <a:bodyPr lIns="0" tIns="46800"/>
          <a:lstStyle>
            <a:lvl1pPr marL="0" indent="0" algn="l">
              <a:buNone/>
              <a:defRPr lang="en-US" sz="1200">
                <a:solidFill>
                  <a:schemeClr val="tx1"/>
                </a:solidFill>
                <a:latin typeface="Arial"/>
                <a:ea typeface="+mn-ea"/>
                <a:cs typeface="+mn-cs"/>
              </a:defRPr>
            </a:lvl1pPr>
            <a:lvl2pPr marL="360362" indent="0" algn="l">
              <a:buNone/>
              <a:defRPr lang="en-US" sz="1200">
                <a:solidFill>
                  <a:schemeClr val="tx1"/>
                </a:solidFill>
                <a:latin typeface="Arial"/>
                <a:ea typeface="+mn-ea"/>
                <a:cs typeface="+mn-cs"/>
              </a:defRPr>
            </a:lvl2pPr>
            <a:lvl3pPr marL="715962" indent="0" algn="l">
              <a:buNone/>
              <a:defRPr lang="en-US" sz="1200">
                <a:solidFill>
                  <a:schemeClr val="tx1"/>
                </a:solidFill>
                <a:latin typeface="Arial"/>
                <a:ea typeface="+mn-ea"/>
                <a:cs typeface="+mn-cs"/>
              </a:defRPr>
            </a:lvl3pPr>
            <a:lvl4pPr marL="1076325" indent="0" algn="l">
              <a:buNone/>
              <a:defRPr lang="en-US" sz="1200">
                <a:solidFill>
                  <a:schemeClr val="tx1"/>
                </a:solidFill>
                <a:latin typeface="Arial"/>
                <a:ea typeface="+mn-ea"/>
                <a:cs typeface="+mn-cs"/>
              </a:defRPr>
            </a:lvl4pPr>
            <a:lvl5pPr marL="1433513" indent="0" algn="l">
              <a:buNone/>
              <a:defRPr lang="en-US" sz="1200">
                <a:solidFill>
                  <a:schemeClr val="tx1"/>
                </a:solidFill>
                <a:latin typeface="Arial"/>
                <a:ea typeface="+mn-ea"/>
                <a:cs typeface="+mn-cs"/>
              </a:defRPr>
            </a:lvl5pPr>
          </a:lstStyle>
          <a:p>
            <a:pPr lvl="0">
              <a:defRPr/>
            </a:pPr>
            <a:r>
              <a:rPr lang="en-US"/>
              <a:t>MM/YYYY</a:t>
            </a:r>
            <a:endParaRPr/>
          </a:p>
        </p:txBody>
      </p:sp>
      <p:sp>
        <p:nvSpPr>
          <p:cNvPr id="1405910108" name="Phone, Mail, Web"/>
          <p:cNvSpPr>
            <a:spLocks noChangeArrowheads="1"/>
          </p:cNvSpPr>
          <p:nvPr userDrawn="1"/>
        </p:nvSpPr>
        <p:spPr bwMode="auto">
          <a:xfrm>
            <a:off x="6096001" y="1090800"/>
            <a:ext cx="4057649" cy="1862048"/>
          </a:xfrm>
          <a:prstGeom prst="rect">
            <a:avLst/>
          </a:prstGeom>
          <a:noFill/>
          <a:ln>
            <a:noFill/>
          </a:ln>
          <a:effectLst/>
        </p:spPr>
        <p:txBody>
          <a:bodyPr tIns="432000"/>
          <a:lstStyle>
            <a:lvl1pPr>
              <a:tabLst>
                <a:tab pos="896938" algn="l"/>
              </a:tabLst>
              <a:defRPr>
                <a:solidFill>
                  <a:schemeClr val="tx1"/>
                </a:solidFill>
                <a:latin typeface="Arial"/>
              </a:defRPr>
            </a:lvl1pPr>
            <a:lvl2pPr marL="742950" indent="-285750">
              <a:tabLst>
                <a:tab pos="896938" algn="l"/>
              </a:tabLst>
              <a:defRPr>
                <a:solidFill>
                  <a:schemeClr val="tx1"/>
                </a:solidFill>
                <a:latin typeface="Arial"/>
              </a:defRPr>
            </a:lvl2pPr>
            <a:lvl3pPr marL="1143000" indent="-228600">
              <a:tabLst>
                <a:tab pos="896938" algn="l"/>
              </a:tabLst>
              <a:defRPr>
                <a:solidFill>
                  <a:schemeClr val="tx1"/>
                </a:solidFill>
                <a:latin typeface="Arial"/>
              </a:defRPr>
            </a:lvl3pPr>
            <a:lvl4pPr marL="1600200" indent="-228600">
              <a:tabLst>
                <a:tab pos="896938" algn="l"/>
              </a:tabLst>
              <a:defRPr>
                <a:solidFill>
                  <a:schemeClr val="tx1"/>
                </a:solidFill>
                <a:latin typeface="Arial"/>
              </a:defRPr>
            </a:lvl4pPr>
            <a:lvl5pPr marL="2057400" indent="-228600">
              <a:tabLst>
                <a:tab pos="896938" algn="l"/>
              </a:tabLst>
              <a:defRPr>
                <a:solidFill>
                  <a:schemeClr val="tx1"/>
                </a:solidFill>
                <a:latin typeface="Arial"/>
              </a:defRPr>
            </a:lvl5pPr>
            <a:lvl6pPr marL="2514600" indent="-228600">
              <a:spcBef>
                <a:spcPts val="0"/>
              </a:spcBef>
              <a:spcAft>
                <a:spcPts val="0"/>
              </a:spcAft>
              <a:tabLst>
                <a:tab pos="896938" algn="l"/>
              </a:tabLst>
              <a:defRPr>
                <a:solidFill>
                  <a:schemeClr val="tx1"/>
                </a:solidFill>
                <a:latin typeface="Arial"/>
              </a:defRPr>
            </a:lvl6pPr>
            <a:lvl7pPr marL="2971800" indent="-228600">
              <a:spcBef>
                <a:spcPts val="0"/>
              </a:spcBef>
              <a:spcAft>
                <a:spcPts val="0"/>
              </a:spcAft>
              <a:tabLst>
                <a:tab pos="896938" algn="l"/>
              </a:tabLst>
              <a:defRPr>
                <a:solidFill>
                  <a:schemeClr val="tx1"/>
                </a:solidFill>
                <a:latin typeface="Arial"/>
              </a:defRPr>
            </a:lvl7pPr>
            <a:lvl8pPr marL="3429000" indent="-228600">
              <a:spcBef>
                <a:spcPts val="0"/>
              </a:spcBef>
              <a:spcAft>
                <a:spcPts val="0"/>
              </a:spcAft>
              <a:tabLst>
                <a:tab pos="896938" algn="l"/>
              </a:tabLst>
              <a:defRPr>
                <a:solidFill>
                  <a:schemeClr val="tx1"/>
                </a:solidFill>
                <a:latin typeface="Arial"/>
              </a:defRPr>
            </a:lvl8pPr>
            <a:lvl9pPr marL="3886200" indent="-228600">
              <a:spcBef>
                <a:spcPts val="0"/>
              </a:spcBef>
              <a:spcAft>
                <a:spcPts val="0"/>
              </a:spcAft>
              <a:tabLst>
                <a:tab pos="896938" algn="l"/>
              </a:tabLst>
              <a:defRPr>
                <a:solidFill>
                  <a:schemeClr val="tx1"/>
                </a:solidFill>
                <a:latin typeface="Arial"/>
              </a:defRPr>
            </a:lvl9pPr>
          </a:lstStyle>
          <a:p>
            <a:pPr>
              <a:buFont typeface="Wingdings"/>
              <a:buNone/>
              <a:defRPr/>
            </a:pPr>
            <a:r>
              <a:rPr lang="en-US" sz="1600"/>
              <a:t>Phone:	+49 5246 963-0  </a:t>
            </a:r>
            <a:endParaRPr/>
          </a:p>
          <a:p>
            <a:pPr>
              <a:buFont typeface="Wingdings"/>
              <a:buNone/>
              <a:defRPr/>
            </a:pPr>
            <a:r>
              <a:rPr lang="en-US" sz="1600"/>
              <a:t>E-mail:	info@beckhoff.com </a:t>
            </a:r>
            <a:endParaRPr/>
          </a:p>
          <a:p>
            <a:pPr>
              <a:buFont typeface="Wingdings"/>
              <a:buNone/>
              <a:defRPr/>
            </a:pPr>
            <a:r>
              <a:rPr lang="en-US" sz="1600"/>
              <a:t>Web:	www.beckhoff.com </a:t>
            </a:r>
            <a:r>
              <a:rPr lang="en-US" sz="1600" b="1"/>
              <a:t> </a:t>
            </a:r>
            <a:endParaRPr/>
          </a:p>
        </p:txBody>
      </p:sp>
      <p:sp>
        <p:nvSpPr>
          <p:cNvPr id="2039323366" name="Address"/>
          <p:cNvSpPr txBox="1"/>
          <p:nvPr userDrawn="1"/>
        </p:nvSpPr>
        <p:spPr bwMode="auto">
          <a:xfrm>
            <a:off x="4" y="1090800"/>
            <a:ext cx="6095998" cy="1862048"/>
          </a:xfrm>
          <a:prstGeom prst="rect">
            <a:avLst/>
          </a:prstGeom>
        </p:spPr>
        <p:txBody>
          <a:bodyPr vert="horz" lIns="450000" tIns="190800" rIns="91440" bIns="45720" rtlCol="0">
            <a:noAutofit/>
          </a:bodyPr>
          <a:lstStyle>
            <a:lvl1pPr marR="0" lvl="0" indent="0">
              <a:lnSpc>
                <a:spcPct val="100000"/>
              </a:lnSpc>
              <a:spcBef>
                <a:spcPts val="0"/>
              </a:spcBef>
              <a:spcAft>
                <a:spcPts val="0"/>
              </a:spcAft>
              <a:buClrTx/>
              <a:buSzTx/>
              <a:buFont typeface="Wingdings"/>
              <a:buNone/>
              <a:defRPr sz="1600" b="1">
                <a:solidFill>
                  <a:srgbClr val="000000"/>
                </a:solidFill>
                <a:latin typeface="Arial"/>
              </a:defRPr>
            </a:lvl1pPr>
            <a:lvl2pPr marL="628650" marR="0" indent="-268288">
              <a:lnSpc>
                <a:spcPct val="100000"/>
              </a:lnSpc>
              <a:spcBef>
                <a:spcPts val="600"/>
              </a:spcBef>
              <a:spcAft>
                <a:spcPts val="0"/>
              </a:spcAft>
              <a:buClrTx/>
              <a:buSzTx/>
              <a:buFont typeface="Symbol"/>
              <a:buChar char="-"/>
              <a:defRPr sz="2200">
                <a:latin typeface="Arial"/>
                <a:cs typeface="Arial"/>
              </a:defRPr>
            </a:lvl2pPr>
            <a:lvl3pPr marL="984250" marR="0" indent="-268288">
              <a:lnSpc>
                <a:spcPct val="100000"/>
              </a:lnSpc>
              <a:spcBef>
                <a:spcPts val="600"/>
              </a:spcBef>
              <a:spcAft>
                <a:spcPts val="0"/>
              </a:spcAft>
              <a:buClrTx/>
              <a:buSzTx/>
              <a:buFont typeface="Symbol"/>
              <a:buChar char="-"/>
              <a:defRPr sz="2200">
                <a:latin typeface="Arial"/>
                <a:cs typeface="Arial"/>
              </a:defRPr>
            </a:lvl3pPr>
            <a:lvl4pPr marL="1343025" marR="0" indent="-266700">
              <a:lnSpc>
                <a:spcPct val="100000"/>
              </a:lnSpc>
              <a:spcBef>
                <a:spcPts val="600"/>
              </a:spcBef>
              <a:spcAft>
                <a:spcPts val="0"/>
              </a:spcAft>
              <a:buClrTx/>
              <a:buSzTx/>
              <a:buFont typeface="Symbol"/>
              <a:buChar char="-"/>
              <a:defRPr sz="2200">
                <a:latin typeface="Arial"/>
                <a:cs typeface="Arial"/>
              </a:defRPr>
            </a:lvl4pPr>
            <a:lvl5pPr marL="1700212" marR="0" indent="-266700">
              <a:lnSpc>
                <a:spcPct val="100000"/>
              </a:lnSpc>
              <a:spcBef>
                <a:spcPts val="600"/>
              </a:spcBef>
              <a:spcAft>
                <a:spcPts val="0"/>
              </a:spcAft>
              <a:buClrTx/>
              <a:buSzTx/>
              <a:buFont typeface="Symbol"/>
              <a:buChar char="-"/>
              <a:defRPr sz="2200">
                <a:latin typeface="Arial"/>
                <a:cs typeface="Arial"/>
              </a:defRPr>
            </a:lvl5pPr>
            <a:lvl6pPr marL="2514600" indent="-228600">
              <a:spcBef>
                <a:spcPts val="0"/>
              </a:spcBef>
              <a:buFont typeface="Arial"/>
              <a:buChar char="•"/>
              <a:defRPr sz="2000"/>
            </a:lvl6pPr>
            <a:lvl7pPr marL="2971800" indent="-228600">
              <a:spcBef>
                <a:spcPts val="0"/>
              </a:spcBef>
              <a:buFont typeface="Arial"/>
              <a:buChar char="•"/>
              <a:defRPr sz="2000"/>
            </a:lvl7pPr>
            <a:lvl8pPr marL="3429000" indent="-228600">
              <a:spcBef>
                <a:spcPts val="0"/>
              </a:spcBef>
              <a:buFont typeface="Arial"/>
              <a:buChar char="•"/>
              <a:defRPr sz="2000"/>
            </a:lvl8pPr>
            <a:lvl9pPr marL="3886200" indent="-228600">
              <a:spcBef>
                <a:spcPts val="0"/>
              </a:spcBef>
              <a:buFont typeface="Arial"/>
              <a:buChar char="•"/>
              <a:defRPr sz="2000"/>
            </a:lvl9pPr>
          </a:lstStyle>
          <a:p>
            <a:pPr lvl="0">
              <a:defRPr/>
            </a:pPr>
            <a:r>
              <a:rPr lang="en-US" sz="1600"/>
              <a:t>Beckhoff Automation GmbH &amp; Co. KG </a:t>
            </a:r>
            <a:br>
              <a:rPr lang="en-US" sz="1600"/>
            </a:br>
            <a:r>
              <a:rPr lang="en-US" sz="1600" b="0"/>
              <a:t>Headquarters </a:t>
            </a:r>
            <a:br>
              <a:rPr lang="en-US" sz="1600" b="0"/>
            </a:br>
            <a:r>
              <a:rPr lang="en-US" sz="1600" b="0"/>
              <a:t>Huelshorstweg 20 </a:t>
            </a:r>
            <a:br>
              <a:rPr lang="en-US" sz="1600" b="0"/>
            </a:br>
            <a:r>
              <a:rPr lang="en-US" sz="1600" b="0"/>
              <a:t>33415 Verl </a:t>
            </a:r>
            <a:br>
              <a:rPr lang="en-US" sz="1600" b="0"/>
            </a:br>
            <a:r>
              <a:rPr lang="en-US" sz="1600" b="0"/>
              <a:t>Germany </a:t>
            </a:r>
            <a:endParaRPr/>
          </a:p>
        </p:txBody>
      </p:sp>
      <p:sp>
        <p:nvSpPr>
          <p:cNvPr id="1756254469"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defPPr>
              <a:defRPr lang="en-US"/>
            </a:defPPr>
            <a:lvl1pPr lvl="0">
              <a:spcBef>
                <a:spcPts val="0"/>
              </a:spcBef>
              <a:buNone/>
              <a:defRPr sz="2200" b="1">
                <a:solidFill>
                  <a:schemeClr val="bg1"/>
                </a:solidFill>
                <a:latin typeface="Arial"/>
                <a:ea typeface="+mj-ea"/>
                <a:cs typeface="Arial"/>
              </a:defRPr>
            </a:lvl1pPr>
          </a:lstStyle>
          <a:p>
            <a:pPr lvl="0">
              <a:defRPr/>
            </a:pPr>
            <a:r>
              <a:rPr lang="en-US"/>
              <a:t>Contact</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act – DE">
    <p:spTree>
      <p:nvGrpSpPr>
        <p:cNvPr id="1" name=""/>
        <p:cNvGrpSpPr/>
        <p:nvPr/>
      </p:nvGrpSpPr>
      <p:grpSpPr bwMode="auto">
        <a:xfrm>
          <a:off x="0" y="0"/>
          <a:ext cx="0" cy="0"/>
          <a:chOff x="0" y="0"/>
          <a:chExt cx="0" cy="0"/>
        </a:xfrm>
      </p:grpSpPr>
      <p:sp>
        <p:nvSpPr>
          <p:cNvPr id="23211374" name="Footer Placeholder"/>
          <p:cNvSpPr>
            <a:spLocks noGrp="1"/>
          </p:cNvSpPr>
          <p:nvPr>
            <p:ph type="ftr" sz="quarter" idx="12"/>
          </p:nvPr>
        </p:nvSpPr>
        <p:spPr bwMode="auto"/>
        <p:txBody>
          <a:bodyPr/>
          <a:lstStyle/>
          <a:p>
            <a:pPr>
              <a:defRPr/>
            </a:pPr>
            <a:r>
              <a:rPr lang="en-US"/>
              <a:t>Footer text</a:t>
            </a:r>
            <a:endParaRPr/>
          </a:p>
        </p:txBody>
      </p:sp>
      <p:sp>
        <p:nvSpPr>
          <p:cNvPr id="469823899" name="Slide Number Placeholder"/>
          <p:cNvSpPr>
            <a:spLocks noGrp="1"/>
          </p:cNvSpPr>
          <p:nvPr>
            <p:ph type="sldNum" sz="quarter" idx="13"/>
          </p:nvPr>
        </p:nvSpPr>
        <p:spPr bwMode="auto"/>
        <p:txBody>
          <a:bodyPr/>
          <a:lstStyle/>
          <a:p>
            <a:pPr>
              <a:defRPr/>
            </a:pPr>
            <a:fld id="{A930EF64-91C9-4EBD-82F9-3643AB15A28C}" type="slidenum">
              <a:rPr lang="en-US"/>
              <a:t>‹#›</a:t>
            </a:fld>
            <a:endParaRPr lang="en-US"/>
          </a:p>
        </p:txBody>
      </p:sp>
      <p:sp>
        <p:nvSpPr>
          <p:cNvPr id="1166269081" name="Legal Notes"/>
          <p:cNvSpPr txBox="1">
            <a:spLocks noChangeArrowheads="1"/>
          </p:cNvSpPr>
          <p:nvPr userDrawn="1"/>
        </p:nvSpPr>
        <p:spPr bwMode="auto">
          <a:xfrm>
            <a:off x="0" y="4001989"/>
            <a:ext cx="10153650" cy="2308324"/>
          </a:xfrm>
          <a:prstGeom prst="rect">
            <a:avLst/>
          </a:prstGeom>
          <a:noFill/>
          <a:ln>
            <a:noFill/>
          </a:ln>
          <a:effectLst/>
        </p:spPr>
        <p:txBody>
          <a:bodyPr wrap="square" lIns="450000" anchor="b">
            <a:spAutoFit/>
          </a:bodyPr>
          <a:lstStyle>
            <a:lvl1pPr marL="3175" indent="-3175">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defRPr/>
            </a:pPr>
            <a:r>
              <a:rPr lang="de-DE" sz="1200">
                <a:latin typeface="+mj-lt"/>
              </a:rPr>
              <a:t>© Beckhoff Automation GmbH &amp; Co. KG</a:t>
            </a:r>
            <a:endParaRPr/>
          </a:p>
          <a:p>
            <a:pPr>
              <a:defRPr/>
            </a:pPr>
            <a:endParaRPr lang="de-DE" sz="1200">
              <a:latin typeface="+mj-lt"/>
            </a:endParaRPr>
          </a:p>
          <a:p>
            <a:pPr>
              <a:buFont typeface="Wingdings"/>
              <a:buNone/>
              <a:defRPr/>
            </a:pPr>
            <a:r>
              <a:rPr lang="de-DE" sz="1200">
                <a:latin typeface="+mj-lt"/>
              </a:rPr>
              <a:t>Alle Bilder sind urheberrechtlich geschützt. Die Weitergabe und Nutzung durch Dritte ist nicht gestattet.</a:t>
            </a:r>
            <a:endParaRPr/>
          </a:p>
          <a:p>
            <a:pPr>
              <a:buFont typeface="Wingdings"/>
              <a:buNone/>
              <a:defRPr/>
            </a:pPr>
            <a:endParaRPr lang="de-DE" sz="1200">
              <a:latin typeface="+mj-lt"/>
            </a:endParaRPr>
          </a:p>
          <a:p>
            <a:pPr>
              <a:buFont typeface="Wingdings"/>
              <a:buNone/>
              <a:defRPr/>
            </a:pPr>
            <a:r>
              <a:rPr lang="de-DE" sz="1200" b="0" i="0">
                <a:solidFill>
                  <a:srgbClr val="111111"/>
                </a:solidFill>
                <a:latin typeface="+mj-lt"/>
              </a:rPr>
              <a:t>Beckhoff</a:t>
            </a:r>
            <a:r>
              <a:rPr lang="de-DE" sz="1200" b="0" i="0" baseline="30000">
                <a:solidFill>
                  <a:srgbClr val="111111"/>
                </a:solidFill>
                <a:latin typeface="+mj-lt"/>
              </a:rPr>
              <a:t>®</a:t>
            </a:r>
            <a:r>
              <a:rPr lang="de-DE" sz="1200" b="0" i="0">
                <a:solidFill>
                  <a:srgbClr val="111111"/>
                </a:solidFill>
                <a:latin typeface="+mj-lt"/>
              </a:rPr>
              <a:t>, TwinCAT</a:t>
            </a:r>
            <a:r>
              <a:rPr lang="de-DE" sz="1200" b="0" i="0" baseline="30000">
                <a:solidFill>
                  <a:srgbClr val="111111"/>
                </a:solidFill>
                <a:latin typeface="+mj-lt"/>
              </a:rPr>
              <a:t>®</a:t>
            </a:r>
            <a:r>
              <a:rPr lang="de-DE" sz="1200" b="0" i="0">
                <a:solidFill>
                  <a:srgbClr val="111111"/>
                </a:solidFill>
                <a:latin typeface="+mj-lt"/>
              </a:rPr>
              <a:t>, TwinCAT/BSD</a:t>
            </a:r>
            <a:r>
              <a:rPr lang="de-DE" sz="1200" b="0" i="0" baseline="30000">
                <a:solidFill>
                  <a:srgbClr val="111111"/>
                </a:solidFill>
                <a:latin typeface="+mj-lt"/>
              </a:rPr>
              <a:t>®</a:t>
            </a:r>
            <a:r>
              <a:rPr lang="de-DE" sz="1200" b="0" i="0">
                <a:solidFill>
                  <a:srgbClr val="111111"/>
                </a:solidFill>
                <a:latin typeface="+mj-lt"/>
              </a:rPr>
              <a:t>, TC/BSD</a:t>
            </a:r>
            <a:r>
              <a:rPr lang="de-DE" sz="1200" b="0" i="0" baseline="30000">
                <a:solidFill>
                  <a:srgbClr val="111111"/>
                </a:solidFill>
                <a:latin typeface="+mj-lt"/>
              </a:rPr>
              <a:t>®</a:t>
            </a:r>
            <a:r>
              <a:rPr lang="de-DE" sz="1200" b="0" i="0">
                <a:solidFill>
                  <a:srgbClr val="111111"/>
                </a:solidFill>
                <a:latin typeface="+mj-lt"/>
              </a:rPr>
              <a:t>, EtherCAT</a:t>
            </a:r>
            <a:r>
              <a:rPr lang="de-DE" sz="1200" b="0" i="0" baseline="30000">
                <a:solidFill>
                  <a:srgbClr val="111111"/>
                </a:solidFill>
                <a:latin typeface="+mj-lt"/>
              </a:rPr>
              <a:t>®</a:t>
            </a:r>
            <a:r>
              <a:rPr lang="de-DE" sz="1200" b="0" i="0">
                <a:solidFill>
                  <a:srgbClr val="111111"/>
                </a:solidFill>
                <a:latin typeface="+mj-lt"/>
              </a:rPr>
              <a:t>, EtherCAT G</a:t>
            </a:r>
            <a:r>
              <a:rPr lang="de-DE" sz="1200" b="0" i="0" baseline="30000">
                <a:solidFill>
                  <a:srgbClr val="111111"/>
                </a:solidFill>
                <a:latin typeface="+mj-lt"/>
              </a:rPr>
              <a:t>®</a:t>
            </a:r>
            <a:r>
              <a:rPr lang="de-DE" sz="1200" b="0" i="0">
                <a:solidFill>
                  <a:srgbClr val="111111"/>
                </a:solidFill>
                <a:latin typeface="+mj-lt"/>
              </a:rPr>
              <a:t>, EtherCAT G10</a:t>
            </a:r>
            <a:r>
              <a:rPr lang="de-DE" sz="1200" b="0" i="0" baseline="30000">
                <a:solidFill>
                  <a:srgbClr val="111111"/>
                </a:solidFill>
                <a:latin typeface="+mj-lt"/>
              </a:rPr>
              <a:t>®</a:t>
            </a:r>
            <a:r>
              <a:rPr lang="de-DE" sz="1200" b="0" i="0">
                <a:solidFill>
                  <a:srgbClr val="111111"/>
                </a:solidFill>
                <a:latin typeface="+mj-lt"/>
              </a:rPr>
              <a:t>, EtherCAT P</a:t>
            </a:r>
            <a:r>
              <a:rPr lang="de-DE" sz="1200" b="0" i="0" baseline="30000">
                <a:solidFill>
                  <a:srgbClr val="111111"/>
                </a:solidFill>
                <a:latin typeface="+mj-lt"/>
              </a:rPr>
              <a:t>®</a:t>
            </a:r>
            <a:r>
              <a:rPr lang="de-DE" sz="1200" b="0" i="0">
                <a:solidFill>
                  <a:srgbClr val="111111"/>
                </a:solidFill>
                <a:latin typeface="+mj-lt"/>
              </a:rPr>
              <a:t>, </a:t>
            </a:r>
            <a:r>
              <a:rPr lang="de-DE" sz="1200" b="0" i="0">
                <a:solidFill>
                  <a:srgbClr val="111111"/>
                </a:solidFill>
                <a:latin typeface="+mj-lt"/>
              </a:rPr>
              <a:t>Safety</a:t>
            </a:r>
            <a:r>
              <a:rPr lang="de-DE" sz="1200" b="0" i="0">
                <a:solidFill>
                  <a:srgbClr val="111111"/>
                </a:solidFill>
                <a:latin typeface="+mj-lt"/>
              </a:rPr>
              <a:t> </a:t>
            </a:r>
            <a:r>
              <a:rPr lang="de-DE" sz="1200" b="0" i="0">
                <a:solidFill>
                  <a:srgbClr val="111111"/>
                </a:solidFill>
                <a:latin typeface="+mj-lt"/>
              </a:rPr>
              <a:t>over</a:t>
            </a:r>
            <a:r>
              <a:rPr lang="de-DE" sz="1200" b="0" i="0">
                <a:solidFill>
                  <a:srgbClr val="111111"/>
                </a:solidFill>
                <a:latin typeface="+mj-lt"/>
              </a:rPr>
              <a:t> EtherCAT</a:t>
            </a:r>
            <a:r>
              <a:rPr lang="de-DE" sz="1200" b="0" i="0" baseline="30000">
                <a:solidFill>
                  <a:srgbClr val="111111"/>
                </a:solidFill>
                <a:latin typeface="+mj-lt"/>
              </a:rPr>
              <a:t>®</a:t>
            </a:r>
            <a:r>
              <a:rPr lang="de-DE" sz="1200" b="0" i="0">
                <a:solidFill>
                  <a:srgbClr val="111111"/>
                </a:solidFill>
                <a:latin typeface="+mj-lt"/>
              </a:rPr>
              <a:t>, </a:t>
            </a:r>
            <a:r>
              <a:rPr lang="de-DE" sz="1200" b="0" i="0">
                <a:solidFill>
                  <a:srgbClr val="111111"/>
                </a:solidFill>
                <a:latin typeface="+mj-lt"/>
              </a:rPr>
              <a:t>TwinSAFE</a:t>
            </a:r>
            <a:r>
              <a:rPr lang="de-DE" sz="1200" b="0" i="0" baseline="30000">
                <a:solidFill>
                  <a:srgbClr val="111111"/>
                </a:solidFill>
                <a:latin typeface="+mj-lt"/>
              </a:rPr>
              <a:t>®</a:t>
            </a:r>
            <a:r>
              <a:rPr lang="de-DE" sz="1200" b="0" i="0">
                <a:solidFill>
                  <a:srgbClr val="111111"/>
                </a:solidFill>
                <a:latin typeface="+mj-lt"/>
              </a:rPr>
              <a:t>, XFC</a:t>
            </a:r>
            <a:r>
              <a:rPr lang="de-DE" sz="1200" b="0" i="0" baseline="30000">
                <a:solidFill>
                  <a:srgbClr val="111111"/>
                </a:solidFill>
                <a:latin typeface="+mj-lt"/>
              </a:rPr>
              <a:t>®</a:t>
            </a:r>
            <a:r>
              <a:rPr lang="de-DE" sz="1200" b="0" i="0">
                <a:solidFill>
                  <a:srgbClr val="111111"/>
                </a:solidFill>
                <a:latin typeface="+mj-lt"/>
              </a:rPr>
              <a:t>, XTS</a:t>
            </a:r>
            <a:r>
              <a:rPr lang="de-DE" sz="1200" b="0" i="0" baseline="30000">
                <a:solidFill>
                  <a:srgbClr val="111111"/>
                </a:solidFill>
                <a:latin typeface="+mj-lt"/>
              </a:rPr>
              <a:t>®</a:t>
            </a:r>
            <a:r>
              <a:rPr lang="de-DE" sz="1200" b="0" i="0">
                <a:solidFill>
                  <a:srgbClr val="111111"/>
                </a:solidFill>
                <a:latin typeface="+mj-lt"/>
              </a:rPr>
              <a:t> und </a:t>
            </a:r>
            <a:r>
              <a:rPr lang="de-DE" sz="1200" b="0" i="0">
                <a:solidFill>
                  <a:srgbClr val="111111"/>
                </a:solidFill>
                <a:latin typeface="+mj-lt"/>
              </a:rPr>
              <a:t>XPlanar</a:t>
            </a:r>
            <a:r>
              <a:rPr lang="de-DE" sz="1200" b="0" i="0" baseline="30000">
                <a:solidFill>
                  <a:srgbClr val="111111"/>
                </a:solidFill>
                <a:latin typeface="+mj-lt"/>
              </a:rPr>
              <a:t>®</a:t>
            </a:r>
            <a:r>
              <a:rPr lang="de-DE" sz="1200" b="0" i="0">
                <a:solidFill>
                  <a:srgbClr val="111111"/>
                </a:solidFill>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endParaRPr/>
          </a:p>
          <a:p>
            <a:pPr>
              <a:buFont typeface="Wingdings"/>
              <a:buNone/>
              <a:defRPr/>
            </a:pPr>
            <a:endParaRPr lang="de-DE" sz="1200">
              <a:latin typeface="+mj-lt"/>
            </a:endParaRPr>
          </a:p>
          <a:p>
            <a:pPr>
              <a:buFont typeface="Wingdings"/>
              <a:buNone/>
              <a:defRPr/>
            </a:pPr>
            <a:r>
              <a:rPr lang="de-DE" sz="120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endParaRPr/>
          </a:p>
        </p:txBody>
      </p:sp>
      <p:sp>
        <p:nvSpPr>
          <p:cNvPr id="2037494074" name="Date Placeholder"/>
          <p:cNvSpPr>
            <a:spLocks noGrp="1"/>
          </p:cNvSpPr>
          <p:nvPr>
            <p:ph type="body" sz="quarter" idx="11" hasCustomPrompt="1"/>
          </p:nvPr>
        </p:nvSpPr>
        <p:spPr bwMode="auto">
          <a:xfrm>
            <a:off x="3255495" y="4022394"/>
            <a:ext cx="2196000" cy="277200"/>
          </a:xfrm>
        </p:spPr>
        <p:txBody>
          <a:bodyPr lIns="0" tIns="46800"/>
          <a:lstStyle>
            <a:lvl1pPr marL="0" indent="0" algn="l">
              <a:buNone/>
              <a:defRPr lang="de-DE" sz="1200">
                <a:solidFill>
                  <a:schemeClr val="tx1"/>
                </a:solidFill>
                <a:latin typeface="Arial"/>
                <a:ea typeface="+mn-ea"/>
                <a:cs typeface="+mn-cs"/>
              </a:defRPr>
            </a:lvl1pPr>
            <a:lvl2pPr marL="360362" indent="0" algn="l">
              <a:buNone/>
              <a:defRPr lang="de-DE" sz="1200">
                <a:solidFill>
                  <a:schemeClr val="tx1"/>
                </a:solidFill>
                <a:latin typeface="Arial"/>
                <a:ea typeface="+mn-ea"/>
                <a:cs typeface="+mn-cs"/>
              </a:defRPr>
            </a:lvl2pPr>
            <a:lvl3pPr marL="715962" indent="0" algn="l">
              <a:buNone/>
              <a:defRPr lang="de-DE" sz="1200">
                <a:solidFill>
                  <a:schemeClr val="tx1"/>
                </a:solidFill>
                <a:latin typeface="Arial"/>
                <a:ea typeface="+mn-ea"/>
                <a:cs typeface="+mn-cs"/>
              </a:defRPr>
            </a:lvl3pPr>
            <a:lvl4pPr marL="1076325" indent="0" algn="l">
              <a:buNone/>
              <a:defRPr lang="de-DE" sz="1200">
                <a:solidFill>
                  <a:schemeClr val="tx1"/>
                </a:solidFill>
                <a:latin typeface="Arial"/>
                <a:ea typeface="+mn-ea"/>
                <a:cs typeface="+mn-cs"/>
              </a:defRPr>
            </a:lvl4pPr>
            <a:lvl5pPr marL="1433513" indent="0" algn="l">
              <a:buNone/>
              <a:defRPr lang="de-DE" sz="1200">
                <a:solidFill>
                  <a:schemeClr val="tx1"/>
                </a:solidFill>
                <a:latin typeface="Arial"/>
                <a:ea typeface="+mn-ea"/>
                <a:cs typeface="+mn-cs"/>
              </a:defRPr>
            </a:lvl5pPr>
          </a:lstStyle>
          <a:p>
            <a:pPr lvl="0">
              <a:defRPr/>
            </a:pPr>
            <a:r>
              <a:rPr lang="de-DE"/>
              <a:t>MM/YYYY</a:t>
            </a:r>
            <a:endParaRPr/>
          </a:p>
        </p:txBody>
      </p:sp>
      <p:sp>
        <p:nvSpPr>
          <p:cNvPr id="1268259056" name="Phone, Mail, Web"/>
          <p:cNvSpPr>
            <a:spLocks noChangeArrowheads="1"/>
          </p:cNvSpPr>
          <p:nvPr userDrawn="1"/>
        </p:nvSpPr>
        <p:spPr bwMode="auto">
          <a:xfrm>
            <a:off x="6096001" y="1090800"/>
            <a:ext cx="4057649" cy="1862048"/>
          </a:xfrm>
          <a:prstGeom prst="rect">
            <a:avLst/>
          </a:prstGeom>
          <a:noFill/>
          <a:ln>
            <a:noFill/>
          </a:ln>
          <a:effectLst/>
        </p:spPr>
        <p:txBody>
          <a:bodyPr tIns="432000"/>
          <a:lstStyle>
            <a:lvl1pPr>
              <a:tabLst>
                <a:tab pos="896938" algn="l"/>
              </a:tabLst>
              <a:defRPr>
                <a:solidFill>
                  <a:schemeClr val="tx1"/>
                </a:solidFill>
                <a:latin typeface="Arial"/>
              </a:defRPr>
            </a:lvl1pPr>
            <a:lvl2pPr marL="742950" indent="-285750">
              <a:tabLst>
                <a:tab pos="896938" algn="l"/>
              </a:tabLst>
              <a:defRPr>
                <a:solidFill>
                  <a:schemeClr val="tx1"/>
                </a:solidFill>
                <a:latin typeface="Arial"/>
              </a:defRPr>
            </a:lvl2pPr>
            <a:lvl3pPr marL="1143000" indent="-228600">
              <a:tabLst>
                <a:tab pos="896938" algn="l"/>
              </a:tabLst>
              <a:defRPr>
                <a:solidFill>
                  <a:schemeClr val="tx1"/>
                </a:solidFill>
                <a:latin typeface="Arial"/>
              </a:defRPr>
            </a:lvl3pPr>
            <a:lvl4pPr marL="1600200" indent="-228600">
              <a:tabLst>
                <a:tab pos="896938" algn="l"/>
              </a:tabLst>
              <a:defRPr>
                <a:solidFill>
                  <a:schemeClr val="tx1"/>
                </a:solidFill>
                <a:latin typeface="Arial"/>
              </a:defRPr>
            </a:lvl4pPr>
            <a:lvl5pPr marL="2057400" indent="-228600">
              <a:tabLst>
                <a:tab pos="896938" algn="l"/>
              </a:tabLst>
              <a:defRPr>
                <a:solidFill>
                  <a:schemeClr val="tx1"/>
                </a:solidFill>
                <a:latin typeface="Arial"/>
              </a:defRPr>
            </a:lvl5pPr>
            <a:lvl6pPr marL="2514600" indent="-228600">
              <a:spcBef>
                <a:spcPts val="0"/>
              </a:spcBef>
              <a:spcAft>
                <a:spcPts val="0"/>
              </a:spcAft>
              <a:tabLst>
                <a:tab pos="896938" algn="l"/>
              </a:tabLst>
              <a:defRPr>
                <a:solidFill>
                  <a:schemeClr val="tx1"/>
                </a:solidFill>
                <a:latin typeface="Arial"/>
              </a:defRPr>
            </a:lvl6pPr>
            <a:lvl7pPr marL="2971800" indent="-228600">
              <a:spcBef>
                <a:spcPts val="0"/>
              </a:spcBef>
              <a:spcAft>
                <a:spcPts val="0"/>
              </a:spcAft>
              <a:tabLst>
                <a:tab pos="896938" algn="l"/>
              </a:tabLst>
              <a:defRPr>
                <a:solidFill>
                  <a:schemeClr val="tx1"/>
                </a:solidFill>
                <a:latin typeface="Arial"/>
              </a:defRPr>
            </a:lvl7pPr>
            <a:lvl8pPr marL="3429000" indent="-228600">
              <a:spcBef>
                <a:spcPts val="0"/>
              </a:spcBef>
              <a:spcAft>
                <a:spcPts val="0"/>
              </a:spcAft>
              <a:tabLst>
                <a:tab pos="896938" algn="l"/>
              </a:tabLst>
              <a:defRPr>
                <a:solidFill>
                  <a:schemeClr val="tx1"/>
                </a:solidFill>
                <a:latin typeface="Arial"/>
              </a:defRPr>
            </a:lvl8pPr>
            <a:lvl9pPr marL="3886200" indent="-228600">
              <a:spcBef>
                <a:spcPts val="0"/>
              </a:spcBef>
              <a:spcAft>
                <a:spcPts val="0"/>
              </a:spcAft>
              <a:tabLst>
                <a:tab pos="896938" algn="l"/>
              </a:tabLst>
              <a:defRPr>
                <a:solidFill>
                  <a:schemeClr val="tx1"/>
                </a:solidFill>
                <a:latin typeface="Arial"/>
              </a:defRPr>
            </a:lvl9pPr>
          </a:lstStyle>
          <a:p>
            <a:pPr>
              <a:spcBef>
                <a:spcPts val="0"/>
              </a:spcBef>
              <a:buFont typeface="Wingdings"/>
              <a:buNone/>
              <a:defRPr/>
            </a:pPr>
            <a:r>
              <a:rPr lang="de-DE" sz="1600"/>
              <a:t>Telefon:	+49 5246 963-0  </a:t>
            </a:r>
            <a:endParaRPr/>
          </a:p>
          <a:p>
            <a:pPr>
              <a:buFont typeface="Wingdings"/>
              <a:buNone/>
              <a:defRPr/>
            </a:pPr>
            <a:r>
              <a:rPr lang="de-DE" sz="1600"/>
              <a:t>E-Mail:	info@beckhoff.com</a:t>
            </a:r>
            <a:endParaRPr/>
          </a:p>
          <a:p>
            <a:pPr>
              <a:buFont typeface="Wingdings"/>
              <a:buNone/>
              <a:defRPr/>
            </a:pPr>
            <a:r>
              <a:rPr lang="de-DE" sz="1600"/>
              <a:t>Web:	www.beckhoff.com</a:t>
            </a:r>
            <a:r>
              <a:rPr lang="de-DE" sz="1600" b="1"/>
              <a:t> </a:t>
            </a:r>
            <a:endParaRPr/>
          </a:p>
        </p:txBody>
      </p:sp>
      <p:sp>
        <p:nvSpPr>
          <p:cNvPr id="450884432" name="Address"/>
          <p:cNvSpPr txBox="1"/>
          <p:nvPr userDrawn="1"/>
        </p:nvSpPr>
        <p:spPr bwMode="auto">
          <a:xfrm>
            <a:off x="3" y="1090800"/>
            <a:ext cx="6095997" cy="1862048"/>
          </a:xfrm>
          <a:prstGeom prst="rect">
            <a:avLst/>
          </a:prstGeom>
        </p:spPr>
        <p:txBody>
          <a:bodyPr vert="horz" lIns="450000" tIns="190800" rIns="91440" bIns="45720" rtlCol="0">
            <a:noAutofit/>
          </a:bodyPr>
          <a:lstStyle>
            <a:lvl1pPr marR="0" lvl="0" indent="0">
              <a:lnSpc>
                <a:spcPct val="100000"/>
              </a:lnSpc>
              <a:spcBef>
                <a:spcPts val="0"/>
              </a:spcBef>
              <a:spcAft>
                <a:spcPts val="0"/>
              </a:spcAft>
              <a:buClrTx/>
              <a:buSzTx/>
              <a:buFont typeface="Wingdings"/>
              <a:buNone/>
              <a:defRPr sz="1600" b="1">
                <a:solidFill>
                  <a:srgbClr val="000000"/>
                </a:solidFill>
                <a:latin typeface="Arial"/>
              </a:defRPr>
            </a:lvl1pPr>
            <a:lvl2pPr marL="628650" marR="0" indent="-268288">
              <a:lnSpc>
                <a:spcPct val="100000"/>
              </a:lnSpc>
              <a:spcBef>
                <a:spcPts val="600"/>
              </a:spcBef>
              <a:spcAft>
                <a:spcPts val="0"/>
              </a:spcAft>
              <a:buClrTx/>
              <a:buSzTx/>
              <a:buFont typeface="Symbol"/>
              <a:buChar char="-"/>
              <a:defRPr sz="2200">
                <a:latin typeface="Arial"/>
                <a:cs typeface="Arial"/>
              </a:defRPr>
            </a:lvl2pPr>
            <a:lvl3pPr marL="984250" marR="0" indent="-268288">
              <a:lnSpc>
                <a:spcPct val="100000"/>
              </a:lnSpc>
              <a:spcBef>
                <a:spcPts val="600"/>
              </a:spcBef>
              <a:spcAft>
                <a:spcPts val="0"/>
              </a:spcAft>
              <a:buClrTx/>
              <a:buSzTx/>
              <a:buFont typeface="Symbol"/>
              <a:buChar char="-"/>
              <a:defRPr sz="2200">
                <a:latin typeface="Arial"/>
                <a:cs typeface="Arial"/>
              </a:defRPr>
            </a:lvl3pPr>
            <a:lvl4pPr marL="1343025" marR="0" indent="-266700">
              <a:lnSpc>
                <a:spcPct val="100000"/>
              </a:lnSpc>
              <a:spcBef>
                <a:spcPts val="600"/>
              </a:spcBef>
              <a:spcAft>
                <a:spcPts val="0"/>
              </a:spcAft>
              <a:buClrTx/>
              <a:buSzTx/>
              <a:buFont typeface="Symbol"/>
              <a:buChar char="-"/>
              <a:defRPr sz="2200">
                <a:latin typeface="Arial"/>
                <a:cs typeface="Arial"/>
              </a:defRPr>
            </a:lvl4pPr>
            <a:lvl5pPr marL="1700212" marR="0" indent="-266700">
              <a:lnSpc>
                <a:spcPct val="100000"/>
              </a:lnSpc>
              <a:spcBef>
                <a:spcPts val="600"/>
              </a:spcBef>
              <a:spcAft>
                <a:spcPts val="0"/>
              </a:spcAft>
              <a:buClrTx/>
              <a:buSzTx/>
              <a:buFont typeface="Symbol"/>
              <a:buChar char="-"/>
              <a:defRPr sz="2200">
                <a:latin typeface="Arial"/>
                <a:cs typeface="Arial"/>
              </a:defRPr>
            </a:lvl5pPr>
            <a:lvl6pPr marL="2514600" indent="-228600">
              <a:spcBef>
                <a:spcPts val="0"/>
              </a:spcBef>
              <a:buFont typeface="Arial"/>
              <a:buChar char="•"/>
              <a:defRPr sz="2000"/>
            </a:lvl6pPr>
            <a:lvl7pPr marL="2971800" indent="-228600">
              <a:spcBef>
                <a:spcPts val="0"/>
              </a:spcBef>
              <a:buFont typeface="Arial"/>
              <a:buChar char="•"/>
              <a:defRPr sz="2000"/>
            </a:lvl7pPr>
            <a:lvl8pPr marL="3429000" indent="-228600">
              <a:spcBef>
                <a:spcPts val="0"/>
              </a:spcBef>
              <a:buFont typeface="Arial"/>
              <a:buChar char="•"/>
              <a:defRPr sz="2000"/>
            </a:lvl8pPr>
            <a:lvl9pPr marL="3886200" indent="-228600">
              <a:spcBef>
                <a:spcPts val="0"/>
              </a:spcBef>
              <a:buFont typeface="Arial"/>
              <a:buChar char="•"/>
              <a:defRPr sz="2000"/>
            </a:lvl9pPr>
          </a:lstStyle>
          <a:p>
            <a:pPr marL="0" lvl="0" indent="0">
              <a:spcBef>
                <a:spcPts val="0"/>
              </a:spcBef>
              <a:buNone/>
              <a:defRPr/>
            </a:pPr>
            <a:r>
              <a:rPr lang="de-DE" sz="1600"/>
              <a:t>Beckhoff Automation GmbH &amp; Co. KG </a:t>
            </a:r>
            <a:br>
              <a:rPr lang="de-DE" sz="1600"/>
            </a:br>
            <a:r>
              <a:rPr lang="de-DE" sz="1600" b="0">
                <a:solidFill>
                  <a:srgbClr val="000000"/>
                </a:solidFill>
                <a:latin typeface="Arial"/>
                <a:cs typeface="+mn-cs"/>
              </a:rPr>
              <a:t>Unternehmenszentrale</a:t>
            </a:r>
            <a:endParaRPr/>
          </a:p>
          <a:p>
            <a:pPr marL="0" lvl="0" indent="0">
              <a:spcBef>
                <a:spcPts val="0"/>
              </a:spcBef>
              <a:buNone/>
              <a:defRPr/>
            </a:pPr>
            <a:r>
              <a:rPr lang="de-DE" sz="1600" b="0">
                <a:solidFill>
                  <a:srgbClr val="000000"/>
                </a:solidFill>
                <a:latin typeface="Arial"/>
                <a:cs typeface="+mn-cs"/>
              </a:rPr>
              <a:t>Hülshorstweg 20</a:t>
            </a:r>
            <a:endParaRPr/>
          </a:p>
          <a:p>
            <a:pPr marL="0" lvl="0" indent="0">
              <a:spcBef>
                <a:spcPts val="0"/>
              </a:spcBef>
              <a:buNone/>
              <a:defRPr/>
            </a:pPr>
            <a:r>
              <a:rPr lang="de-DE" sz="1600" b="0">
                <a:solidFill>
                  <a:srgbClr val="000000"/>
                </a:solidFill>
                <a:latin typeface="Arial"/>
                <a:cs typeface="+mn-cs"/>
              </a:rPr>
              <a:t>33415 Verl</a:t>
            </a:r>
            <a:endParaRPr/>
          </a:p>
          <a:p>
            <a:pPr marL="0" lvl="0" indent="0">
              <a:spcBef>
                <a:spcPts val="0"/>
              </a:spcBef>
              <a:buNone/>
              <a:defRPr/>
            </a:pPr>
            <a:r>
              <a:rPr lang="de-DE" sz="1600" b="0">
                <a:solidFill>
                  <a:srgbClr val="000000"/>
                </a:solidFill>
                <a:latin typeface="Arial"/>
                <a:cs typeface="+mn-cs"/>
              </a:rPr>
              <a:t>Deutschland</a:t>
            </a:r>
            <a:endParaRPr/>
          </a:p>
          <a:p>
            <a:pPr lvl="0">
              <a:defRPr/>
            </a:pPr>
            <a:endParaRPr lang="de-DE" sz="1600" b="0"/>
          </a:p>
        </p:txBody>
      </p:sp>
      <p:sp>
        <p:nvSpPr>
          <p:cNvPr id="1769833000"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lvl1pPr>
              <a:spcBef>
                <a:spcPts val="0"/>
              </a:spcBef>
              <a:buNone/>
              <a:defRPr sz="2200" b="1">
                <a:solidFill>
                  <a:schemeClr val="bg1"/>
                </a:solidFill>
                <a:latin typeface="Arial"/>
                <a:ea typeface="+mj-ea"/>
                <a:cs typeface="Arial"/>
              </a:defRPr>
            </a:lvl1pPr>
          </a:lstStyle>
          <a:p>
            <a:pPr lvl="0">
              <a:defRPr/>
            </a:pPr>
            <a:r>
              <a:rPr lang="de-DE"/>
              <a:t>Kontakt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act – Country-specific">
    <p:spTree>
      <p:nvGrpSpPr>
        <p:cNvPr id="1" name=""/>
        <p:cNvGrpSpPr/>
        <p:nvPr/>
      </p:nvGrpSpPr>
      <p:grpSpPr bwMode="auto">
        <a:xfrm>
          <a:off x="0" y="0"/>
          <a:ext cx="0" cy="0"/>
          <a:chOff x="0" y="0"/>
          <a:chExt cx="0" cy="0"/>
        </a:xfrm>
      </p:grpSpPr>
      <p:sp>
        <p:nvSpPr>
          <p:cNvPr id="1244830721" name="Footer Placeholder"/>
          <p:cNvSpPr>
            <a:spLocks noGrp="1"/>
          </p:cNvSpPr>
          <p:nvPr>
            <p:ph type="ftr" sz="quarter" idx="12"/>
          </p:nvPr>
        </p:nvSpPr>
        <p:spPr bwMode="auto"/>
        <p:txBody>
          <a:bodyPr/>
          <a:lstStyle/>
          <a:p>
            <a:pPr>
              <a:defRPr/>
            </a:pPr>
            <a:r>
              <a:rPr lang="en-US"/>
              <a:t>Footer text</a:t>
            </a:r>
            <a:endParaRPr/>
          </a:p>
        </p:txBody>
      </p:sp>
      <p:sp>
        <p:nvSpPr>
          <p:cNvPr id="1868314180" name="Slide Number Placeholder"/>
          <p:cNvSpPr>
            <a:spLocks noGrp="1"/>
          </p:cNvSpPr>
          <p:nvPr>
            <p:ph type="sldNum" sz="quarter" idx="13"/>
          </p:nvPr>
        </p:nvSpPr>
        <p:spPr bwMode="auto"/>
        <p:txBody>
          <a:bodyPr/>
          <a:lstStyle/>
          <a:p>
            <a:pPr>
              <a:defRPr/>
            </a:pPr>
            <a:fld id="{A930EF64-91C9-4EBD-82F9-3643AB15A28C}" type="slidenum">
              <a:rPr lang="en-US"/>
              <a:t>‹#›</a:t>
            </a:fld>
            <a:endParaRPr lang="en-US"/>
          </a:p>
        </p:txBody>
      </p:sp>
      <p:sp>
        <p:nvSpPr>
          <p:cNvPr id="438511233" name="Legal Notes"/>
          <p:cNvSpPr txBox="1">
            <a:spLocks noChangeArrowheads="1"/>
          </p:cNvSpPr>
          <p:nvPr userDrawn="1"/>
        </p:nvSpPr>
        <p:spPr bwMode="auto">
          <a:xfrm>
            <a:off x="0" y="4186655"/>
            <a:ext cx="10153650" cy="2123658"/>
          </a:xfrm>
          <a:prstGeom prst="rect">
            <a:avLst/>
          </a:prstGeom>
          <a:noFill/>
          <a:ln>
            <a:noFill/>
          </a:ln>
          <a:effectLst/>
        </p:spPr>
        <p:txBody>
          <a:bodyPr wrap="square" lIns="450000" anchor="b">
            <a:spAutoFit/>
          </a:bodyPr>
          <a:lstStyle>
            <a:defPPr>
              <a:defRPr lang="en-US"/>
            </a:defPPr>
            <a:lvl1pPr marL="3175" indent="-3175">
              <a:defRPr sz="1200">
                <a:latin typeface="Arial"/>
              </a:defRPr>
            </a:lvl1pPr>
            <a:lvl2pPr marL="742950" indent="-285750">
              <a:defRPr>
                <a:latin typeface="Arial"/>
              </a:defRPr>
            </a:lvl2pPr>
            <a:lvl3pPr marL="1143000" indent="-228600">
              <a:defRPr>
                <a:latin typeface="Arial"/>
              </a:defRPr>
            </a:lvl3pPr>
            <a:lvl4pPr marL="1600200" indent="-228600">
              <a:defRPr>
                <a:latin typeface="Arial"/>
              </a:defRPr>
            </a:lvl4pPr>
            <a:lvl5pPr marL="2057400" indent="-228600">
              <a:defRPr>
                <a:latin typeface="Arial"/>
              </a:defRPr>
            </a:lvl5pPr>
            <a:lvl6pPr marL="2514600" indent="-228600">
              <a:spcBef>
                <a:spcPts val="0"/>
              </a:spcBef>
              <a:spcAft>
                <a:spcPts val="0"/>
              </a:spcAft>
              <a:defRPr>
                <a:latin typeface="Arial"/>
              </a:defRPr>
            </a:lvl6pPr>
            <a:lvl7pPr marL="2971800" indent="-228600">
              <a:spcBef>
                <a:spcPts val="0"/>
              </a:spcBef>
              <a:spcAft>
                <a:spcPts val="0"/>
              </a:spcAft>
              <a:defRPr>
                <a:latin typeface="Arial"/>
              </a:defRPr>
            </a:lvl7pPr>
            <a:lvl8pPr marL="3429000" indent="-228600">
              <a:spcBef>
                <a:spcPts val="0"/>
              </a:spcBef>
              <a:spcAft>
                <a:spcPts val="0"/>
              </a:spcAft>
              <a:defRPr>
                <a:latin typeface="Arial"/>
              </a:defRPr>
            </a:lvl8pPr>
            <a:lvl9pPr marL="3886200" indent="-228600">
              <a:spcBef>
                <a:spcPts val="0"/>
              </a:spcBef>
              <a:spcAft>
                <a:spcPts val="0"/>
              </a:spcAft>
              <a:defRPr>
                <a:latin typeface="Arial"/>
              </a:defRPr>
            </a:lvl9pPr>
          </a:lstStyle>
          <a:p>
            <a:pPr lvl="0">
              <a:defRPr/>
            </a:pPr>
            <a:r>
              <a:rPr lang="en-US"/>
              <a:t>© Beckhoff Automation </a:t>
            </a:r>
            <a:endParaRPr/>
          </a:p>
          <a:p>
            <a:pPr lvl="0">
              <a:defRPr/>
            </a:pPr>
            <a:endParaRPr lang="en-US"/>
          </a:p>
          <a:p>
            <a:pPr lvl="0">
              <a:defRPr/>
            </a:pPr>
            <a:r>
              <a:rPr lang="en-US"/>
              <a:t>All images are protected by copyright. The use and transfer to third parties is not permitted.</a:t>
            </a:r>
            <a:endParaRPr/>
          </a:p>
          <a:p>
            <a:pPr lvl="0">
              <a:defRPr/>
            </a:pPr>
            <a:endParaRPr lang="en-US"/>
          </a:p>
          <a:p>
            <a:pPr lvl="0">
              <a:defRPr/>
            </a:pPr>
            <a:r>
              <a:rPr lang="en-US"/>
              <a:t>Beckhoff</a:t>
            </a:r>
            <a:r>
              <a:rPr lang="en-US" baseline="30000"/>
              <a:t>®</a:t>
            </a:r>
            <a:r>
              <a:rPr lang="en-US"/>
              <a:t>, </a:t>
            </a:r>
            <a:r>
              <a:rPr lang="en-US"/>
              <a:t>TwinCAT</a:t>
            </a:r>
            <a:r>
              <a:rPr lang="en-US" baseline="30000"/>
              <a:t>®</a:t>
            </a:r>
            <a:r>
              <a:rPr lang="en-US"/>
              <a:t>, </a:t>
            </a:r>
            <a:r>
              <a:rPr lang="en-US"/>
              <a:t>TwinCAT</a:t>
            </a:r>
            <a:r>
              <a:rPr lang="en-US"/>
              <a:t>/BSD</a:t>
            </a:r>
            <a:r>
              <a:rPr lang="en-US" baseline="30000"/>
              <a:t>®</a:t>
            </a:r>
            <a:r>
              <a:rPr lang="en-US"/>
              <a:t>, TC/BSD</a:t>
            </a:r>
            <a:r>
              <a:rPr lang="en-US" baseline="30000"/>
              <a:t>®</a:t>
            </a:r>
            <a:r>
              <a:rPr lang="en-US"/>
              <a:t>, </a:t>
            </a:r>
            <a:r>
              <a:rPr lang="en-US"/>
              <a:t>EtherCAT</a:t>
            </a:r>
            <a:r>
              <a:rPr lang="en-US" baseline="30000"/>
              <a:t>®</a:t>
            </a:r>
            <a:r>
              <a:rPr lang="en-US"/>
              <a:t>, </a:t>
            </a:r>
            <a:r>
              <a:rPr lang="en-US"/>
              <a:t>EtherCAT</a:t>
            </a:r>
            <a:r>
              <a:rPr lang="en-US"/>
              <a:t> G</a:t>
            </a:r>
            <a:r>
              <a:rPr lang="en-US" baseline="30000"/>
              <a:t>®</a:t>
            </a:r>
            <a:r>
              <a:rPr lang="en-US"/>
              <a:t>, </a:t>
            </a:r>
            <a:r>
              <a:rPr lang="en-US"/>
              <a:t>EtherCAT</a:t>
            </a:r>
            <a:r>
              <a:rPr lang="en-US"/>
              <a:t> G10</a:t>
            </a:r>
            <a:r>
              <a:rPr lang="en-US" baseline="30000"/>
              <a:t>®</a:t>
            </a:r>
            <a:r>
              <a:rPr lang="en-US"/>
              <a:t>, </a:t>
            </a:r>
            <a:r>
              <a:rPr lang="en-US"/>
              <a:t>EtherCAT</a:t>
            </a:r>
            <a:r>
              <a:rPr lang="en-US"/>
              <a:t> P</a:t>
            </a:r>
            <a:r>
              <a:rPr lang="en-US" baseline="30000"/>
              <a:t>®</a:t>
            </a:r>
            <a:r>
              <a:rPr lang="en-US"/>
              <a:t>, Safety over </a:t>
            </a:r>
            <a:r>
              <a:rPr lang="en-US"/>
              <a:t>EtherCAT</a:t>
            </a:r>
            <a:r>
              <a:rPr lang="en-US" baseline="30000"/>
              <a:t>®</a:t>
            </a:r>
            <a:r>
              <a:rPr lang="en-US"/>
              <a:t>, </a:t>
            </a:r>
            <a:r>
              <a:rPr lang="en-US"/>
              <a:t>TwinSAFE</a:t>
            </a:r>
            <a:r>
              <a:rPr lang="en-US" baseline="30000"/>
              <a:t>®</a:t>
            </a:r>
            <a:r>
              <a:rPr lang="en-US"/>
              <a:t>, XFC</a:t>
            </a:r>
            <a:r>
              <a:rPr lang="en-US" baseline="30000"/>
              <a:t>®</a:t>
            </a:r>
            <a:r>
              <a:rPr lang="en-US"/>
              <a:t>, XTS</a:t>
            </a:r>
            <a:r>
              <a:rPr lang="en-US" baseline="30000"/>
              <a:t>®</a:t>
            </a:r>
            <a:r>
              <a:rPr lang="en-US"/>
              <a:t> and </a:t>
            </a:r>
            <a:r>
              <a:rPr lang="en-US"/>
              <a:t>XPlanar</a:t>
            </a:r>
            <a:r>
              <a:rPr lang="en-US" baseline="30000"/>
              <a:t>®</a:t>
            </a:r>
            <a:r>
              <a:rPr lang="en-US"/>
              <a:t> are registered trademarks of and licensed by Beckhoff Automation GmbH. Other designations used in this publication may be trademarks whose use by third parties for their own purposes could violate the rights of the owners.</a:t>
            </a:r>
            <a:endParaRPr/>
          </a:p>
          <a:p>
            <a:pPr lvl="0">
              <a:defRPr/>
            </a:pPr>
            <a:endParaRPr lang="en-US"/>
          </a:p>
          <a:p>
            <a:pPr lvl="0">
              <a:defRPr/>
            </a:pPr>
            <a:r>
              <a:rPr lang="en-US"/>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endParaRPr/>
          </a:p>
        </p:txBody>
      </p:sp>
      <p:sp>
        <p:nvSpPr>
          <p:cNvPr id="1567881450" name="Date Placeholder"/>
          <p:cNvSpPr>
            <a:spLocks noGrp="1"/>
          </p:cNvSpPr>
          <p:nvPr>
            <p:ph type="body" sz="quarter" idx="11" hasCustomPrompt="1"/>
          </p:nvPr>
        </p:nvSpPr>
        <p:spPr bwMode="auto">
          <a:xfrm>
            <a:off x="2040500" y="4206349"/>
            <a:ext cx="2196000" cy="277200"/>
          </a:xfrm>
        </p:spPr>
        <p:txBody>
          <a:bodyPr lIns="0" tIns="46800"/>
          <a:lstStyle>
            <a:lvl1pPr marL="0" indent="0" algn="l">
              <a:buNone/>
              <a:defRPr lang="en-US" sz="1200">
                <a:solidFill>
                  <a:schemeClr val="tx1"/>
                </a:solidFill>
                <a:latin typeface="Arial"/>
                <a:ea typeface="+mn-ea"/>
                <a:cs typeface="+mn-cs"/>
              </a:defRPr>
            </a:lvl1pPr>
            <a:lvl2pPr marL="360362" indent="0" algn="l">
              <a:buNone/>
              <a:defRPr lang="en-US" sz="1200">
                <a:solidFill>
                  <a:schemeClr val="tx1"/>
                </a:solidFill>
                <a:latin typeface="Arial"/>
                <a:ea typeface="+mn-ea"/>
                <a:cs typeface="+mn-cs"/>
              </a:defRPr>
            </a:lvl2pPr>
            <a:lvl3pPr marL="715962" indent="0" algn="l">
              <a:buNone/>
              <a:defRPr lang="en-US" sz="1200">
                <a:solidFill>
                  <a:schemeClr val="tx1"/>
                </a:solidFill>
                <a:latin typeface="Arial"/>
                <a:ea typeface="+mn-ea"/>
                <a:cs typeface="+mn-cs"/>
              </a:defRPr>
            </a:lvl3pPr>
            <a:lvl4pPr marL="1076325" indent="0" algn="l">
              <a:buNone/>
              <a:defRPr lang="en-US" sz="1200">
                <a:solidFill>
                  <a:schemeClr val="tx1"/>
                </a:solidFill>
                <a:latin typeface="Arial"/>
                <a:ea typeface="+mn-ea"/>
                <a:cs typeface="+mn-cs"/>
              </a:defRPr>
            </a:lvl4pPr>
            <a:lvl5pPr marL="1433513" indent="0" algn="l">
              <a:buNone/>
              <a:defRPr lang="en-US" sz="1200">
                <a:solidFill>
                  <a:schemeClr val="tx1"/>
                </a:solidFill>
                <a:latin typeface="Arial"/>
                <a:ea typeface="+mn-ea"/>
                <a:cs typeface="+mn-cs"/>
              </a:defRPr>
            </a:lvl5pPr>
          </a:lstStyle>
          <a:p>
            <a:pPr lvl="0">
              <a:defRPr/>
            </a:pPr>
            <a:r>
              <a:rPr lang="en-US"/>
              <a:t>MM/YYYY</a:t>
            </a:r>
            <a:endParaRPr/>
          </a:p>
        </p:txBody>
      </p:sp>
      <p:sp>
        <p:nvSpPr>
          <p:cNvPr id="352308480" name="Phone, Mail, Web Placeholder"/>
          <p:cNvSpPr>
            <a:spLocks noGrp="1"/>
          </p:cNvSpPr>
          <p:nvPr>
            <p:ph type="body" sz="quarter" idx="16" hasCustomPrompt="1"/>
          </p:nvPr>
        </p:nvSpPr>
        <p:spPr bwMode="auto">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defRPr/>
            </a:pPr>
            <a:r>
              <a:rPr lang="en-US"/>
              <a:t>Phone:    … </a:t>
            </a:r>
            <a:br>
              <a:rPr lang="en-US"/>
            </a:br>
            <a:r>
              <a:rPr lang="en-US"/>
              <a:t>E-mail:    …</a:t>
            </a:r>
            <a:br>
              <a:rPr lang="en-US"/>
            </a:br>
            <a:r>
              <a:rPr lang="en-US"/>
              <a:t>Web:       …</a:t>
            </a:r>
            <a:endParaRPr/>
          </a:p>
        </p:txBody>
      </p:sp>
      <p:sp>
        <p:nvSpPr>
          <p:cNvPr id="1811295432" name="Address Placeholder"/>
          <p:cNvSpPr>
            <a:spLocks noGrp="1"/>
          </p:cNvSpPr>
          <p:nvPr>
            <p:ph type="body" sz="quarter" idx="14" hasCustomPrompt="1"/>
          </p:nvPr>
        </p:nvSpPr>
        <p:spPr bwMode="auto">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defRPr/>
            </a:pPr>
            <a:r>
              <a:rPr lang="en-US"/>
              <a:t>Subsidiary name </a:t>
            </a:r>
            <a:br>
              <a:rPr lang="en-US"/>
            </a:br>
            <a:r>
              <a:rPr lang="en-US"/>
              <a:t>and address details </a:t>
            </a:r>
            <a:endParaRPr/>
          </a:p>
        </p:txBody>
      </p:sp>
      <p:sp>
        <p:nvSpPr>
          <p:cNvPr id="481065440" name="Title"/>
          <p:cNvSpPr>
            <a:spLocks noGrp="1"/>
          </p:cNvSpPr>
          <p:nvPr>
            <p:ph type="title" hasCustomPrompt="1"/>
          </p:nvPr>
        </p:nvSpPr>
        <p:spPr bwMode="auto"/>
        <p:txBody>
          <a:bodyPr/>
          <a:lstStyle>
            <a:lvl1pPr>
              <a:defRPr/>
            </a:lvl1pPr>
          </a:lstStyle>
          <a:p>
            <a:pPr>
              <a:defRPr/>
            </a:pPr>
            <a:r>
              <a:rPr lang="en-US"/>
              <a:t>Click to add title</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with picture">
    <p:spTree>
      <p:nvGrpSpPr>
        <p:cNvPr id="1" name=""/>
        <p:cNvGrpSpPr/>
        <p:nvPr/>
      </p:nvGrpSpPr>
      <p:grpSpPr bwMode="auto">
        <a:xfrm>
          <a:off x="0" y="0"/>
          <a:ext cx="0" cy="0"/>
          <a:chOff x="0" y="0"/>
          <a:chExt cx="0" cy="0"/>
        </a:xfrm>
      </p:grpSpPr>
      <p:sp>
        <p:nvSpPr>
          <p:cNvPr id="1252724276" name="Footer Placeholder"/>
          <p:cNvSpPr>
            <a:spLocks noGrp="1"/>
          </p:cNvSpPr>
          <p:nvPr>
            <p:ph type="ftr" sz="quarter" idx="10"/>
          </p:nvPr>
        </p:nvSpPr>
        <p:spPr bwMode="auto"/>
        <p:txBody>
          <a:bodyPr/>
          <a:lstStyle/>
          <a:p>
            <a:pPr>
              <a:defRPr/>
            </a:pPr>
            <a:r>
              <a:rPr lang="en-US"/>
              <a:t>Footer text</a:t>
            </a:r>
            <a:endParaRPr/>
          </a:p>
        </p:txBody>
      </p:sp>
      <p:sp>
        <p:nvSpPr>
          <p:cNvPr id="1930640427" name="Slide Number Placeholder"/>
          <p:cNvSpPr>
            <a:spLocks noGrp="1"/>
          </p:cNvSpPr>
          <p:nvPr>
            <p:ph type="sldNum" sz="quarter" idx="11"/>
          </p:nvPr>
        </p:nvSpPr>
        <p:spPr bwMode="auto"/>
        <p:txBody>
          <a:bodyPr/>
          <a:lstStyle/>
          <a:p>
            <a:pPr>
              <a:defRPr/>
            </a:pPr>
            <a:fld id="{A930EF64-91C9-4EBD-82F9-3643AB15A28C}" type="slidenum">
              <a:rPr lang="en-US"/>
              <a:t>‹#›</a:t>
            </a:fld>
            <a:endParaRPr lang="en-US"/>
          </a:p>
        </p:txBody>
      </p:sp>
      <p:pic>
        <p:nvPicPr>
          <p:cNvPr id="927639567" name="Bildplatzhalter 4"/>
          <p:cNvPicPr>
            <a:picLocks noChangeAspect="1"/>
          </p:cNvPicPr>
          <p:nvPr userDrawn="1"/>
        </p:nvPicPr>
        <p:blipFill rotWithShape="1">
          <a:blip r:embed="rId2"/>
          <a:srcRect l="11" t="0" r="10" b="0"/>
          <a:stretch/>
        </p:blipFill>
        <p:spPr bwMode="gray">
          <a:xfrm>
            <a:off x="0" y="-1"/>
            <a:ext cx="12199938" cy="6858001"/>
          </a:xfrm>
          <a:prstGeom prst="rect">
            <a:avLst/>
          </a:prstGeom>
        </p:spPr>
      </p:pic>
      <p:sp>
        <p:nvSpPr>
          <p:cNvPr id="372729698" name="Title"/>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for Speaker – Version 1">
    <p:spTree>
      <p:nvGrpSpPr>
        <p:cNvPr id="1" name=""/>
        <p:cNvGrpSpPr/>
        <p:nvPr/>
      </p:nvGrpSpPr>
      <p:grpSpPr bwMode="auto">
        <a:xfrm>
          <a:off x="0" y="0"/>
          <a:ext cx="0" cy="0"/>
          <a:chOff x="0" y="0"/>
          <a:chExt cx="0" cy="0"/>
        </a:xfrm>
      </p:grpSpPr>
      <p:pic>
        <p:nvPicPr>
          <p:cNvPr id="1222587025" name="Bildplatzhalter 4"/>
          <p:cNvPicPr>
            <a:picLocks noChangeAspect="1"/>
          </p:cNvPicPr>
          <p:nvPr userDrawn="1"/>
        </p:nvPicPr>
        <p:blipFill rotWithShape="1">
          <a:blip r:embed="rId2"/>
          <a:srcRect l="11" t="0" r="10" b="0"/>
          <a:stretch/>
        </p:blipFill>
        <p:spPr bwMode="gray">
          <a:xfrm>
            <a:off x="0" y="1"/>
            <a:ext cx="12199938" cy="6858000"/>
          </a:xfrm>
          <a:prstGeom prst="rect">
            <a:avLst/>
          </a:prstGeom>
        </p:spPr>
      </p:pic>
      <p:sp>
        <p:nvSpPr>
          <p:cNvPr id="642019166" name="Rechteck 3"/>
          <p:cNvSpPr/>
          <p:nvPr userDrawn="1"/>
        </p:nvSpPr>
        <p:spPr bwMode="auto">
          <a:xfrm>
            <a:off x="-1" y="0"/>
            <a:ext cx="6098401" cy="6861175"/>
          </a:xfrm>
          <a:prstGeom prst="rect">
            <a:avLst/>
          </a:prstGeom>
          <a:gradFill>
            <a:gsLst>
              <a:gs pos="0">
                <a:schemeClr val="accent1">
                  <a:lumMod val="5000"/>
                  <a:lumOff val="95000"/>
                </a:schemeClr>
              </a:gs>
              <a:gs pos="72000">
                <a:srgbClr val="FCFDFD">
                  <a:alpha val="60000"/>
                </a:srgb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a:lnSpc>
                <a:spcPct val="100000"/>
              </a:lnSpc>
              <a:spcBef>
                <a:spcPts val="600"/>
              </a:spcBef>
              <a:spcAft>
                <a:spcPts val="0"/>
              </a:spcAft>
              <a:buClrTx/>
              <a:buSzTx/>
              <a:buFont typeface="Wingdings"/>
              <a:buChar char="§"/>
              <a:defRPr/>
            </a:pPr>
            <a:endParaRPr lang="de-DE" sz="1800">
              <a:solidFill>
                <a:schemeClr val="tx1"/>
              </a:solidFill>
              <a:latin typeface="+mj-lt"/>
              <a:ea typeface="+mn-ea"/>
              <a:cs typeface="Arial"/>
            </a:endParaRPr>
          </a:p>
        </p:txBody>
      </p:sp>
      <p:sp>
        <p:nvSpPr>
          <p:cNvPr id="1710437472" name="Footer Placeholder"/>
          <p:cNvSpPr>
            <a:spLocks noGrp="1"/>
          </p:cNvSpPr>
          <p:nvPr>
            <p:ph type="ftr" sz="quarter" idx="11"/>
          </p:nvPr>
        </p:nvSpPr>
        <p:spPr bwMode="auto">
          <a:prstGeom prst="rect">
            <a:avLst/>
          </a:prstGeom>
          <a:noFill/>
        </p:spPr>
        <p:txBody>
          <a:bodyPr/>
          <a:lstStyle/>
          <a:p>
            <a:pPr>
              <a:defRPr/>
            </a:pPr>
            <a:r>
              <a:rPr lang="en-US"/>
              <a:t>Footer text</a:t>
            </a:r>
            <a:endParaRPr/>
          </a:p>
        </p:txBody>
      </p:sp>
      <p:sp>
        <p:nvSpPr>
          <p:cNvPr id="868906937" name="Slide Number Placeholder"/>
          <p:cNvSpPr>
            <a:spLocks noGrp="1"/>
          </p:cNvSpPr>
          <p:nvPr>
            <p:ph type="sldNum" sz="quarter" idx="12"/>
          </p:nvPr>
        </p:nvSpPr>
        <p:spPr bwMode="auto">
          <a:prstGeom prst="rect">
            <a:avLst/>
          </a:prstGeom>
          <a:noFill/>
        </p:spPr>
        <p:txBody>
          <a:bodyPr/>
          <a:lstStyle/>
          <a:p>
            <a:pPr>
              <a:defRPr/>
            </a:pPr>
            <a:fld id="{A930EF64-91C9-4EBD-82F9-3643AB15A28C}" type="slidenum">
              <a:rPr lang="en-US"/>
              <a:t>‹#›</a:t>
            </a:fld>
            <a:endParaRPr lang="en-US"/>
          </a:p>
        </p:txBody>
      </p:sp>
      <p:sp>
        <p:nvSpPr>
          <p:cNvPr id="1257757291" name="Text Placeholder"/>
          <p:cNvSpPr>
            <a:spLocks noGrp="1"/>
          </p:cNvSpPr>
          <p:nvPr>
            <p:ph type="body" sz="quarter" idx="10" hasCustomPrompt="1"/>
          </p:nvPr>
        </p:nvSpPr>
        <p:spPr bwMode="auto">
          <a:xfrm>
            <a:off x="0" y="1089025"/>
            <a:ext cx="6098400" cy="5772150"/>
          </a:xfrm>
          <a:prstGeom prst="rect">
            <a:avLst/>
          </a:prstGeom>
          <a:noFill/>
        </p:spPr>
        <p:txBody>
          <a:bodyPr/>
          <a:lstStyle>
            <a:lvl1pPr>
              <a:defRPr/>
            </a:lvl1pPr>
          </a:lstStyle>
          <a:p>
            <a:pPr lvl="0">
              <a:defRPr/>
            </a:pPr>
            <a:r>
              <a:rPr lang="en-US"/>
              <a:t>Speaker name </a:t>
            </a:r>
            <a:br>
              <a:rPr lang="en-US"/>
            </a:br>
            <a:r>
              <a:rPr lang="en-US"/>
              <a:t>Department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938749065" name="Title"/>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for Speaker – Version 2">
    <p:spTree>
      <p:nvGrpSpPr>
        <p:cNvPr id="1" name=""/>
        <p:cNvGrpSpPr/>
        <p:nvPr/>
      </p:nvGrpSpPr>
      <p:grpSpPr bwMode="auto">
        <a:xfrm>
          <a:off x="0" y="0"/>
          <a:ext cx="0" cy="0"/>
          <a:chOff x="0" y="0"/>
          <a:chExt cx="0" cy="0"/>
        </a:xfrm>
      </p:grpSpPr>
      <p:sp>
        <p:nvSpPr>
          <p:cNvPr id="1629086967" name="Footer Placeholder"/>
          <p:cNvSpPr>
            <a:spLocks noGrp="1"/>
          </p:cNvSpPr>
          <p:nvPr>
            <p:ph type="ftr" sz="quarter" idx="10"/>
          </p:nvPr>
        </p:nvSpPr>
        <p:spPr bwMode="auto"/>
        <p:txBody>
          <a:bodyPr/>
          <a:lstStyle/>
          <a:p>
            <a:pPr>
              <a:defRPr/>
            </a:pPr>
            <a:r>
              <a:rPr lang="en-US"/>
              <a:t>Footer text</a:t>
            </a:r>
            <a:endParaRPr/>
          </a:p>
        </p:txBody>
      </p:sp>
      <p:sp>
        <p:nvSpPr>
          <p:cNvPr id="1527932654" name="Slide Number Placeholder"/>
          <p:cNvSpPr>
            <a:spLocks noGrp="1"/>
          </p:cNvSpPr>
          <p:nvPr>
            <p:ph type="sldNum" sz="quarter" idx="11"/>
          </p:nvPr>
        </p:nvSpPr>
        <p:spPr bwMode="auto"/>
        <p:txBody>
          <a:bodyPr/>
          <a:lstStyle/>
          <a:p>
            <a:pPr>
              <a:defRPr/>
            </a:pPr>
            <a:fld id="{A930EF64-91C9-4EBD-82F9-3643AB15A28C}" type="slidenum">
              <a:rPr lang="en-US"/>
              <a:t>‹#›</a:t>
            </a:fld>
            <a:endParaRPr lang="en-US"/>
          </a:p>
        </p:txBody>
      </p:sp>
      <p:sp>
        <p:nvSpPr>
          <p:cNvPr id="1392940793" name="Stage Red"/>
          <p:cNvSpPr/>
          <p:nvPr userDrawn="1"/>
        </p:nvSpPr>
        <p:spPr bwMode="ltGray">
          <a:xfrm>
            <a:off x="0" y="0"/>
            <a:ext cx="6098400" cy="6858000"/>
          </a:xfrm>
          <a:prstGeom prst="rect">
            <a:avLst/>
          </a:prstGeom>
          <a:gradFill>
            <a:gsLst>
              <a:gs pos="0">
                <a:srgbClr val="EF0000">
                  <a:lumMod val="100000"/>
                </a:srgbClr>
              </a:gs>
              <a:gs pos="16000">
                <a:srgbClr val="EF0000"/>
              </a:gs>
              <a:gs pos="69000">
                <a:srgbClr val="AC0000"/>
              </a:gs>
              <a:gs pos="100000">
                <a:srgbClr val="920000"/>
              </a:gs>
            </a:gsLst>
            <a:path path="circle"/>
          </a:gradFill>
          <a:ln w="6350" cap="flat" cmpd="sng" algn="ctr">
            <a:noFill/>
            <a:prstDash val="solid"/>
          </a:ln>
          <a:effectLst/>
        </p:spPr>
        <p:txBody>
          <a:bodyPr lIns="234000" rtlCol="0" anchor="ctr"/>
          <a:lstStyle/>
          <a:p>
            <a:pPr marL="342900" marR="0" lvl="0" indent="-342900" algn="ctr" defTabSz="914400">
              <a:lnSpc>
                <a:spcPct val="100000"/>
              </a:lnSpc>
              <a:spcBef>
                <a:spcPts val="0"/>
              </a:spcBef>
              <a:spcAft>
                <a:spcPts val="0"/>
              </a:spcAft>
              <a:buClrTx/>
              <a:buSzTx/>
              <a:buFont typeface="Arial"/>
              <a:buChar char="•"/>
              <a:defRPr/>
            </a:pPr>
            <a:endParaRPr lang="en-US" sz="2200" b="0" i="0" u="none" strike="noStrike" cap="none" spc="0">
              <a:ln>
                <a:noFill/>
              </a:ln>
              <a:solidFill>
                <a:prstClr val="white"/>
              </a:solidFill>
              <a:latin typeface="Arial"/>
              <a:ea typeface="+mn-ea"/>
              <a:cs typeface="Arial"/>
            </a:endParaRPr>
          </a:p>
        </p:txBody>
      </p:sp>
      <p:sp>
        <p:nvSpPr>
          <p:cNvPr id="1172921062"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pPr>
              <a:defRPr/>
            </a:pPr>
            <a:r>
              <a:rPr lang="en-US"/>
              <a:t>Speaker Name </a:t>
            </a:r>
            <a:br>
              <a:rPr lang="en-US"/>
            </a:br>
            <a:r>
              <a:rPr lang="en-US"/>
              <a:t>Department</a:t>
            </a:r>
            <a:endParaRPr/>
          </a:p>
        </p:txBody>
      </p:sp>
      <p:sp>
        <p:nvSpPr>
          <p:cNvPr id="1033700597" name="Title"/>
          <p:cNvSpPr>
            <a:spLocks noGrp="1"/>
          </p:cNvSpPr>
          <p:nvPr>
            <p:ph type="title" hasCustomPrompt="1"/>
          </p:nvPr>
        </p:nvSpPr>
        <p:spPr bwMode="auto">
          <a:xfrm>
            <a:off x="0" y="1893755"/>
            <a:ext cx="6096000" cy="629367"/>
          </a:xfrm>
        </p:spPr>
        <p:txBody>
          <a:bodyPr vert="horz" wrap="square" lIns="450000" tIns="144000" rIns="90000" bIns="144000" rtlCol="0" anchor="b" anchorCtr="0">
            <a:spAutoFit/>
          </a:bodyPr>
          <a:lstStyle>
            <a:lvl1pPr marL="0" indent="0">
              <a:buFont typeface="Arial"/>
              <a:buNone/>
              <a:defRPr lang="en-US">
                <a:solidFill>
                  <a:schemeClr val="bg1"/>
                </a:solidFill>
              </a:defRPr>
            </a:lvl1pPr>
          </a:lstStyle>
          <a:p>
            <a:pPr lvl="0">
              <a:defRPr/>
            </a:pPr>
            <a:r>
              <a:rPr lang="en-US"/>
              <a:t>Click to add title</a:t>
            </a:r>
            <a:endParaRPr/>
          </a:p>
        </p:txBody>
      </p:sp>
      <p:pic>
        <p:nvPicPr>
          <p:cNvPr id="127748884" name="Logo"/>
          <p:cNvPicPr>
            <a:picLocks noChangeAspect="1"/>
          </p:cNvPicPr>
          <p:nvPr userDrawn="1"/>
        </p:nvPicPr>
        <p:blipFill rotWithShape="1">
          <a:blip r:embed="rId2"/>
          <a:stretch/>
        </p:blipFill>
        <p:spPr bwMode="auto">
          <a:xfrm>
            <a:off x="393420" y="602129"/>
            <a:ext cx="1781712" cy="485547"/>
          </a:xfrm>
          <a:prstGeom prst="rect">
            <a:avLst/>
          </a:prstGeom>
        </p:spPr>
      </p:pic>
      <p:pic>
        <p:nvPicPr>
          <p:cNvPr id="1310373658" name="Title Picture version 2"/>
          <p:cNvPicPr>
            <a:picLocks noChangeAspect="1"/>
          </p:cNvPicPr>
          <p:nvPr userDrawn="1"/>
        </p:nvPicPr>
        <p:blipFill rotWithShape="1">
          <a:blip r:embed="rId3"/>
          <a:srcRect l="7934" t="0" r="7933" b="0"/>
          <a:stretch/>
        </p:blipFill>
        <p:spPr bwMode="auto">
          <a:xfrm>
            <a:off x="6098400" y="0"/>
            <a:ext cx="6094475" cy="6858000"/>
          </a:xfrm>
          <a:prstGeom prst="rect">
            <a:avLst/>
          </a:prstGeom>
          <a:ln w="6350">
            <a:solidFill>
              <a:schemeClr val="bg1">
                <a:lumMod val="95000"/>
              </a:schemeClr>
            </a:solidFill>
            <a:miter lim="800000"/>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for Speaker – Version 3">
    <p:spTree>
      <p:nvGrpSpPr>
        <p:cNvPr id="1" name=""/>
        <p:cNvGrpSpPr/>
        <p:nvPr/>
      </p:nvGrpSpPr>
      <p:grpSpPr bwMode="auto">
        <a:xfrm>
          <a:off x="0" y="0"/>
          <a:ext cx="0" cy="0"/>
          <a:chOff x="0" y="0"/>
          <a:chExt cx="0" cy="0"/>
        </a:xfrm>
      </p:grpSpPr>
      <p:sp>
        <p:nvSpPr>
          <p:cNvPr id="1127421393" name="Footer Placeholder"/>
          <p:cNvSpPr>
            <a:spLocks noGrp="1"/>
          </p:cNvSpPr>
          <p:nvPr>
            <p:ph type="ftr" sz="quarter" idx="10"/>
          </p:nvPr>
        </p:nvSpPr>
        <p:spPr bwMode="auto"/>
        <p:txBody>
          <a:bodyPr/>
          <a:lstStyle/>
          <a:p>
            <a:pPr>
              <a:defRPr/>
            </a:pPr>
            <a:r>
              <a:rPr lang="en-US"/>
              <a:t>Footer text</a:t>
            </a:r>
            <a:endParaRPr/>
          </a:p>
        </p:txBody>
      </p:sp>
      <p:sp>
        <p:nvSpPr>
          <p:cNvPr id="516713931" name="Slide Number Placeholder"/>
          <p:cNvSpPr>
            <a:spLocks noGrp="1"/>
          </p:cNvSpPr>
          <p:nvPr>
            <p:ph type="sldNum" sz="quarter" idx="11"/>
          </p:nvPr>
        </p:nvSpPr>
        <p:spPr bwMode="auto"/>
        <p:txBody>
          <a:bodyPr/>
          <a:lstStyle/>
          <a:p>
            <a:pPr>
              <a:defRPr/>
            </a:pPr>
            <a:fld id="{A930EF64-91C9-4EBD-82F9-3643AB15A28C}" type="slidenum">
              <a:rPr lang="en-US"/>
              <a:t>‹#›</a:t>
            </a:fld>
            <a:endParaRPr lang="en-US"/>
          </a:p>
        </p:txBody>
      </p:sp>
      <p:sp>
        <p:nvSpPr>
          <p:cNvPr id="1663293526" name="Stage Red"/>
          <p:cNvSpPr/>
          <p:nvPr userDrawn="1"/>
        </p:nvSpPr>
        <p:spPr bwMode="ltGray">
          <a:xfrm>
            <a:off x="0" y="0"/>
            <a:ext cx="6098400" cy="6858000"/>
          </a:xfrm>
          <a:prstGeom prst="rect">
            <a:avLst/>
          </a:prstGeom>
          <a:gradFill>
            <a:gsLst>
              <a:gs pos="0">
                <a:srgbClr val="EF0000">
                  <a:lumMod val="100000"/>
                </a:srgbClr>
              </a:gs>
              <a:gs pos="16000">
                <a:srgbClr val="EF0000"/>
              </a:gs>
              <a:gs pos="69000">
                <a:srgbClr val="AC0000"/>
              </a:gs>
              <a:gs pos="100000">
                <a:srgbClr val="920000"/>
              </a:gs>
            </a:gsLst>
            <a:path path="circle"/>
          </a:gradFill>
          <a:ln w="6350" cap="flat" cmpd="sng" algn="ctr">
            <a:noFill/>
            <a:prstDash val="solid"/>
          </a:ln>
          <a:effectLst/>
        </p:spPr>
        <p:txBody>
          <a:bodyPr lIns="234000" rtlCol="0" anchor="ctr"/>
          <a:lstStyle/>
          <a:p>
            <a:pPr marL="0" marR="0" lvl="0" indent="0" algn="ctr" defTabSz="914400">
              <a:lnSpc>
                <a:spcPct val="100000"/>
              </a:lnSpc>
              <a:spcBef>
                <a:spcPts val="0"/>
              </a:spcBef>
              <a:spcAft>
                <a:spcPts val="0"/>
              </a:spcAft>
              <a:buClrTx/>
              <a:buSzTx/>
              <a:buFontTx/>
              <a:buNone/>
              <a:defRPr/>
            </a:pPr>
            <a:endParaRPr lang="en-US" sz="2200" b="0" i="0" u="none" strike="noStrike" cap="none" spc="0">
              <a:ln>
                <a:noFill/>
              </a:ln>
              <a:solidFill>
                <a:prstClr val="white"/>
              </a:solidFill>
              <a:latin typeface="Arial"/>
              <a:ea typeface="+mn-ea"/>
              <a:cs typeface="Arial"/>
            </a:endParaRPr>
          </a:p>
        </p:txBody>
      </p:sp>
      <p:sp>
        <p:nvSpPr>
          <p:cNvPr id="629471764"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pPr>
              <a:defRPr/>
            </a:pPr>
            <a:r>
              <a:rPr lang="en-US"/>
              <a:t>Speaker Name </a:t>
            </a:r>
            <a:br>
              <a:rPr lang="en-US"/>
            </a:br>
            <a:r>
              <a:rPr lang="en-US"/>
              <a:t>Department</a:t>
            </a:r>
            <a:endParaRPr/>
          </a:p>
        </p:txBody>
      </p:sp>
      <p:sp>
        <p:nvSpPr>
          <p:cNvPr id="151011557" name="Title"/>
          <p:cNvSpPr>
            <a:spLocks noGrp="1"/>
          </p:cNvSpPr>
          <p:nvPr>
            <p:ph type="title" hasCustomPrompt="1"/>
          </p:nvPr>
        </p:nvSpPr>
        <p:spPr bwMode="auto">
          <a:xfrm>
            <a:off x="0" y="1893755"/>
            <a:ext cx="6096000" cy="629367"/>
          </a:xfrm>
        </p:spPr>
        <p:txBody>
          <a:bodyPr vert="horz" wrap="square" lIns="450000" tIns="144000" rIns="90000" bIns="144000" rtlCol="0" anchor="b" anchorCtr="0">
            <a:spAutoFit/>
          </a:bodyPr>
          <a:lstStyle>
            <a:lvl1pPr>
              <a:defRPr lang="en-US">
                <a:solidFill>
                  <a:schemeClr val="bg1"/>
                </a:solidFill>
              </a:defRPr>
            </a:lvl1pPr>
          </a:lstStyle>
          <a:p>
            <a:pPr lvl="0">
              <a:defRPr/>
            </a:pPr>
            <a:r>
              <a:rPr lang="en-US"/>
              <a:t>Click to add title</a:t>
            </a:r>
            <a:endParaRPr/>
          </a:p>
        </p:txBody>
      </p:sp>
      <p:pic>
        <p:nvPicPr>
          <p:cNvPr id="196892597" name="Logo"/>
          <p:cNvPicPr>
            <a:picLocks noChangeAspect="1"/>
          </p:cNvPicPr>
          <p:nvPr userDrawn="1"/>
        </p:nvPicPr>
        <p:blipFill rotWithShape="1">
          <a:blip r:embed="rId2"/>
          <a:stretch/>
        </p:blipFill>
        <p:spPr bwMode="auto">
          <a:xfrm>
            <a:off x="393420" y="602129"/>
            <a:ext cx="1781712" cy="485547"/>
          </a:xfrm>
          <a:prstGeom prst="rect">
            <a:avLst/>
          </a:prstGeom>
        </p:spPr>
      </p:pic>
      <p:pic>
        <p:nvPicPr>
          <p:cNvPr id="1944280597" name="Title Picture version 2"/>
          <p:cNvPicPr>
            <a:picLocks noChangeAspect="1"/>
          </p:cNvPicPr>
          <p:nvPr userDrawn="1"/>
        </p:nvPicPr>
        <p:blipFill rotWithShape="1">
          <a:blip r:embed="rId3"/>
          <a:stretch/>
        </p:blipFill>
        <p:spPr bwMode="auto">
          <a:xfrm>
            <a:off x="6098400" y="0"/>
            <a:ext cx="6094475" cy="6857999"/>
          </a:xfrm>
          <a:prstGeom prst="rect">
            <a:avLst/>
          </a:prstGeom>
          <a:ln w="6350">
            <a:solidFill>
              <a:schemeClr val="bg1">
                <a:lumMod val="95000"/>
              </a:schemeClr>
            </a:solidFill>
            <a:miter lim="800000"/>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ents">
    <p:spTree>
      <p:nvGrpSpPr>
        <p:cNvPr id="1" name=""/>
        <p:cNvGrpSpPr/>
        <p:nvPr/>
      </p:nvGrpSpPr>
      <p:grpSpPr bwMode="auto">
        <a:xfrm>
          <a:off x="0" y="0"/>
          <a:ext cx="0" cy="0"/>
          <a:chOff x="0" y="0"/>
          <a:chExt cx="0" cy="0"/>
        </a:xfrm>
      </p:grpSpPr>
      <p:sp>
        <p:nvSpPr>
          <p:cNvPr id="1182193359" name="Footer Placeholder"/>
          <p:cNvSpPr>
            <a:spLocks noGrp="1"/>
          </p:cNvSpPr>
          <p:nvPr>
            <p:ph type="ftr" sz="quarter" idx="16"/>
          </p:nvPr>
        </p:nvSpPr>
        <p:spPr bwMode="auto"/>
        <p:txBody>
          <a:bodyPr/>
          <a:lstStyle/>
          <a:p>
            <a:pPr>
              <a:defRPr/>
            </a:pPr>
            <a:r>
              <a:rPr lang="en-US"/>
              <a:t>Footer text</a:t>
            </a:r>
            <a:endParaRPr/>
          </a:p>
        </p:txBody>
      </p:sp>
      <p:sp>
        <p:nvSpPr>
          <p:cNvPr id="223041351"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49117759"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a:lvl1pPr>
            <a:lvl2pPr marL="982800" indent="-270000">
              <a:defRPr/>
            </a:lvl2pPr>
            <a:lvl3pPr marL="1342800" indent="-266400">
              <a:buFont typeface="Symbol"/>
              <a:buChar char="-"/>
              <a:defRPr/>
            </a:lvl3pPr>
            <a:lvl4pPr marL="1699200" indent="-266400">
              <a:defRPr/>
            </a:lvl4pPr>
            <a:lvl5pPr marL="2059200" indent="-266700">
              <a:defRPr/>
            </a:lvl5pPr>
          </a:lstStyle>
          <a:p>
            <a:pPr lvl="0">
              <a:defRPr/>
            </a:pPr>
            <a:r>
              <a:rPr lang="en-US"/>
              <a:t>Click to add chapter (active chapter in bold)</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142870397" name="Title"/>
          <p:cNvSpPr>
            <a:spLocks noGrp="1"/>
          </p:cNvSpPr>
          <p:nvPr>
            <p:ph type="title" hasCustomPrompt="1"/>
          </p:nvPr>
        </p:nvSpPr>
        <p:spPr bwMode="auto"/>
        <p:txBody>
          <a:bodyPr/>
          <a:lstStyle/>
          <a:p>
            <a:pPr>
              <a:defRPr/>
            </a:pPr>
            <a:r>
              <a:rPr lang="en-US"/>
              <a:t>Click to add contents</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
    <p:spTree>
      <p:nvGrpSpPr>
        <p:cNvPr id="1" name=""/>
        <p:cNvGrpSpPr/>
        <p:nvPr/>
      </p:nvGrpSpPr>
      <p:grpSpPr bwMode="auto">
        <a:xfrm>
          <a:off x="0" y="0"/>
          <a:ext cx="0" cy="0"/>
          <a:chOff x="0" y="0"/>
          <a:chExt cx="0" cy="0"/>
        </a:xfrm>
      </p:grpSpPr>
      <p:sp>
        <p:nvSpPr>
          <p:cNvPr id="2131996566" name="Footer Placeholder"/>
          <p:cNvSpPr>
            <a:spLocks noGrp="1"/>
          </p:cNvSpPr>
          <p:nvPr>
            <p:ph type="ftr" sz="quarter" idx="16"/>
          </p:nvPr>
        </p:nvSpPr>
        <p:spPr bwMode="auto"/>
        <p:txBody>
          <a:bodyPr/>
          <a:lstStyle/>
          <a:p>
            <a:pPr>
              <a:defRPr/>
            </a:pPr>
            <a:r>
              <a:rPr lang="en-US"/>
              <a:t>Footer text</a:t>
            </a:r>
            <a:endParaRPr/>
          </a:p>
        </p:txBody>
      </p:sp>
      <p:sp>
        <p:nvSpPr>
          <p:cNvPr id="1173469613"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104003095"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a:lvl1pPr>
            <a:lvl2pPr>
              <a:defRPr lang="en-US"/>
            </a:lvl2pPr>
            <a:lvl3pPr>
              <a:defRPr lang="en-US"/>
            </a:lvl3pPr>
            <a:lvl4pPr>
              <a:defRPr lang="en-US"/>
            </a:lvl4pPr>
            <a:lvl5pPr>
              <a:defRPr lang="en-US"/>
            </a:lvl5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745217392" name="Titel 1"/>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2/3 text + 2 pictures">
    <p:spTree>
      <p:nvGrpSpPr>
        <p:cNvPr id="1" name=""/>
        <p:cNvGrpSpPr/>
        <p:nvPr/>
      </p:nvGrpSpPr>
      <p:grpSpPr bwMode="auto">
        <a:xfrm>
          <a:off x="0" y="0"/>
          <a:ext cx="0" cy="0"/>
          <a:chOff x="0" y="0"/>
          <a:chExt cx="0" cy="0"/>
        </a:xfrm>
      </p:grpSpPr>
      <p:sp>
        <p:nvSpPr>
          <p:cNvPr id="100135057" name="Footer Placeholder"/>
          <p:cNvSpPr>
            <a:spLocks noGrp="1"/>
          </p:cNvSpPr>
          <p:nvPr>
            <p:ph type="ftr" sz="quarter" idx="17"/>
          </p:nvPr>
        </p:nvSpPr>
        <p:spPr bwMode="auto"/>
        <p:txBody>
          <a:bodyPr/>
          <a:lstStyle/>
          <a:p>
            <a:pPr>
              <a:defRPr/>
            </a:pPr>
            <a:r>
              <a:rPr lang="en-US"/>
              <a:t>Footer text</a:t>
            </a:r>
            <a:endParaRPr/>
          </a:p>
        </p:txBody>
      </p:sp>
      <p:sp>
        <p:nvSpPr>
          <p:cNvPr id="249762340" name="Slide Number Placeholder"/>
          <p:cNvSpPr>
            <a:spLocks noGrp="1"/>
          </p:cNvSpPr>
          <p:nvPr>
            <p:ph type="sldNum" sz="quarter" idx="18"/>
          </p:nvPr>
        </p:nvSpPr>
        <p:spPr bwMode="auto"/>
        <p:txBody>
          <a:bodyPr/>
          <a:lstStyle/>
          <a:p>
            <a:pPr>
              <a:defRPr/>
            </a:pPr>
            <a:fld id="{A930EF64-91C9-4EBD-82F9-3643AB15A28C}" type="slidenum">
              <a:rPr lang="en-US"/>
              <a:t>‹#›</a:t>
            </a:fld>
            <a:endParaRPr lang="en-US"/>
          </a:p>
        </p:txBody>
      </p:sp>
      <p:sp>
        <p:nvSpPr>
          <p:cNvPr id="1477590741" name="Picture Placeholder 2"/>
          <p:cNvSpPr>
            <a:spLocks noChangeAspect="1" noGrp="1"/>
          </p:cNvSpPr>
          <p:nvPr>
            <p:ph type="pic" sz="quarter" idx="16" hasCustomPrompt="1"/>
          </p:nvPr>
        </p:nvSpPr>
        <p:spPr bwMode="gray">
          <a:xfrm>
            <a:off x="8136000" y="3981600"/>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pPr>
              <a:defRPr/>
            </a:pPr>
            <a:r>
              <a:rPr lang="en-US"/>
              <a:t>Click on symbol to add picture</a:t>
            </a:r>
            <a:endParaRPr/>
          </a:p>
        </p:txBody>
      </p:sp>
      <p:sp>
        <p:nvSpPr>
          <p:cNvPr id="194262539" name="Picture Placeholder 1"/>
          <p:cNvSpPr>
            <a:spLocks noChangeAspect="1" noGrp="1"/>
          </p:cNvSpPr>
          <p:nvPr>
            <p:ph type="pic" sz="quarter" idx="14" hasCustomPrompt="1"/>
          </p:nvPr>
        </p:nvSpPr>
        <p:spPr bwMode="gray">
          <a:xfrm>
            <a:off x="8136000" y="1090799"/>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pPr>
              <a:defRPr/>
            </a:pPr>
            <a:r>
              <a:rPr lang="en-US"/>
              <a:t>Click on symbol to add picture</a:t>
            </a:r>
            <a:endParaRPr/>
          </a:p>
        </p:txBody>
      </p:sp>
      <p:sp>
        <p:nvSpPr>
          <p:cNvPr id="151094829" name="Text Placeholder"/>
          <p:cNvSpPr>
            <a:spLocks noGrp="1"/>
          </p:cNvSpPr>
          <p:nvPr>
            <p:ph type="body" sz="quarter" idx="15" hasCustomPrompt="1"/>
          </p:nvPr>
        </p:nvSpPr>
        <p:spPr bwMode="gray">
          <a:xfrm>
            <a:off x="2" y="1090799"/>
            <a:ext cx="81360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306620782" name="Titel 1"/>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2 text + 1 halfsize picture">
    <p:spTree>
      <p:nvGrpSpPr>
        <p:cNvPr id="1" name=""/>
        <p:cNvGrpSpPr/>
        <p:nvPr/>
      </p:nvGrpSpPr>
      <p:grpSpPr bwMode="auto">
        <a:xfrm>
          <a:off x="0" y="0"/>
          <a:ext cx="0" cy="0"/>
          <a:chOff x="0" y="0"/>
          <a:chExt cx="0" cy="0"/>
        </a:xfrm>
      </p:grpSpPr>
      <p:sp>
        <p:nvSpPr>
          <p:cNvPr id="1896628804" name="Footer Placeholder"/>
          <p:cNvSpPr>
            <a:spLocks noGrp="1"/>
          </p:cNvSpPr>
          <p:nvPr>
            <p:ph type="ftr" sz="quarter" idx="16"/>
          </p:nvPr>
        </p:nvSpPr>
        <p:spPr bwMode="auto"/>
        <p:txBody>
          <a:bodyPr/>
          <a:lstStyle/>
          <a:p>
            <a:pPr>
              <a:defRPr/>
            </a:pPr>
            <a:r>
              <a:rPr lang="en-US"/>
              <a:t>Footer text</a:t>
            </a:r>
            <a:endParaRPr/>
          </a:p>
        </p:txBody>
      </p:sp>
      <p:sp>
        <p:nvSpPr>
          <p:cNvPr id="17076685"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1845440193" name="Picture Placeholder"/>
          <p:cNvSpPr>
            <a:spLocks noGrp="1"/>
          </p:cNvSpPr>
          <p:nvPr>
            <p:ph type="pic" sz="quarter" idx="14" hasCustomPrompt="1"/>
          </p:nvPr>
        </p:nvSpPr>
        <p:spPr bwMode="gray">
          <a:xfrm>
            <a:off x="6098400" y="1090800"/>
            <a:ext cx="5840813" cy="55236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a:lvl1pPr>
          </a:lstStyle>
          <a:p>
            <a:pPr marL="0" lvl="0" indent="0">
              <a:buNone/>
              <a:defRPr/>
            </a:pPr>
            <a:r>
              <a:rPr lang="en-US"/>
              <a:t>Click on symbol to add picture</a:t>
            </a:r>
            <a:endParaRPr/>
          </a:p>
        </p:txBody>
      </p:sp>
      <p:sp>
        <p:nvSpPr>
          <p:cNvPr id="1794506843" name="Text Placeholder"/>
          <p:cNvSpPr>
            <a:spLocks noGrp="1"/>
          </p:cNvSpPr>
          <p:nvPr>
            <p:ph type="body" sz="quarter" idx="15" hasCustomPrompt="1"/>
          </p:nvPr>
        </p:nvSpPr>
        <p:spPr bwMode="gray">
          <a:xfrm>
            <a:off x="2" y="1090800"/>
            <a:ext cx="60984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1586125879" name="Titel 1"/>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2 text + 1 picture">
    <p:spTree>
      <p:nvGrpSpPr>
        <p:cNvPr id="1" name=""/>
        <p:cNvGrpSpPr/>
        <p:nvPr/>
      </p:nvGrpSpPr>
      <p:grpSpPr bwMode="auto">
        <a:xfrm>
          <a:off x="0" y="0"/>
          <a:ext cx="0" cy="0"/>
          <a:chOff x="0" y="0"/>
          <a:chExt cx="0" cy="0"/>
        </a:xfrm>
      </p:grpSpPr>
      <p:sp>
        <p:nvSpPr>
          <p:cNvPr id="1233894909" name="Footer Placeholder"/>
          <p:cNvSpPr>
            <a:spLocks noGrp="1"/>
          </p:cNvSpPr>
          <p:nvPr>
            <p:ph type="ftr" sz="quarter" idx="16"/>
          </p:nvPr>
        </p:nvSpPr>
        <p:spPr bwMode="auto"/>
        <p:txBody>
          <a:bodyPr/>
          <a:lstStyle/>
          <a:p>
            <a:pPr>
              <a:defRPr/>
            </a:pPr>
            <a:r>
              <a:rPr lang="en-US"/>
              <a:t>Footer text</a:t>
            </a:r>
            <a:endParaRPr/>
          </a:p>
        </p:txBody>
      </p:sp>
      <p:sp>
        <p:nvSpPr>
          <p:cNvPr id="355507318"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1148057097" name="Picture Placeholder"/>
          <p:cNvSpPr>
            <a:spLocks noGrp="1"/>
          </p:cNvSpPr>
          <p:nvPr>
            <p:ph type="pic" sz="quarter" idx="14" hasCustomPrompt="1"/>
          </p:nvPr>
        </p:nvSpPr>
        <p:spPr bwMode="gray">
          <a:xfrm>
            <a:off x="6098400" y="1090800"/>
            <a:ext cx="5843215" cy="4140586"/>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a:lvl1pPr>
          </a:lstStyle>
          <a:p>
            <a:pPr marL="0" lvl="0" indent="0">
              <a:buNone/>
              <a:defRPr/>
            </a:pPr>
            <a:r>
              <a:rPr lang="en-US"/>
              <a:t>Click on symbol to add picture</a:t>
            </a:r>
            <a:endParaRPr/>
          </a:p>
        </p:txBody>
      </p:sp>
      <p:sp>
        <p:nvSpPr>
          <p:cNvPr id="7907921"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548477797" name="Titel 4"/>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2 text + 2 pictures">
    <p:spTree>
      <p:nvGrpSpPr>
        <p:cNvPr id="1" name=""/>
        <p:cNvGrpSpPr/>
        <p:nvPr/>
      </p:nvGrpSpPr>
      <p:grpSpPr bwMode="auto">
        <a:xfrm>
          <a:off x="0" y="0"/>
          <a:ext cx="0" cy="0"/>
          <a:chOff x="0" y="0"/>
          <a:chExt cx="0" cy="0"/>
        </a:xfrm>
      </p:grpSpPr>
      <p:sp>
        <p:nvSpPr>
          <p:cNvPr id="1753444255" name="Footer Placeholder"/>
          <p:cNvSpPr>
            <a:spLocks noGrp="1"/>
          </p:cNvSpPr>
          <p:nvPr>
            <p:ph type="ftr" sz="quarter" idx="17"/>
          </p:nvPr>
        </p:nvSpPr>
        <p:spPr bwMode="auto"/>
        <p:txBody>
          <a:bodyPr/>
          <a:lstStyle/>
          <a:p>
            <a:pPr>
              <a:defRPr/>
            </a:pPr>
            <a:r>
              <a:rPr lang="en-US"/>
              <a:t>Footer text</a:t>
            </a:r>
            <a:endParaRPr/>
          </a:p>
        </p:txBody>
      </p:sp>
      <p:sp>
        <p:nvSpPr>
          <p:cNvPr id="1697653189" name="Slide Number Placeholder"/>
          <p:cNvSpPr>
            <a:spLocks noGrp="1"/>
          </p:cNvSpPr>
          <p:nvPr>
            <p:ph type="sldNum" sz="quarter" idx="18"/>
          </p:nvPr>
        </p:nvSpPr>
        <p:spPr bwMode="auto"/>
        <p:txBody>
          <a:bodyPr/>
          <a:lstStyle/>
          <a:p>
            <a:pPr>
              <a:defRPr/>
            </a:pPr>
            <a:fld id="{A930EF64-91C9-4EBD-82F9-3643AB15A28C}" type="slidenum">
              <a:rPr lang="en-US"/>
              <a:t>‹#›</a:t>
            </a:fld>
            <a:endParaRPr lang="en-US"/>
          </a:p>
        </p:txBody>
      </p:sp>
      <p:sp>
        <p:nvSpPr>
          <p:cNvPr id="547328392" name="Picture Placeholder 2"/>
          <p:cNvSpPr>
            <a:spLocks noGrp="1"/>
          </p:cNvSpPr>
          <p:nvPr>
            <p:ph type="pic" sz="quarter" idx="16" hasCustomPrompt="1"/>
          </p:nvPr>
        </p:nvSpPr>
        <p:spPr bwMode="gray">
          <a:xfrm>
            <a:off x="6098400" y="3981600"/>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a:lvl1pPr>
          </a:lstStyle>
          <a:p>
            <a:pPr marL="0" lvl="0" indent="0">
              <a:buNone/>
              <a:defRPr/>
            </a:pPr>
            <a:r>
              <a:rPr lang="en-US"/>
              <a:t>Click on symbol to add picture</a:t>
            </a:r>
            <a:endParaRPr/>
          </a:p>
        </p:txBody>
      </p:sp>
      <p:sp>
        <p:nvSpPr>
          <p:cNvPr id="1491267291" name="Picture Placeholder 1"/>
          <p:cNvSpPr>
            <a:spLocks noGrp="1"/>
          </p:cNvSpPr>
          <p:nvPr>
            <p:ph type="pic" sz="quarter" idx="14" hasCustomPrompt="1"/>
          </p:nvPr>
        </p:nvSpPr>
        <p:spPr bwMode="gray">
          <a:xfrm>
            <a:off x="6098400" y="1090799"/>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a:lvl1pPr>
          </a:lstStyle>
          <a:p>
            <a:pPr marL="0" lvl="0" indent="0">
              <a:buNone/>
              <a:defRPr/>
            </a:pPr>
            <a:r>
              <a:rPr lang="en-US"/>
              <a:t>Click on symbol to add picture</a:t>
            </a:r>
            <a:endParaRPr/>
          </a:p>
        </p:txBody>
      </p:sp>
      <p:sp>
        <p:nvSpPr>
          <p:cNvPr id="2109283535"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804796665" name="Titel 4"/>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2 text + 3 pictures">
    <p:spTree>
      <p:nvGrpSpPr>
        <p:cNvPr id="1" name=""/>
        <p:cNvGrpSpPr/>
        <p:nvPr/>
      </p:nvGrpSpPr>
      <p:grpSpPr bwMode="auto">
        <a:xfrm>
          <a:off x="0" y="0"/>
          <a:ext cx="0" cy="0"/>
          <a:chOff x="0" y="0"/>
          <a:chExt cx="0" cy="0"/>
        </a:xfrm>
      </p:grpSpPr>
      <p:sp>
        <p:nvSpPr>
          <p:cNvPr id="875359889" name="Footer Placeholder"/>
          <p:cNvSpPr>
            <a:spLocks noGrp="1"/>
          </p:cNvSpPr>
          <p:nvPr>
            <p:ph type="ftr" sz="quarter" idx="18"/>
          </p:nvPr>
        </p:nvSpPr>
        <p:spPr bwMode="auto"/>
        <p:txBody>
          <a:bodyPr/>
          <a:lstStyle/>
          <a:p>
            <a:pPr>
              <a:defRPr/>
            </a:pPr>
            <a:r>
              <a:rPr lang="en-US"/>
              <a:t>Footer text</a:t>
            </a:r>
            <a:endParaRPr/>
          </a:p>
        </p:txBody>
      </p:sp>
      <p:sp>
        <p:nvSpPr>
          <p:cNvPr id="1376916742" name="Slide Number Placeholder"/>
          <p:cNvSpPr>
            <a:spLocks noGrp="1"/>
          </p:cNvSpPr>
          <p:nvPr>
            <p:ph type="sldNum" sz="quarter" idx="19"/>
          </p:nvPr>
        </p:nvSpPr>
        <p:spPr bwMode="auto"/>
        <p:txBody>
          <a:bodyPr/>
          <a:lstStyle/>
          <a:p>
            <a:pPr>
              <a:defRPr/>
            </a:pPr>
            <a:fld id="{A930EF64-91C9-4EBD-82F9-3643AB15A28C}" type="slidenum">
              <a:rPr lang="en-US"/>
              <a:t>‹#›</a:t>
            </a:fld>
            <a:endParaRPr lang="en-US"/>
          </a:p>
        </p:txBody>
      </p:sp>
      <p:sp>
        <p:nvSpPr>
          <p:cNvPr id="1626747823" name="Picture Placeholder 3"/>
          <p:cNvSpPr>
            <a:spLocks noGrp="1"/>
          </p:cNvSpPr>
          <p:nvPr>
            <p:ph type="pic" sz="quarter" idx="17" hasCustomPrompt="1"/>
          </p:nvPr>
        </p:nvSpPr>
        <p:spPr bwMode="gray">
          <a:xfrm>
            <a:off x="9151200" y="3981600"/>
            <a:ext cx="2790417" cy="2641991"/>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a:lvl1pPr>
          </a:lstStyle>
          <a:p>
            <a:pPr marL="0" lvl="0" indent="0">
              <a:buNone/>
              <a:defRPr/>
            </a:pPr>
            <a:r>
              <a:rPr lang="en-US"/>
              <a:t>Click on symbol to add picture</a:t>
            </a:r>
            <a:endParaRPr/>
          </a:p>
        </p:txBody>
      </p:sp>
      <p:sp>
        <p:nvSpPr>
          <p:cNvPr id="1905866850" name="Picture Placeholder 2"/>
          <p:cNvSpPr>
            <a:spLocks noGrp="1"/>
          </p:cNvSpPr>
          <p:nvPr>
            <p:ph type="pic" sz="quarter" idx="16" hasCustomPrompt="1"/>
          </p:nvPr>
        </p:nvSpPr>
        <p:spPr bwMode="gray">
          <a:xfrm>
            <a:off x="6098400" y="3981600"/>
            <a:ext cx="2790417" cy="2641991"/>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a:lvl1pPr>
          </a:lstStyle>
          <a:p>
            <a:pPr marL="0" lvl="0" indent="0">
              <a:buNone/>
              <a:defRPr/>
            </a:pPr>
            <a:r>
              <a:rPr lang="en-US"/>
              <a:t>Click on symbol to add picture</a:t>
            </a:r>
            <a:endParaRPr/>
          </a:p>
        </p:txBody>
      </p:sp>
      <p:sp>
        <p:nvSpPr>
          <p:cNvPr id="760303814" name="Picture Placeholder 1"/>
          <p:cNvSpPr>
            <a:spLocks noGrp="1"/>
          </p:cNvSpPr>
          <p:nvPr>
            <p:ph type="pic" sz="quarter" idx="14" hasCustomPrompt="1"/>
          </p:nvPr>
        </p:nvSpPr>
        <p:spPr bwMode="gray">
          <a:xfrm>
            <a:off x="6098400" y="1090800"/>
            <a:ext cx="5843218" cy="2762938"/>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a:lvl1pPr>
          </a:lstStyle>
          <a:p>
            <a:pPr marL="0" lvl="0" indent="0">
              <a:buNone/>
              <a:defRPr/>
            </a:pPr>
            <a:r>
              <a:rPr lang="en-US"/>
              <a:t>Click on symbol to add picture</a:t>
            </a:r>
            <a:endParaRPr/>
          </a:p>
        </p:txBody>
      </p:sp>
      <p:sp>
        <p:nvSpPr>
          <p:cNvPr id="1483787319"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1580696390" name="Titel 7"/>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ext + 3 small pictures">
    <p:spTree>
      <p:nvGrpSpPr>
        <p:cNvPr id="1" name=""/>
        <p:cNvGrpSpPr/>
        <p:nvPr/>
      </p:nvGrpSpPr>
      <p:grpSpPr bwMode="auto">
        <a:xfrm>
          <a:off x="0" y="0"/>
          <a:ext cx="0" cy="0"/>
          <a:chOff x="0" y="0"/>
          <a:chExt cx="0" cy="0"/>
        </a:xfrm>
      </p:grpSpPr>
      <p:sp>
        <p:nvSpPr>
          <p:cNvPr id="1342660886" name="Footer Placeholder"/>
          <p:cNvSpPr>
            <a:spLocks noGrp="1"/>
          </p:cNvSpPr>
          <p:nvPr>
            <p:ph type="ftr" sz="quarter" idx="19"/>
          </p:nvPr>
        </p:nvSpPr>
        <p:spPr bwMode="auto"/>
        <p:txBody>
          <a:bodyPr/>
          <a:lstStyle/>
          <a:p>
            <a:pPr>
              <a:defRPr/>
            </a:pPr>
            <a:r>
              <a:rPr lang="en-US"/>
              <a:t>Footer text</a:t>
            </a:r>
            <a:endParaRPr/>
          </a:p>
        </p:txBody>
      </p:sp>
      <p:sp>
        <p:nvSpPr>
          <p:cNvPr id="1842663968" name="Slide Number Placeholder"/>
          <p:cNvSpPr>
            <a:spLocks noGrp="1"/>
          </p:cNvSpPr>
          <p:nvPr>
            <p:ph type="sldNum" sz="quarter" idx="20"/>
          </p:nvPr>
        </p:nvSpPr>
        <p:spPr bwMode="auto"/>
        <p:txBody>
          <a:bodyPr/>
          <a:lstStyle/>
          <a:p>
            <a:pPr>
              <a:defRPr/>
            </a:pPr>
            <a:fld id="{A930EF64-91C9-4EBD-82F9-3643AB15A28C}" type="slidenum">
              <a:rPr lang="en-US"/>
              <a:t>‹#›</a:t>
            </a:fld>
            <a:endParaRPr lang="en-US"/>
          </a:p>
        </p:txBody>
      </p:sp>
      <p:sp>
        <p:nvSpPr>
          <p:cNvPr id="1954952799" name="Picture Placeholder 3"/>
          <p:cNvSpPr>
            <a:spLocks noGrp="1"/>
          </p:cNvSpPr>
          <p:nvPr>
            <p:ph type="pic" sz="quarter" idx="22" hasCustomPrompt="1"/>
          </p:nvPr>
        </p:nvSpPr>
        <p:spPr bwMode="gray">
          <a:xfrm>
            <a:off x="8136000" y="4943904"/>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a:lvl1pPr>
          </a:lstStyle>
          <a:p>
            <a:pPr marL="0" lvl="0" indent="0">
              <a:buNone/>
              <a:defRPr/>
            </a:pPr>
            <a:r>
              <a:rPr lang="en-US"/>
              <a:t>Click on symbol to add picture</a:t>
            </a:r>
            <a:endParaRPr/>
          </a:p>
          <a:p>
            <a:pPr marL="0" lvl="0" indent="0">
              <a:buNone/>
              <a:defRPr/>
            </a:pPr>
            <a:endParaRPr lang="en-US"/>
          </a:p>
        </p:txBody>
      </p:sp>
      <p:sp>
        <p:nvSpPr>
          <p:cNvPr id="1459958012" name="Picture Placeholder 2"/>
          <p:cNvSpPr>
            <a:spLocks noGrp="1"/>
          </p:cNvSpPr>
          <p:nvPr>
            <p:ph type="pic" sz="quarter" idx="18" hasCustomPrompt="1"/>
          </p:nvPr>
        </p:nvSpPr>
        <p:spPr bwMode="gray">
          <a:xfrm>
            <a:off x="8136000" y="30204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a:lvl1pPr>
          </a:lstStyle>
          <a:p>
            <a:pPr marL="0" lvl="0" indent="0">
              <a:buNone/>
              <a:defRPr/>
            </a:pPr>
            <a:r>
              <a:rPr lang="en-US"/>
              <a:t>Click on symbol to add picture</a:t>
            </a:r>
            <a:endParaRPr/>
          </a:p>
          <a:p>
            <a:pPr marL="0" lvl="0" indent="0">
              <a:buNone/>
              <a:defRPr/>
            </a:pPr>
            <a:endParaRPr lang="en-US"/>
          </a:p>
        </p:txBody>
      </p:sp>
      <p:sp>
        <p:nvSpPr>
          <p:cNvPr id="661245586" name="Picture Placeholder 1"/>
          <p:cNvSpPr>
            <a:spLocks noGrp="1"/>
          </p:cNvSpPr>
          <p:nvPr>
            <p:ph type="pic" sz="quarter" idx="12" hasCustomPrompt="1"/>
          </p:nvPr>
        </p:nvSpPr>
        <p:spPr bwMode="gray">
          <a:xfrm>
            <a:off x="8136000" y="10908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a:lvl1pPr>
          </a:lstStyle>
          <a:p>
            <a:pPr marL="0" lvl="0" indent="0">
              <a:buNone/>
              <a:defRPr/>
            </a:pPr>
            <a:r>
              <a:rPr lang="en-US"/>
              <a:t>Click on symbol to add picture</a:t>
            </a:r>
            <a:endParaRPr/>
          </a:p>
          <a:p>
            <a:pPr marL="0" lvl="0" indent="0">
              <a:buNone/>
              <a:defRPr/>
            </a:pPr>
            <a:endParaRPr lang="en-US"/>
          </a:p>
        </p:txBody>
      </p:sp>
      <p:sp>
        <p:nvSpPr>
          <p:cNvPr id="588501474"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0">
              <a:defRPr/>
            </a:pPr>
            <a:endParaRPr lang="en-US"/>
          </a:p>
        </p:txBody>
      </p:sp>
      <p:sp>
        <p:nvSpPr>
          <p:cNvPr id="933489105" name="Titel 3"/>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Full-screen picture">
    <p:spTree>
      <p:nvGrpSpPr>
        <p:cNvPr id="1" name=""/>
        <p:cNvGrpSpPr/>
        <p:nvPr/>
      </p:nvGrpSpPr>
      <p:grpSpPr bwMode="auto">
        <a:xfrm>
          <a:off x="0" y="0"/>
          <a:ext cx="0" cy="0"/>
          <a:chOff x="0" y="0"/>
          <a:chExt cx="0" cy="0"/>
        </a:xfrm>
      </p:grpSpPr>
      <p:sp>
        <p:nvSpPr>
          <p:cNvPr id="1191690794" name="Footer Placeholder"/>
          <p:cNvSpPr>
            <a:spLocks noGrp="1"/>
          </p:cNvSpPr>
          <p:nvPr>
            <p:ph type="ftr" sz="quarter" idx="15"/>
          </p:nvPr>
        </p:nvSpPr>
        <p:spPr bwMode="auto"/>
        <p:txBody>
          <a:bodyPr/>
          <a:lstStyle/>
          <a:p>
            <a:pPr>
              <a:defRPr/>
            </a:pPr>
            <a:r>
              <a:rPr lang="en-US"/>
              <a:t>Footer text</a:t>
            </a:r>
            <a:endParaRPr/>
          </a:p>
        </p:txBody>
      </p:sp>
      <p:sp>
        <p:nvSpPr>
          <p:cNvPr id="219508773" name="Slide Number Placeholder"/>
          <p:cNvSpPr>
            <a:spLocks noGrp="1"/>
          </p:cNvSpPr>
          <p:nvPr>
            <p:ph type="sldNum" sz="quarter" idx="16"/>
          </p:nvPr>
        </p:nvSpPr>
        <p:spPr bwMode="auto"/>
        <p:txBody>
          <a:bodyPr/>
          <a:lstStyle/>
          <a:p>
            <a:pPr>
              <a:defRPr/>
            </a:pPr>
            <a:fld id="{A930EF64-91C9-4EBD-82F9-3643AB15A28C}" type="slidenum">
              <a:rPr lang="en-US"/>
              <a:t>‹#›</a:t>
            </a:fld>
            <a:endParaRPr lang="en-US"/>
          </a:p>
        </p:txBody>
      </p:sp>
      <p:sp>
        <p:nvSpPr>
          <p:cNvPr id="147726822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pPr>
              <a:defRPr/>
            </a:pPr>
            <a:r>
              <a:rPr lang="en-US"/>
              <a:t>Click on symbol to add picture</a:t>
            </a:r>
            <a:endParaRPr/>
          </a:p>
        </p:txBody>
      </p:sp>
      <p:sp>
        <p:nvSpPr>
          <p:cNvPr id="1704493083" name="Titel 3"/>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Full-screen picture with text overlay">
    <p:spTree>
      <p:nvGrpSpPr>
        <p:cNvPr id="1" name=""/>
        <p:cNvGrpSpPr/>
        <p:nvPr/>
      </p:nvGrpSpPr>
      <p:grpSpPr bwMode="auto">
        <a:xfrm>
          <a:off x="0" y="0"/>
          <a:ext cx="0" cy="0"/>
          <a:chOff x="0" y="0"/>
          <a:chExt cx="0" cy="0"/>
        </a:xfrm>
      </p:grpSpPr>
      <p:sp>
        <p:nvSpPr>
          <p:cNvPr id="754856802"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pPr>
              <a:defRPr/>
            </a:pPr>
            <a:r>
              <a:rPr lang="en-US"/>
              <a:t>Click on symbol to add picture</a:t>
            </a:r>
            <a:endParaRPr/>
          </a:p>
        </p:txBody>
      </p:sp>
      <p:sp>
        <p:nvSpPr>
          <p:cNvPr id="666452797" name="Rechteck 3"/>
          <p:cNvSpPr/>
          <p:nvPr userDrawn="1"/>
        </p:nvSpPr>
        <p:spPr bwMode="auto">
          <a:xfrm>
            <a:off x="-1" y="0"/>
            <a:ext cx="6098401" cy="6861175"/>
          </a:xfrm>
          <a:prstGeom prst="rect">
            <a:avLst/>
          </a:prstGeom>
          <a:gradFill>
            <a:gsLst>
              <a:gs pos="0">
                <a:schemeClr val="accent1">
                  <a:lumMod val="5000"/>
                  <a:lumOff val="95000"/>
                </a:schemeClr>
              </a:gs>
              <a:gs pos="72000">
                <a:srgbClr val="FCFDFD">
                  <a:alpha val="60000"/>
                </a:srgb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a:lnSpc>
                <a:spcPct val="100000"/>
              </a:lnSpc>
              <a:spcBef>
                <a:spcPts val="600"/>
              </a:spcBef>
              <a:spcAft>
                <a:spcPts val="0"/>
              </a:spcAft>
              <a:buClrTx/>
              <a:buSzTx/>
              <a:buFont typeface="Wingdings"/>
              <a:buChar char="§"/>
              <a:defRPr/>
            </a:pPr>
            <a:endParaRPr lang="de-DE" sz="1800">
              <a:solidFill>
                <a:schemeClr val="tx1"/>
              </a:solidFill>
              <a:latin typeface="+mj-lt"/>
              <a:ea typeface="+mn-ea"/>
              <a:cs typeface="Arial"/>
            </a:endParaRPr>
          </a:p>
        </p:txBody>
      </p:sp>
      <p:sp>
        <p:nvSpPr>
          <p:cNvPr id="694010860" name="Footer Placeholder"/>
          <p:cNvSpPr>
            <a:spLocks noGrp="1"/>
          </p:cNvSpPr>
          <p:nvPr>
            <p:ph type="ftr" sz="quarter" idx="16"/>
          </p:nvPr>
        </p:nvSpPr>
        <p:spPr bwMode="auto"/>
        <p:txBody>
          <a:bodyPr/>
          <a:lstStyle/>
          <a:p>
            <a:pPr>
              <a:defRPr/>
            </a:pPr>
            <a:r>
              <a:rPr lang="en-US"/>
              <a:t>Footer text</a:t>
            </a:r>
            <a:endParaRPr/>
          </a:p>
        </p:txBody>
      </p:sp>
      <p:sp>
        <p:nvSpPr>
          <p:cNvPr id="2061431329"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1609816078"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a:lvl1pPr>
          </a:lstStyle>
          <a:p>
            <a:pPr lvl="0">
              <a:defRPr/>
            </a:pPr>
            <a:r>
              <a:rPr lang="en-US"/>
              <a:t>Click to edit text</a:t>
            </a:r>
            <a:endParaRPr/>
          </a:p>
        </p:txBody>
      </p:sp>
      <p:sp>
        <p:nvSpPr>
          <p:cNvPr id="853062912" name="Titel 4"/>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Applications">
    <p:spTree>
      <p:nvGrpSpPr>
        <p:cNvPr id="1" name=""/>
        <p:cNvGrpSpPr/>
        <p:nvPr/>
      </p:nvGrpSpPr>
      <p:grpSpPr bwMode="auto">
        <a:xfrm>
          <a:off x="0" y="0"/>
          <a:ext cx="0" cy="0"/>
          <a:chOff x="0" y="0"/>
          <a:chExt cx="0" cy="0"/>
        </a:xfrm>
      </p:grpSpPr>
      <p:sp>
        <p:nvSpPr>
          <p:cNvPr id="820427988" name="Picture Placeholder 1"/>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pPr>
              <a:defRPr/>
            </a:pPr>
            <a:r>
              <a:rPr lang="en-US"/>
              <a:t>Click on symbol to add picture</a:t>
            </a:r>
            <a:endParaRPr/>
          </a:p>
        </p:txBody>
      </p:sp>
      <p:sp>
        <p:nvSpPr>
          <p:cNvPr id="383132581" name="Rechteck 3"/>
          <p:cNvSpPr/>
          <p:nvPr userDrawn="1"/>
        </p:nvSpPr>
        <p:spPr bwMode="auto">
          <a:xfrm>
            <a:off x="-1" y="0"/>
            <a:ext cx="6098401" cy="6861175"/>
          </a:xfrm>
          <a:prstGeom prst="rect">
            <a:avLst/>
          </a:prstGeom>
          <a:gradFill>
            <a:gsLst>
              <a:gs pos="0">
                <a:schemeClr val="accent1">
                  <a:lumMod val="5000"/>
                  <a:lumOff val="95000"/>
                </a:schemeClr>
              </a:gs>
              <a:gs pos="72000">
                <a:srgbClr val="FCFDFD">
                  <a:alpha val="60000"/>
                </a:srgb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a:lnSpc>
                <a:spcPct val="100000"/>
              </a:lnSpc>
              <a:spcBef>
                <a:spcPts val="600"/>
              </a:spcBef>
              <a:spcAft>
                <a:spcPts val="0"/>
              </a:spcAft>
              <a:buClrTx/>
              <a:buSzTx/>
              <a:buFont typeface="Wingdings"/>
              <a:buChar char="§"/>
              <a:defRPr/>
            </a:pPr>
            <a:endParaRPr lang="de-DE" sz="1800">
              <a:solidFill>
                <a:schemeClr val="tx1"/>
              </a:solidFill>
              <a:latin typeface="+mj-lt"/>
              <a:ea typeface="+mn-ea"/>
              <a:cs typeface="Arial"/>
            </a:endParaRPr>
          </a:p>
        </p:txBody>
      </p:sp>
      <p:sp>
        <p:nvSpPr>
          <p:cNvPr id="132540242" name="Footer Placeholder"/>
          <p:cNvSpPr>
            <a:spLocks noGrp="1"/>
          </p:cNvSpPr>
          <p:nvPr>
            <p:ph type="ftr" sz="quarter" idx="19"/>
          </p:nvPr>
        </p:nvSpPr>
        <p:spPr bwMode="auto"/>
        <p:txBody>
          <a:bodyPr/>
          <a:lstStyle/>
          <a:p>
            <a:pPr>
              <a:defRPr/>
            </a:pPr>
            <a:r>
              <a:rPr lang="en-US"/>
              <a:t>Footer text</a:t>
            </a:r>
            <a:endParaRPr/>
          </a:p>
        </p:txBody>
      </p:sp>
      <p:sp>
        <p:nvSpPr>
          <p:cNvPr id="1645865615" name="Slide Number Placeholder"/>
          <p:cNvSpPr>
            <a:spLocks noGrp="1"/>
          </p:cNvSpPr>
          <p:nvPr>
            <p:ph type="sldNum" sz="quarter" idx="20"/>
          </p:nvPr>
        </p:nvSpPr>
        <p:spPr bwMode="auto"/>
        <p:txBody>
          <a:bodyPr/>
          <a:lstStyle/>
          <a:p>
            <a:pPr>
              <a:defRPr/>
            </a:pPr>
            <a:fld id="{A930EF64-91C9-4EBD-82F9-3643AB15A28C}" type="slidenum">
              <a:rPr lang="en-US"/>
              <a:t>‹#›</a:t>
            </a:fld>
            <a:endParaRPr lang="en-US"/>
          </a:p>
        </p:txBody>
      </p:sp>
      <p:sp>
        <p:nvSpPr>
          <p:cNvPr id="816033262"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pPr>
              <a:defRPr/>
            </a:pPr>
            <a:r>
              <a:rPr lang="en-US"/>
              <a:t>Click on symbol to add picture</a:t>
            </a:r>
            <a:endParaRPr/>
          </a:p>
        </p:txBody>
      </p:sp>
      <p:sp>
        <p:nvSpPr>
          <p:cNvPr id="587452831"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pPr>
              <a:defRPr/>
            </a:pPr>
            <a:r>
              <a:rPr lang="en-US"/>
              <a:t>Click on symbol to add picture</a:t>
            </a:r>
            <a:endParaRPr/>
          </a:p>
        </p:txBody>
      </p:sp>
      <p:sp>
        <p:nvSpPr>
          <p:cNvPr id="1616276647"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pPr>
              <a:defRPr/>
            </a:pPr>
            <a:r>
              <a:rPr lang="en-US"/>
              <a:t>Click on symbol to add picture</a:t>
            </a:r>
            <a:endParaRPr/>
          </a:p>
        </p:txBody>
      </p:sp>
      <p:sp>
        <p:nvSpPr>
          <p:cNvPr id="1114805698"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sz="1800"/>
            </a:lvl1pPr>
            <a:lvl2pPr marL="360362" indent="0">
              <a:buNone/>
              <a:defRPr/>
            </a:lvl2pPr>
          </a:lstStyle>
          <a:p>
            <a:pPr lvl="0">
              <a:defRPr/>
            </a:pPr>
            <a:r>
              <a:rPr lang="en-US"/>
              <a:t>Click to edit text </a:t>
            </a:r>
            <a:endParaRPr/>
          </a:p>
        </p:txBody>
      </p:sp>
      <p:sp>
        <p:nvSpPr>
          <p:cNvPr id="1210530207" name="Titel 10"/>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xternal graphics with source">
    <p:spTree>
      <p:nvGrpSpPr>
        <p:cNvPr id="1" name=""/>
        <p:cNvGrpSpPr/>
        <p:nvPr/>
      </p:nvGrpSpPr>
      <p:grpSpPr bwMode="auto">
        <a:xfrm>
          <a:off x="0" y="0"/>
          <a:ext cx="0" cy="0"/>
          <a:chOff x="0" y="0"/>
          <a:chExt cx="0" cy="0"/>
        </a:xfrm>
      </p:grpSpPr>
      <p:sp>
        <p:nvSpPr>
          <p:cNvPr id="385716891" name="Footer Placeholder"/>
          <p:cNvSpPr>
            <a:spLocks noGrp="1"/>
          </p:cNvSpPr>
          <p:nvPr>
            <p:ph type="ftr" sz="quarter" idx="16"/>
          </p:nvPr>
        </p:nvSpPr>
        <p:spPr bwMode="auto"/>
        <p:txBody>
          <a:bodyPr/>
          <a:lstStyle/>
          <a:p>
            <a:pPr>
              <a:defRPr/>
            </a:pPr>
            <a:r>
              <a:rPr lang="en-US"/>
              <a:t>Footer text</a:t>
            </a:r>
            <a:endParaRPr/>
          </a:p>
        </p:txBody>
      </p:sp>
      <p:sp>
        <p:nvSpPr>
          <p:cNvPr id="160375749"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2103747089" name="Picture Placeholder"/>
          <p:cNvSpPr>
            <a:spLocks noGrp="1"/>
          </p:cNvSpPr>
          <p:nvPr>
            <p:ph type="pic" sz="quarter" idx="14" hasCustomPrompt="1"/>
          </p:nvPr>
        </p:nvSpPr>
        <p:spPr bwMode="gray">
          <a:xfrm>
            <a:off x="0" y="0"/>
            <a:ext cx="12201600" cy="6858000"/>
          </a:xfrm>
          <a:prstGeom prst="rect">
            <a:avLst/>
          </a:prstGeom>
          <a:ln w="6350">
            <a:solidFill>
              <a:schemeClr val="bg1">
                <a:lumMod val="95000"/>
              </a:schemeClr>
            </a:solidFill>
            <a:miter lim="800000"/>
          </a:ln>
        </p:spPr>
        <p:txBody>
          <a:bodyPr tIns="1270800"/>
          <a:lstStyle>
            <a:lvl1pPr marL="0" indent="0">
              <a:buNone/>
              <a:defRPr/>
            </a:lvl1pPr>
          </a:lstStyle>
          <a:p>
            <a:pPr>
              <a:defRPr/>
            </a:pPr>
            <a:r>
              <a:rPr lang="en-US"/>
              <a:t>Click on symbol to add picture</a:t>
            </a:r>
            <a:endParaRPr/>
          </a:p>
        </p:txBody>
      </p:sp>
      <p:sp>
        <p:nvSpPr>
          <p:cNvPr id="1592592900" name="Text Placeholder"/>
          <p:cNvSpPr>
            <a:spLocks noGrp="1"/>
          </p:cNvSpPr>
          <p:nvPr>
            <p:ph type="body" sz="quarter" idx="15" hasCustomPrompt="1"/>
          </p:nvPr>
        </p:nvSpPr>
        <p:spPr bwMode="gray">
          <a:xfrm rot="16199999">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defRPr/>
            </a:pPr>
            <a:r>
              <a:rPr lang="en-US"/>
              <a:t>Click here to edit source</a:t>
            </a:r>
            <a:endParaRPr/>
          </a:p>
        </p:txBody>
      </p:sp>
      <p:sp>
        <p:nvSpPr>
          <p:cNvPr id="925127854" name="Titel 3"/>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creenshot with description">
    <p:spTree>
      <p:nvGrpSpPr>
        <p:cNvPr id="1" name=""/>
        <p:cNvGrpSpPr/>
        <p:nvPr/>
      </p:nvGrpSpPr>
      <p:grpSpPr bwMode="auto">
        <a:xfrm>
          <a:off x="0" y="0"/>
          <a:ext cx="0" cy="0"/>
          <a:chOff x="0" y="0"/>
          <a:chExt cx="0" cy="0"/>
        </a:xfrm>
      </p:grpSpPr>
      <p:sp>
        <p:nvSpPr>
          <p:cNvPr id="107228858"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pPr>
              <a:defRPr/>
            </a:pPr>
            <a:r>
              <a:rPr lang="en-US"/>
              <a:t>Click on symbol to add picture</a:t>
            </a:r>
            <a:endParaRPr/>
          </a:p>
        </p:txBody>
      </p:sp>
      <p:sp>
        <p:nvSpPr>
          <p:cNvPr id="220819251" name="Footer Placeholder"/>
          <p:cNvSpPr>
            <a:spLocks noGrp="1"/>
          </p:cNvSpPr>
          <p:nvPr>
            <p:ph type="ftr" sz="quarter" idx="17"/>
          </p:nvPr>
        </p:nvSpPr>
        <p:spPr bwMode="auto"/>
        <p:txBody>
          <a:bodyPr/>
          <a:lstStyle/>
          <a:p>
            <a:pPr>
              <a:defRPr/>
            </a:pPr>
            <a:r>
              <a:rPr lang="en-US"/>
              <a:t>Footer text</a:t>
            </a:r>
            <a:endParaRPr/>
          </a:p>
        </p:txBody>
      </p:sp>
      <p:sp>
        <p:nvSpPr>
          <p:cNvPr id="1477510036" name="Slide Number Placeholder"/>
          <p:cNvSpPr>
            <a:spLocks noGrp="1"/>
          </p:cNvSpPr>
          <p:nvPr>
            <p:ph type="sldNum" sz="quarter" idx="18"/>
          </p:nvPr>
        </p:nvSpPr>
        <p:spPr bwMode="auto"/>
        <p:txBody>
          <a:bodyPr/>
          <a:lstStyle/>
          <a:p>
            <a:pPr>
              <a:defRPr/>
            </a:pPr>
            <a:fld id="{A930EF64-91C9-4EBD-82F9-3643AB15A28C}" type="slidenum">
              <a:rPr lang="en-US"/>
              <a:t>‹#›</a:t>
            </a:fld>
            <a:endParaRPr lang="en-US"/>
          </a:p>
        </p:txBody>
      </p:sp>
      <p:sp>
        <p:nvSpPr>
          <p:cNvPr id="724852523"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defRPr/>
            </a:pPr>
            <a:r>
              <a:rPr lang="en-US"/>
              <a:t>Click to add text</a:t>
            </a:r>
            <a:endParaRPr/>
          </a:p>
          <a:p>
            <a:pPr lvl="1">
              <a:defRPr/>
            </a:pPr>
            <a:r>
              <a:rPr lang="en-US"/>
              <a:t>Second level</a:t>
            </a:r>
            <a:endParaRPr/>
          </a:p>
          <a:p>
            <a:pPr lvl="0">
              <a:defRPr/>
            </a:pPr>
            <a:endParaRPr lang="en-US"/>
          </a:p>
        </p:txBody>
      </p:sp>
      <p:sp>
        <p:nvSpPr>
          <p:cNvPr id="649848202" name="Titel 3"/>
          <p:cNvSpPr>
            <a:spLocks noGrp="1"/>
          </p:cNvSpPr>
          <p:nvPr>
            <p:ph type="title" hasCustomPrompt="1"/>
          </p:nvPr>
        </p:nvSpPr>
        <p:spPr bwMode="auto"/>
        <p:txBody>
          <a:bodyPr/>
          <a:lstStyle/>
          <a:p>
            <a:pPr>
              <a:defRPr/>
            </a:pPr>
            <a:r>
              <a:rPr/>
              <a:t>Click to add title</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2 pictures">
    <p:spTree>
      <p:nvGrpSpPr>
        <p:cNvPr id="1" name=""/>
        <p:cNvGrpSpPr/>
        <p:nvPr/>
      </p:nvGrpSpPr>
      <p:grpSpPr bwMode="auto">
        <a:xfrm>
          <a:off x="0" y="0"/>
          <a:ext cx="0" cy="0"/>
          <a:chOff x="0" y="0"/>
          <a:chExt cx="0" cy="0"/>
        </a:xfrm>
      </p:grpSpPr>
      <p:sp>
        <p:nvSpPr>
          <p:cNvPr id="631989064" name="Footer Placeholder"/>
          <p:cNvSpPr>
            <a:spLocks noGrp="1"/>
          </p:cNvSpPr>
          <p:nvPr>
            <p:ph type="ftr" sz="quarter" idx="12"/>
          </p:nvPr>
        </p:nvSpPr>
        <p:spPr bwMode="auto"/>
        <p:txBody>
          <a:bodyPr/>
          <a:lstStyle/>
          <a:p>
            <a:pPr>
              <a:defRPr/>
            </a:pPr>
            <a:r>
              <a:rPr lang="en-US"/>
              <a:t>Footer text</a:t>
            </a:r>
            <a:endParaRPr/>
          </a:p>
        </p:txBody>
      </p:sp>
      <p:sp>
        <p:nvSpPr>
          <p:cNvPr id="903334395" name="Slide Number Placeholder"/>
          <p:cNvSpPr>
            <a:spLocks noGrp="1"/>
          </p:cNvSpPr>
          <p:nvPr>
            <p:ph type="sldNum" sz="quarter" idx="13"/>
          </p:nvPr>
        </p:nvSpPr>
        <p:spPr bwMode="auto"/>
        <p:txBody>
          <a:bodyPr/>
          <a:lstStyle/>
          <a:p>
            <a:pPr>
              <a:defRPr/>
            </a:pPr>
            <a:fld id="{A930EF64-91C9-4EBD-82F9-3643AB15A28C}" type="slidenum">
              <a:rPr lang="en-US"/>
              <a:t>‹#›</a:t>
            </a:fld>
            <a:endParaRPr lang="en-US"/>
          </a:p>
        </p:txBody>
      </p:sp>
      <p:sp>
        <p:nvSpPr>
          <p:cNvPr id="771586536" name="Picture Placeholder 2"/>
          <p:cNvSpPr>
            <a:spLocks noGrp="1"/>
          </p:cNvSpPr>
          <p:nvPr>
            <p:ph type="pic" sz="quarter" idx="11" hasCustomPrompt="1"/>
          </p:nvPr>
        </p:nvSpPr>
        <p:spPr bwMode="gray">
          <a:xfrm>
            <a:off x="6098400" y="0"/>
            <a:ext cx="6098400" cy="6858000"/>
          </a:xfrm>
          <a:prstGeom prst="rect">
            <a:avLst/>
          </a:prstGeom>
          <a:ln w="6350">
            <a:solidFill>
              <a:schemeClr val="bg1">
                <a:lumMod val="95000"/>
              </a:schemeClr>
            </a:solidFill>
            <a:miter lim="800000"/>
          </a:ln>
        </p:spPr>
        <p:txBody>
          <a:bodyPr tIns="1270800"/>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035511809" name="Picture Placeholder 1"/>
          <p:cNvSpPr>
            <a:spLocks noGrp="1"/>
          </p:cNvSpPr>
          <p:nvPr>
            <p:ph type="pic" sz="quarter" idx="10" hasCustomPrompt="1"/>
          </p:nvPr>
        </p:nvSpPr>
        <p:spPr bwMode="gray">
          <a:xfrm>
            <a:off x="-7200" y="0"/>
            <a:ext cx="6098400" cy="6858000"/>
          </a:xfrm>
          <a:prstGeom prst="rect">
            <a:avLst/>
          </a:prstGeom>
          <a:ln w="6350">
            <a:solidFill>
              <a:schemeClr val="bg1">
                <a:lumMod val="95000"/>
              </a:schemeClr>
            </a:solidFill>
            <a:miter lim="800000"/>
          </a:ln>
        </p:spPr>
        <p:txBody>
          <a:bodyPr tIns="1270800"/>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139341462" name="Title"/>
          <p:cNvSpPr>
            <a:spLocks noGrp="1"/>
          </p:cNvSpPr>
          <p:nvPr>
            <p:ph type="title" hasCustomPrompt="1"/>
          </p:nvPr>
        </p:nvSpPr>
        <p:spPr bwMode="auto"/>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4 pictures">
    <p:spTree>
      <p:nvGrpSpPr>
        <p:cNvPr id="1" name=""/>
        <p:cNvGrpSpPr/>
        <p:nvPr/>
      </p:nvGrpSpPr>
      <p:grpSpPr bwMode="auto">
        <a:xfrm>
          <a:off x="0" y="0"/>
          <a:ext cx="0" cy="0"/>
          <a:chOff x="0" y="0"/>
          <a:chExt cx="0" cy="0"/>
        </a:xfrm>
      </p:grpSpPr>
      <p:sp>
        <p:nvSpPr>
          <p:cNvPr id="1923511179" name="Footer Placeholder"/>
          <p:cNvSpPr>
            <a:spLocks noGrp="1"/>
          </p:cNvSpPr>
          <p:nvPr>
            <p:ph type="ftr" sz="quarter" idx="14"/>
          </p:nvPr>
        </p:nvSpPr>
        <p:spPr bwMode="auto"/>
        <p:txBody>
          <a:bodyPr/>
          <a:lstStyle/>
          <a:p>
            <a:pPr>
              <a:defRPr/>
            </a:pPr>
            <a:r>
              <a:rPr lang="en-US"/>
              <a:t>Footer text</a:t>
            </a:r>
            <a:endParaRPr/>
          </a:p>
        </p:txBody>
      </p:sp>
      <p:sp>
        <p:nvSpPr>
          <p:cNvPr id="197919329" name="Slide Number Placeholder"/>
          <p:cNvSpPr>
            <a:spLocks noGrp="1"/>
          </p:cNvSpPr>
          <p:nvPr>
            <p:ph type="sldNum" sz="quarter" idx="15"/>
          </p:nvPr>
        </p:nvSpPr>
        <p:spPr bwMode="auto"/>
        <p:txBody>
          <a:bodyPr/>
          <a:lstStyle/>
          <a:p>
            <a:pPr>
              <a:defRPr/>
            </a:pPr>
            <a:fld id="{A930EF64-91C9-4EBD-82F9-3643AB15A28C}" type="slidenum">
              <a:rPr lang="en-US"/>
              <a:t>‹#›</a:t>
            </a:fld>
            <a:endParaRPr lang="en-US"/>
          </a:p>
        </p:txBody>
      </p:sp>
      <p:sp>
        <p:nvSpPr>
          <p:cNvPr id="1215412294" name="Picture Placeholder 4"/>
          <p:cNvSpPr>
            <a:spLocks noGrp="1"/>
          </p:cNvSpPr>
          <p:nvPr>
            <p:ph type="pic" sz="quarter" idx="13" hasCustomPrompt="1"/>
          </p:nvPr>
        </p:nvSpPr>
        <p:spPr bwMode="gray">
          <a:xfrm>
            <a:off x="6098400" y="3430800"/>
            <a:ext cx="6098400" cy="34308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244216733" name="Picture Placeholder 3"/>
          <p:cNvSpPr>
            <a:spLocks noGrp="1"/>
          </p:cNvSpPr>
          <p:nvPr>
            <p:ph type="pic" sz="quarter" idx="12" hasCustomPrompt="1"/>
          </p:nvPr>
        </p:nvSpPr>
        <p:spPr bwMode="gray">
          <a:xfrm>
            <a:off x="-7200" y="3430800"/>
            <a:ext cx="6098400" cy="34308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923348316" name="Picture Placeholder 2"/>
          <p:cNvSpPr>
            <a:spLocks noGrp="1"/>
          </p:cNvSpPr>
          <p:nvPr>
            <p:ph type="pic" sz="quarter" idx="11" hasCustomPrompt="1"/>
          </p:nvPr>
        </p:nvSpPr>
        <p:spPr bwMode="gray">
          <a:xfrm>
            <a:off x="6098400" y="0"/>
            <a:ext cx="6098400" cy="3430800"/>
          </a:xfrm>
          <a:prstGeom prst="rect">
            <a:avLst/>
          </a:prstGeom>
          <a:ln w="6350">
            <a:solidFill>
              <a:schemeClr val="bg1">
                <a:lumMod val="95000"/>
              </a:schemeClr>
            </a:solidFill>
            <a:miter lim="800000"/>
          </a:ln>
        </p:spPr>
        <p:txBody>
          <a:bodyPr tIns="1270800"/>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731447661" name="Picture Placeholder 1"/>
          <p:cNvSpPr>
            <a:spLocks noGrp="1"/>
          </p:cNvSpPr>
          <p:nvPr>
            <p:ph type="pic" sz="quarter" idx="10" hasCustomPrompt="1"/>
          </p:nvPr>
        </p:nvSpPr>
        <p:spPr bwMode="gray">
          <a:xfrm>
            <a:off x="-7200" y="0"/>
            <a:ext cx="6098400" cy="3430800"/>
          </a:xfrm>
          <a:prstGeom prst="rect">
            <a:avLst/>
          </a:prstGeom>
          <a:ln w="6350">
            <a:solidFill>
              <a:schemeClr val="bg1">
                <a:lumMod val="95000"/>
              </a:schemeClr>
            </a:solidFill>
            <a:miter lim="800000"/>
          </a:ln>
        </p:spPr>
        <p:txBody>
          <a:bodyPr tIns="1270800"/>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646659039" name="Title"/>
          <p:cNvSpPr>
            <a:spLocks noGrp="1"/>
          </p:cNvSpPr>
          <p:nvPr>
            <p:ph type="title" hasCustomPrompt="1"/>
          </p:nvPr>
        </p:nvSpPr>
        <p:spPr bwMode="auto"/>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6 pictures">
    <p:spTree>
      <p:nvGrpSpPr>
        <p:cNvPr id="1" name=""/>
        <p:cNvGrpSpPr/>
        <p:nvPr/>
      </p:nvGrpSpPr>
      <p:grpSpPr bwMode="auto">
        <a:xfrm>
          <a:off x="0" y="0"/>
          <a:ext cx="0" cy="0"/>
          <a:chOff x="0" y="0"/>
          <a:chExt cx="0" cy="0"/>
        </a:xfrm>
      </p:grpSpPr>
      <p:sp>
        <p:nvSpPr>
          <p:cNvPr id="843679634" name="Footer Placeholder"/>
          <p:cNvSpPr>
            <a:spLocks noGrp="1"/>
          </p:cNvSpPr>
          <p:nvPr>
            <p:ph type="ftr" sz="quarter" idx="16"/>
          </p:nvPr>
        </p:nvSpPr>
        <p:spPr bwMode="auto"/>
        <p:txBody>
          <a:bodyPr/>
          <a:lstStyle/>
          <a:p>
            <a:pPr>
              <a:defRPr/>
            </a:pPr>
            <a:r>
              <a:rPr lang="en-US"/>
              <a:t>Footer text</a:t>
            </a:r>
            <a:endParaRPr/>
          </a:p>
        </p:txBody>
      </p:sp>
      <p:sp>
        <p:nvSpPr>
          <p:cNvPr id="1291009630" name="Slide Number Placeholder"/>
          <p:cNvSpPr>
            <a:spLocks noGrp="1"/>
          </p:cNvSpPr>
          <p:nvPr>
            <p:ph type="sldNum" sz="quarter" idx="17"/>
          </p:nvPr>
        </p:nvSpPr>
        <p:spPr bwMode="auto"/>
        <p:txBody>
          <a:bodyPr/>
          <a:lstStyle/>
          <a:p>
            <a:pPr>
              <a:defRPr/>
            </a:pPr>
            <a:fld id="{A930EF64-91C9-4EBD-82F9-3643AB15A28C}" type="slidenum">
              <a:rPr lang="en-US"/>
              <a:t>‹#›</a:t>
            </a:fld>
            <a:endParaRPr lang="en-US"/>
          </a:p>
        </p:txBody>
      </p:sp>
      <p:sp>
        <p:nvSpPr>
          <p:cNvPr id="1085224567" name="Picture Placeholder 6"/>
          <p:cNvSpPr>
            <a:spLocks noGrp="1"/>
          </p:cNvSpPr>
          <p:nvPr>
            <p:ph type="pic" sz="quarter" idx="15" hasCustomPrompt="1"/>
          </p:nvPr>
        </p:nvSpPr>
        <p:spPr bwMode="gray">
          <a:xfrm>
            <a:off x="8136000" y="3430800"/>
            <a:ext cx="4065600" cy="34308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512927995" name="Picture Placeholder 5"/>
          <p:cNvSpPr>
            <a:spLocks noGrp="1"/>
          </p:cNvSpPr>
          <p:nvPr>
            <p:ph type="pic" sz="quarter" idx="14" hasCustomPrompt="1"/>
          </p:nvPr>
        </p:nvSpPr>
        <p:spPr bwMode="gray">
          <a:xfrm>
            <a:off x="4063199" y="3430800"/>
            <a:ext cx="4065600" cy="34308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921746912" name="Picture Placeholder 4"/>
          <p:cNvSpPr>
            <a:spLocks noGrp="1"/>
          </p:cNvSpPr>
          <p:nvPr>
            <p:ph type="pic" sz="quarter" idx="13" hasCustomPrompt="1"/>
          </p:nvPr>
        </p:nvSpPr>
        <p:spPr bwMode="gray">
          <a:xfrm>
            <a:off x="-7200" y="3430800"/>
            <a:ext cx="4065600" cy="34308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560275794" name="Picture Placeholder 3"/>
          <p:cNvSpPr>
            <a:spLocks noGrp="1"/>
          </p:cNvSpPr>
          <p:nvPr>
            <p:ph type="pic" sz="quarter" idx="12" hasCustomPrompt="1"/>
          </p:nvPr>
        </p:nvSpPr>
        <p:spPr bwMode="gray">
          <a:xfrm>
            <a:off x="8136000" y="0"/>
            <a:ext cx="4065600" cy="3430800"/>
          </a:xfrm>
          <a:prstGeom prst="rect">
            <a:avLst/>
          </a:prstGeom>
          <a:ln w="6350">
            <a:solidFill>
              <a:schemeClr val="bg1">
                <a:lumMod val="95000"/>
              </a:schemeClr>
            </a:solidFill>
            <a:miter lim="800000"/>
          </a:ln>
        </p:spPr>
        <p:txBody>
          <a:bodyPr tIns="1270800"/>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240437443" name="Picture Placeholder 2"/>
          <p:cNvSpPr>
            <a:spLocks noGrp="1"/>
          </p:cNvSpPr>
          <p:nvPr>
            <p:ph type="pic" sz="quarter" idx="11" hasCustomPrompt="1"/>
          </p:nvPr>
        </p:nvSpPr>
        <p:spPr bwMode="gray">
          <a:xfrm>
            <a:off x="4063199" y="0"/>
            <a:ext cx="4065600" cy="3430800"/>
          </a:xfrm>
          <a:prstGeom prst="rect">
            <a:avLst/>
          </a:prstGeom>
          <a:ln w="6350">
            <a:solidFill>
              <a:schemeClr val="bg1">
                <a:lumMod val="95000"/>
              </a:schemeClr>
            </a:solidFill>
            <a:miter lim="800000"/>
          </a:ln>
        </p:spPr>
        <p:txBody>
          <a:bodyPr tIns="1270800"/>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749420717" name="Picture Placeholder 1"/>
          <p:cNvSpPr>
            <a:spLocks noGrp="1"/>
          </p:cNvSpPr>
          <p:nvPr>
            <p:ph type="pic" sz="quarter" idx="10" hasCustomPrompt="1"/>
          </p:nvPr>
        </p:nvSpPr>
        <p:spPr bwMode="gray">
          <a:xfrm>
            <a:off x="-7200" y="0"/>
            <a:ext cx="4065600" cy="3430800"/>
          </a:xfrm>
          <a:prstGeom prst="rect">
            <a:avLst/>
          </a:prstGeom>
          <a:ln w="6350">
            <a:solidFill>
              <a:schemeClr val="bg1">
                <a:lumMod val="95000"/>
              </a:schemeClr>
            </a:solidFill>
            <a:miter lim="800000"/>
          </a:ln>
        </p:spPr>
        <p:txBody>
          <a:bodyPr tIns="1270800"/>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2072536586" name="Title"/>
          <p:cNvSpPr>
            <a:spLocks noGrp="1"/>
          </p:cNvSpPr>
          <p:nvPr>
            <p:ph type="title" hasCustomPrompt="1"/>
          </p:nvPr>
        </p:nvSpPr>
        <p:spPr bwMode="auto"/>
        <p:txBody>
          <a:bodyPr vert="horz" wrap="square" lIns="450000" tIns="144000" rIns="90000" bIns="144000" rtlCol="0" anchor="b" anchorCtr="0">
            <a:spAutoFit/>
          </a:bodyPr>
          <a:lstStyle>
            <a:lvl1pPr>
              <a:defRPr lang="en-US"/>
            </a:lvl1pPr>
          </a:lstStyle>
          <a:p>
            <a:pPr lvl="0">
              <a:defRPr/>
            </a:pPr>
            <a:r>
              <a:rPr lang="en-US"/>
              <a:t>Click to add title</a:t>
            </a: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9 pictures">
    <p:spTree>
      <p:nvGrpSpPr>
        <p:cNvPr id="1" name=""/>
        <p:cNvGrpSpPr/>
        <p:nvPr/>
      </p:nvGrpSpPr>
      <p:grpSpPr bwMode="auto">
        <a:xfrm>
          <a:off x="0" y="0"/>
          <a:ext cx="0" cy="0"/>
          <a:chOff x="0" y="0"/>
          <a:chExt cx="0" cy="0"/>
        </a:xfrm>
      </p:grpSpPr>
      <p:sp>
        <p:nvSpPr>
          <p:cNvPr id="1169192204" name="Footer Placeholder"/>
          <p:cNvSpPr>
            <a:spLocks noGrp="1"/>
          </p:cNvSpPr>
          <p:nvPr>
            <p:ph type="ftr" sz="quarter" idx="19"/>
          </p:nvPr>
        </p:nvSpPr>
        <p:spPr bwMode="auto"/>
        <p:txBody>
          <a:bodyPr/>
          <a:lstStyle/>
          <a:p>
            <a:pPr>
              <a:defRPr/>
            </a:pPr>
            <a:r>
              <a:rPr lang="en-US"/>
              <a:t>Footer text</a:t>
            </a:r>
            <a:endParaRPr/>
          </a:p>
        </p:txBody>
      </p:sp>
      <p:sp>
        <p:nvSpPr>
          <p:cNvPr id="915112347" name="Slide Number Placeholder"/>
          <p:cNvSpPr>
            <a:spLocks noGrp="1"/>
          </p:cNvSpPr>
          <p:nvPr>
            <p:ph type="sldNum" sz="quarter" idx="20"/>
          </p:nvPr>
        </p:nvSpPr>
        <p:spPr bwMode="auto"/>
        <p:txBody>
          <a:bodyPr/>
          <a:lstStyle/>
          <a:p>
            <a:pPr>
              <a:defRPr/>
            </a:pPr>
            <a:fld id="{A930EF64-91C9-4EBD-82F9-3643AB15A28C}" type="slidenum">
              <a:rPr lang="en-US"/>
              <a:t>‹#›</a:t>
            </a:fld>
            <a:endParaRPr lang="en-US"/>
          </a:p>
        </p:txBody>
      </p:sp>
      <p:sp>
        <p:nvSpPr>
          <p:cNvPr id="753819691" name="Picture Placeholder 9"/>
          <p:cNvSpPr>
            <a:spLocks noGrp="1"/>
          </p:cNvSpPr>
          <p:nvPr>
            <p:ph type="pic" sz="quarter" idx="18" hasCustomPrompt="1"/>
          </p:nvPr>
        </p:nvSpPr>
        <p:spPr bwMode="gray">
          <a:xfrm>
            <a:off x="8136000" y="4572000"/>
            <a:ext cx="4065600" cy="22860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109507819" name="Picture Placeholder 8"/>
          <p:cNvSpPr>
            <a:spLocks noGrp="1"/>
          </p:cNvSpPr>
          <p:nvPr>
            <p:ph type="pic" sz="quarter" idx="17" hasCustomPrompt="1"/>
          </p:nvPr>
        </p:nvSpPr>
        <p:spPr bwMode="gray">
          <a:xfrm>
            <a:off x="4064400" y="4572000"/>
            <a:ext cx="4065600" cy="22860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961975702" name="Picture Placeholder 7"/>
          <p:cNvSpPr>
            <a:spLocks noGrp="1"/>
          </p:cNvSpPr>
          <p:nvPr>
            <p:ph type="pic" sz="quarter" idx="16" hasCustomPrompt="1"/>
          </p:nvPr>
        </p:nvSpPr>
        <p:spPr bwMode="gray">
          <a:xfrm>
            <a:off x="-7200" y="4572000"/>
            <a:ext cx="4065600" cy="22860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204225556" name="Picture Placeholder 6"/>
          <p:cNvSpPr>
            <a:spLocks noGrp="1"/>
          </p:cNvSpPr>
          <p:nvPr>
            <p:ph type="pic" sz="quarter" idx="15" hasCustomPrompt="1"/>
          </p:nvPr>
        </p:nvSpPr>
        <p:spPr bwMode="gray">
          <a:xfrm>
            <a:off x="8136000" y="2286000"/>
            <a:ext cx="4065600" cy="22860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531698669" name="Picture Placeholder 5"/>
          <p:cNvSpPr>
            <a:spLocks noGrp="1"/>
          </p:cNvSpPr>
          <p:nvPr>
            <p:ph type="pic" sz="quarter" idx="14" hasCustomPrompt="1"/>
          </p:nvPr>
        </p:nvSpPr>
        <p:spPr bwMode="gray">
          <a:xfrm>
            <a:off x="4064400" y="2286000"/>
            <a:ext cx="4065600" cy="2286000"/>
          </a:xfrm>
          <a:prstGeom prst="rect">
            <a:avLst/>
          </a:prstGeom>
          <a:ln w="6350">
            <a:solidFill>
              <a:schemeClr val="bg1">
                <a:lumMod val="95000"/>
              </a:schemeClr>
            </a:solidFill>
            <a:miter lim="800000"/>
          </a:ln>
        </p:spPr>
        <p:txBody>
          <a:bodyPr/>
          <a:lstStyle>
            <a:lvl1pPr marL="0" indent="0">
              <a:buNone/>
              <a:defRPr/>
            </a:lvl1pPr>
          </a:lstStyle>
          <a:p>
            <a:pPr>
              <a:defRPr/>
            </a:pPr>
            <a:r>
              <a:rPr lang="en-US"/>
              <a:t>Click on symbol to add picture</a:t>
            </a:r>
            <a:endParaRPr/>
          </a:p>
        </p:txBody>
      </p:sp>
      <p:sp>
        <p:nvSpPr>
          <p:cNvPr id="1223250495" name="Picture Placeholder 4"/>
          <p:cNvSpPr>
            <a:spLocks noGrp="1"/>
          </p:cNvSpPr>
          <p:nvPr>
            <p:ph type="pic" sz="quarter" idx="13" hasCustomPrompt="1"/>
          </p:nvPr>
        </p:nvSpPr>
        <p:spPr bwMode="gray">
          <a:xfrm>
            <a:off x="-7200" y="2286000"/>
            <a:ext cx="4065600" cy="2286000"/>
          </a:xfrm>
          <a:prstGeom prst="rect">
            <a:avLst/>
          </a:prstGeom>
          <a:ln w="6350">
            <a:solidFill>
              <a:schemeClr val="bg1">
                <a:lumMod val="95000"/>
              </a:schemeClr>
            </a:solidFill>
            <a:miter lim="800000"/>
          </a:ln>
        </p:spPr>
        <p:txBody>
          <a:bodyPr/>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770311135" name="Picture Placeholder 3"/>
          <p:cNvSpPr>
            <a:spLocks noGrp="1"/>
          </p:cNvSpPr>
          <p:nvPr>
            <p:ph type="pic" sz="quarter" idx="12" hasCustomPrompt="1"/>
          </p:nvPr>
        </p:nvSpPr>
        <p:spPr bwMode="gray">
          <a:xfrm>
            <a:off x="8136000" y="0"/>
            <a:ext cx="4065600" cy="2286000"/>
          </a:xfrm>
          <a:prstGeom prst="rect">
            <a:avLst/>
          </a:prstGeom>
          <a:ln w="6350">
            <a:solidFill>
              <a:schemeClr val="bg1">
                <a:lumMod val="95000"/>
              </a:schemeClr>
            </a:solidFill>
            <a:miter lim="800000"/>
          </a:ln>
        </p:spPr>
        <p:txBody>
          <a:bodyPr tIns="1270800"/>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145165504" name="Picture Placeholder 2"/>
          <p:cNvSpPr>
            <a:spLocks noGrp="1"/>
          </p:cNvSpPr>
          <p:nvPr>
            <p:ph type="pic" sz="quarter" idx="11" hasCustomPrompt="1"/>
          </p:nvPr>
        </p:nvSpPr>
        <p:spPr bwMode="gray">
          <a:xfrm>
            <a:off x="4064400" y="0"/>
            <a:ext cx="4065600" cy="2286000"/>
          </a:xfrm>
          <a:prstGeom prst="rect">
            <a:avLst/>
          </a:prstGeom>
          <a:ln w="6350">
            <a:solidFill>
              <a:schemeClr val="bg1">
                <a:lumMod val="95000"/>
              </a:schemeClr>
            </a:solidFill>
            <a:miter lim="800000"/>
          </a:ln>
        </p:spPr>
        <p:txBody>
          <a:bodyPr tIns="1270800"/>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526115949" name="Picture Placeholder 1"/>
          <p:cNvSpPr>
            <a:spLocks noGrp="1"/>
          </p:cNvSpPr>
          <p:nvPr>
            <p:ph type="pic" sz="quarter" idx="10" hasCustomPrompt="1"/>
          </p:nvPr>
        </p:nvSpPr>
        <p:spPr bwMode="gray">
          <a:xfrm>
            <a:off x="-7200" y="0"/>
            <a:ext cx="4065600" cy="2286000"/>
          </a:xfrm>
          <a:prstGeom prst="rect">
            <a:avLst/>
          </a:prstGeom>
          <a:ln w="6350">
            <a:solidFill>
              <a:schemeClr val="bg1">
                <a:lumMod val="95000"/>
              </a:schemeClr>
            </a:solidFill>
            <a:miter lim="800000"/>
          </a:ln>
        </p:spPr>
        <p:txBody>
          <a:bodyPr tIns="1270800"/>
          <a:lstStyle>
            <a:lvl1pPr marL="0" marR="0" indent="0" algn="l" defTabSz="914400" rtl="0">
              <a:lnSpc>
                <a:spcPct val="100000"/>
              </a:lnSpc>
              <a:spcBef>
                <a:spcPts val="600"/>
              </a:spcBef>
              <a:spcAft>
                <a:spcPts val="0"/>
              </a:spcAft>
              <a:buClrTx/>
              <a:buSzTx/>
              <a:buFont typeface="Wingdings"/>
              <a:buNone/>
              <a:defRPr/>
            </a:lvl1pPr>
          </a:lstStyle>
          <a:p>
            <a:pPr>
              <a:defRPr/>
            </a:pPr>
            <a:r>
              <a:rPr lang="en-US"/>
              <a:t>Click on symbol to add picture</a:t>
            </a:r>
            <a:endParaRPr/>
          </a:p>
          <a:p>
            <a:pPr>
              <a:defRPr/>
            </a:pPr>
            <a:endParaRPr lang="en-US"/>
          </a:p>
        </p:txBody>
      </p:sp>
      <p:sp>
        <p:nvSpPr>
          <p:cNvPr id="1460486817" name="Titel 3"/>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Video">
    <p:spTree>
      <p:nvGrpSpPr>
        <p:cNvPr id="1" name=""/>
        <p:cNvGrpSpPr/>
        <p:nvPr/>
      </p:nvGrpSpPr>
      <p:grpSpPr bwMode="auto">
        <a:xfrm>
          <a:off x="0" y="0"/>
          <a:ext cx="0" cy="0"/>
          <a:chOff x="0" y="0"/>
          <a:chExt cx="0" cy="0"/>
        </a:xfrm>
      </p:grpSpPr>
      <p:sp>
        <p:nvSpPr>
          <p:cNvPr id="1754117151"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defRPr/>
            </a:pPr>
            <a:endParaRPr lang="en-US" sz="2200">
              <a:solidFill>
                <a:schemeClr val="bg1"/>
              </a:solidFill>
              <a:latin typeface="Arial"/>
              <a:cs typeface="Arial"/>
            </a:endParaRPr>
          </a:p>
        </p:txBody>
      </p:sp>
      <p:sp>
        <p:nvSpPr>
          <p:cNvPr id="1449269732" name="Footer Placeholder"/>
          <p:cNvSpPr>
            <a:spLocks noGrp="1"/>
          </p:cNvSpPr>
          <p:nvPr>
            <p:ph type="ftr" sz="quarter" idx="18"/>
          </p:nvPr>
        </p:nvSpPr>
        <p:spPr bwMode="auto"/>
        <p:txBody>
          <a:bodyPr/>
          <a:lstStyle/>
          <a:p>
            <a:pPr>
              <a:defRPr/>
            </a:pPr>
            <a:r>
              <a:rPr lang="en-US"/>
              <a:t>Footer text</a:t>
            </a:r>
            <a:endParaRPr/>
          </a:p>
        </p:txBody>
      </p:sp>
      <p:sp>
        <p:nvSpPr>
          <p:cNvPr id="520856370" name="Slide Number Placeholder"/>
          <p:cNvSpPr>
            <a:spLocks noGrp="1"/>
          </p:cNvSpPr>
          <p:nvPr>
            <p:ph type="sldNum" sz="quarter" idx="19"/>
          </p:nvPr>
        </p:nvSpPr>
        <p:spPr bwMode="auto"/>
        <p:txBody>
          <a:bodyPr/>
          <a:lstStyle/>
          <a:p>
            <a:pPr>
              <a:defRPr/>
            </a:pPr>
            <a:fld id="{A930EF64-91C9-4EBD-82F9-3643AB15A28C}" type="slidenum">
              <a:rPr lang="en-US"/>
              <a:t>‹#›</a:t>
            </a:fld>
            <a:endParaRPr lang="en-US"/>
          </a:p>
        </p:txBody>
      </p:sp>
      <p:sp>
        <p:nvSpPr>
          <p:cNvPr id="951199906"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pPr>
              <a:defRPr/>
            </a:pPr>
            <a:r>
              <a:rPr lang="en-US"/>
              <a:t>Click on symbol to add v</a:t>
            </a:r>
            <a:r>
              <a:rPr lang="en-US"/>
              <a:t>ideo</a:t>
            </a:r>
            <a:r>
              <a:rPr lang="en-US"/>
              <a:t> in 16:9 </a:t>
            </a:r>
            <a:r>
              <a:rPr lang="en-US"/>
              <a:t>format</a:t>
            </a:r>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Graphics">
    <p:spTree>
      <p:nvGrpSpPr>
        <p:cNvPr id="1" name=""/>
        <p:cNvGrpSpPr/>
        <p:nvPr/>
      </p:nvGrpSpPr>
      <p:grpSpPr bwMode="auto">
        <a:xfrm>
          <a:off x="0" y="0"/>
          <a:ext cx="0" cy="0"/>
          <a:chOff x="0" y="0"/>
          <a:chExt cx="0" cy="0"/>
        </a:xfrm>
      </p:grpSpPr>
      <p:sp>
        <p:nvSpPr>
          <p:cNvPr id="1810201790" name="Footer Placeholder"/>
          <p:cNvSpPr>
            <a:spLocks noGrp="1"/>
          </p:cNvSpPr>
          <p:nvPr>
            <p:ph type="ftr" sz="quarter" idx="14"/>
          </p:nvPr>
        </p:nvSpPr>
        <p:spPr bwMode="auto"/>
        <p:txBody>
          <a:bodyPr/>
          <a:lstStyle/>
          <a:p>
            <a:pPr>
              <a:defRPr/>
            </a:pPr>
            <a:r>
              <a:rPr lang="en-US"/>
              <a:t>Footer text</a:t>
            </a:r>
            <a:endParaRPr/>
          </a:p>
        </p:txBody>
      </p:sp>
      <p:sp>
        <p:nvSpPr>
          <p:cNvPr id="560729941" name="Slide Number Placeholder"/>
          <p:cNvSpPr>
            <a:spLocks noGrp="1"/>
          </p:cNvSpPr>
          <p:nvPr>
            <p:ph type="sldNum" sz="quarter" idx="15"/>
          </p:nvPr>
        </p:nvSpPr>
        <p:spPr bwMode="auto"/>
        <p:txBody>
          <a:bodyPr/>
          <a:lstStyle/>
          <a:p>
            <a:pPr>
              <a:defRPr/>
            </a:pPr>
            <a:fld id="{A930EF64-91C9-4EBD-82F9-3643AB15A28C}" type="slidenum">
              <a:rPr lang="en-US"/>
              <a:t>‹#›</a:t>
            </a:fld>
            <a:endParaRPr lang="en-US"/>
          </a:p>
        </p:txBody>
      </p:sp>
      <p:sp>
        <p:nvSpPr>
          <p:cNvPr id="163622539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a:buNone/>
              <a:defRPr/>
            </a:lvl1pPr>
          </a:lstStyle>
          <a:p>
            <a:pPr>
              <a:defRPr/>
            </a:pPr>
            <a:r>
              <a:rPr lang="en-US"/>
              <a:t>Click on symbol to add diagram/chart</a:t>
            </a:r>
            <a:endParaRPr/>
          </a:p>
        </p:txBody>
      </p:sp>
      <p:sp>
        <p:nvSpPr>
          <p:cNvPr id="1382737293" name="Title"/>
          <p:cNvSpPr>
            <a:spLocks noGrp="1"/>
          </p:cNvSpPr>
          <p:nvPr>
            <p:ph type="title" hasCustomPrompt="1"/>
          </p:nvPr>
        </p:nvSpPr>
        <p:spPr bwMode="auto"/>
        <p:txBody>
          <a:bodyPr/>
          <a:lstStyle>
            <a:lvl1pPr>
              <a:defRPr/>
            </a:lvl1pPr>
          </a:lstStyle>
          <a:p>
            <a:pPr>
              <a:defRPr/>
            </a:pPr>
            <a:r>
              <a:rPr lang="en-US"/>
              <a:t>Click to add title</a:t>
            </a: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able">
    <p:spTree>
      <p:nvGrpSpPr>
        <p:cNvPr id="1" name=""/>
        <p:cNvGrpSpPr/>
        <p:nvPr/>
      </p:nvGrpSpPr>
      <p:grpSpPr bwMode="auto">
        <a:xfrm>
          <a:off x="0" y="0"/>
          <a:ext cx="0" cy="0"/>
          <a:chOff x="0" y="0"/>
          <a:chExt cx="0" cy="0"/>
        </a:xfrm>
      </p:grpSpPr>
      <p:sp>
        <p:nvSpPr>
          <p:cNvPr id="20256848" name="Footer Placeholder"/>
          <p:cNvSpPr>
            <a:spLocks noGrp="1"/>
          </p:cNvSpPr>
          <p:nvPr>
            <p:ph type="ftr" sz="quarter" idx="17"/>
          </p:nvPr>
        </p:nvSpPr>
        <p:spPr bwMode="auto"/>
        <p:txBody>
          <a:bodyPr/>
          <a:lstStyle/>
          <a:p>
            <a:pPr>
              <a:defRPr/>
            </a:pPr>
            <a:r>
              <a:rPr lang="en-US"/>
              <a:t>Footer text</a:t>
            </a:r>
            <a:endParaRPr/>
          </a:p>
        </p:txBody>
      </p:sp>
      <p:sp>
        <p:nvSpPr>
          <p:cNvPr id="1221952445" name="Slide Number Placeholder"/>
          <p:cNvSpPr>
            <a:spLocks noGrp="1"/>
          </p:cNvSpPr>
          <p:nvPr>
            <p:ph type="sldNum" sz="quarter" idx="18"/>
          </p:nvPr>
        </p:nvSpPr>
        <p:spPr bwMode="auto"/>
        <p:txBody>
          <a:bodyPr/>
          <a:lstStyle/>
          <a:p>
            <a:pPr>
              <a:defRPr/>
            </a:pPr>
            <a:fld id="{A930EF64-91C9-4EBD-82F9-3643AB15A28C}" type="slidenum">
              <a:rPr lang="en-US"/>
              <a:t>‹#›</a:t>
            </a:fld>
            <a:endParaRPr lang="en-US"/>
          </a:p>
        </p:txBody>
      </p:sp>
      <p:sp>
        <p:nvSpPr>
          <p:cNvPr id="732993887" name="Table Placeholder"/>
          <p:cNvSpPr>
            <a:spLocks noGrp="1"/>
          </p:cNvSpPr>
          <p:nvPr>
            <p:ph type="tbl" sz="quarter" idx="16" hasCustomPrompt="1"/>
          </p:nvPr>
        </p:nvSpPr>
        <p:spPr bwMode="auto">
          <a:xfrm>
            <a:off x="0" y="1108800"/>
            <a:ext cx="12200400" cy="5752800"/>
          </a:xfrm>
        </p:spPr>
        <p:txBody>
          <a:bodyPr/>
          <a:lstStyle>
            <a:lvl1pPr marL="0" indent="0">
              <a:buNone/>
              <a:defRPr/>
            </a:lvl1pPr>
          </a:lstStyle>
          <a:p>
            <a:pPr>
              <a:defRPr/>
            </a:pPr>
            <a:r>
              <a:rPr lang="en-US"/>
              <a:t>Click on symbol to add table</a:t>
            </a:r>
            <a:endParaRPr/>
          </a:p>
        </p:txBody>
      </p:sp>
      <p:sp>
        <p:nvSpPr>
          <p:cNvPr id="1354700069" name="Titel 1"/>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mpty">
    <p:spTree>
      <p:nvGrpSpPr>
        <p:cNvPr id="1" name=""/>
        <p:cNvGrpSpPr/>
        <p:nvPr/>
      </p:nvGrpSpPr>
      <p:grpSpPr bwMode="auto">
        <a:xfrm>
          <a:off x="0" y="0"/>
          <a:ext cx="0" cy="0"/>
          <a:chOff x="0" y="0"/>
          <a:chExt cx="0" cy="0"/>
        </a:xfrm>
      </p:grpSpPr>
      <p:sp>
        <p:nvSpPr>
          <p:cNvPr id="263294544" name="Footer Placeholder"/>
          <p:cNvSpPr>
            <a:spLocks noGrp="1"/>
          </p:cNvSpPr>
          <p:nvPr>
            <p:ph type="ftr" sz="quarter" idx="10"/>
          </p:nvPr>
        </p:nvSpPr>
        <p:spPr bwMode="auto"/>
        <p:txBody>
          <a:bodyPr/>
          <a:lstStyle/>
          <a:p>
            <a:pPr>
              <a:defRPr/>
            </a:pPr>
            <a:r>
              <a:rPr lang="en-US"/>
              <a:t>Footer text</a:t>
            </a:r>
            <a:endParaRPr/>
          </a:p>
        </p:txBody>
      </p:sp>
      <p:sp>
        <p:nvSpPr>
          <p:cNvPr id="919066621" name="Slide Number Placeholder"/>
          <p:cNvSpPr>
            <a:spLocks noGrp="1"/>
          </p:cNvSpPr>
          <p:nvPr>
            <p:ph type="sldNum" sz="quarter" idx="11"/>
          </p:nvPr>
        </p:nvSpPr>
        <p:spPr bwMode="auto"/>
        <p:txBody>
          <a:bodyPr/>
          <a:lstStyle/>
          <a:p>
            <a:pPr>
              <a:defRPr/>
            </a:pPr>
            <a:fld id="{A930EF64-91C9-4EBD-82F9-3643AB15A28C}" type="slidenum">
              <a:rPr lang="en-US"/>
              <a:t>‹#›</a:t>
            </a:fld>
            <a:endParaRPr lang="en-US"/>
          </a:p>
        </p:txBody>
      </p:sp>
      <p:sp>
        <p:nvSpPr>
          <p:cNvPr id="413328838" name="Titel 1"/>
          <p:cNvSpPr>
            <a:spLocks noGrp="1"/>
          </p:cNvSpPr>
          <p:nvPr>
            <p:ph type="title" hasCustomPrompt="1"/>
          </p:nvPr>
        </p:nvSpPr>
        <p:spPr bwMode="auto"/>
        <p:txBody>
          <a:bodyPr/>
          <a:lstStyle/>
          <a:p>
            <a:pPr>
              <a:defRPr/>
            </a:pPr>
            <a:r>
              <a:rPr lang="de-DE"/>
              <a:t>Click </a:t>
            </a:r>
            <a:r>
              <a:rPr lang="de-DE"/>
              <a:t>to</a:t>
            </a:r>
            <a:r>
              <a:rPr lang="de-DE"/>
              <a:t> </a:t>
            </a:r>
            <a:r>
              <a:rPr lang="de-DE"/>
              <a:t>add</a:t>
            </a:r>
            <a:r>
              <a:rPr lang="de-DE"/>
              <a:t> title</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Empty silver-blue">
    <p:spTree>
      <p:nvGrpSpPr>
        <p:cNvPr id="1" name=""/>
        <p:cNvGrpSpPr/>
        <p:nvPr/>
      </p:nvGrpSpPr>
      <p:grpSpPr bwMode="auto">
        <a:xfrm>
          <a:off x="0" y="0"/>
          <a:ext cx="0" cy="0"/>
          <a:chOff x="0" y="0"/>
          <a:chExt cx="0" cy="0"/>
        </a:xfrm>
      </p:grpSpPr>
      <p:pic>
        <p:nvPicPr>
          <p:cNvPr id="682271517" name="Picture 2"/>
          <p:cNvPicPr>
            <a:picLocks noChangeAspect="1"/>
          </p:cNvPicPr>
          <p:nvPr userDrawn="1"/>
        </p:nvPicPr>
        <p:blipFill rotWithShape="1">
          <a:blip r:embed="rId2"/>
          <a:stretch/>
        </p:blipFill>
        <p:spPr bwMode="auto">
          <a:xfrm>
            <a:off x="0" y="0"/>
            <a:ext cx="12192000" cy="6858000"/>
          </a:xfrm>
          <a:prstGeom prst="rect">
            <a:avLst/>
          </a:prstGeom>
        </p:spPr>
      </p:pic>
      <p:sp>
        <p:nvSpPr>
          <p:cNvPr id="1364585211" name="Title"/>
          <p:cNvSpPr>
            <a:spLocks noGrp="1"/>
          </p:cNvSpPr>
          <p:nvPr>
            <p:ph type="title" hasCustomPrompt="1"/>
          </p:nvPr>
        </p:nvSpPr>
        <p:spPr bwMode="auto">
          <a:xfrm>
            <a:off x="-1" y="112233"/>
            <a:ext cx="10137600" cy="629367"/>
          </a:xfrm>
          <a:prstGeom prst="rect">
            <a:avLst/>
          </a:prstGeom>
        </p:spPr>
        <p:txBody>
          <a:bodyPr vert="horz" wrap="square" lIns="450000" tIns="144000" rIns="90000" bIns="144000" rtlCol="0" anchor="t" anchorCtr="0">
            <a:spAutoFit/>
          </a:bodyPr>
          <a:lstStyle>
            <a:lvl1pPr>
              <a:defRPr lang="en-US">
                <a:solidFill>
                  <a:schemeClr val="tx1"/>
                </a:solidFill>
              </a:defRPr>
            </a:lvl1pPr>
          </a:lstStyle>
          <a:p>
            <a:pPr marL="0" lvl="0">
              <a:defRPr/>
            </a:pPr>
            <a:r>
              <a:rPr lang="en-US"/>
              <a:t>Click to add title </a:t>
            </a:r>
            <a:endParaRPr/>
          </a:p>
        </p:txBody>
      </p:sp>
      <p:sp>
        <p:nvSpPr>
          <p:cNvPr id="140009083" name="Footer Placeholder"/>
          <p:cNvSpPr>
            <a:spLocks noGrp="1"/>
          </p:cNvSpPr>
          <p:nvPr>
            <p:ph type="ftr" sz="quarter" idx="10"/>
          </p:nvPr>
        </p:nvSpPr>
        <p:spPr bwMode="auto"/>
        <p:txBody>
          <a:bodyPr/>
          <a:lstStyle/>
          <a:p>
            <a:pPr>
              <a:defRPr/>
            </a:pPr>
            <a:r>
              <a:rPr lang="en-US"/>
              <a:t>Footer text</a:t>
            </a:r>
            <a:endParaRPr/>
          </a:p>
        </p:txBody>
      </p:sp>
      <p:sp>
        <p:nvSpPr>
          <p:cNvPr id="979850201" name="Slide Number Placeholder"/>
          <p:cNvSpPr>
            <a:spLocks noGrp="1"/>
          </p:cNvSpPr>
          <p:nvPr>
            <p:ph type="sldNum" sz="quarter" idx="11"/>
          </p:nvPr>
        </p:nvSpPr>
        <p:spPr bwMode="auto"/>
        <p:txBody>
          <a:bodyPr/>
          <a:lstStyle/>
          <a:p>
            <a:pPr>
              <a:defRPr/>
            </a:pPr>
            <a:fld id="{A930EF64-91C9-4EBD-82F9-3643AB15A28C}" type="slidenum">
              <a:rPr lang="en-US"/>
              <a:t>‹#›</a:t>
            </a:fld>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act – EN">
    <p:spTree>
      <p:nvGrpSpPr>
        <p:cNvPr id="1" name=""/>
        <p:cNvGrpSpPr/>
        <p:nvPr/>
      </p:nvGrpSpPr>
      <p:grpSpPr bwMode="auto">
        <a:xfrm>
          <a:off x="0" y="0"/>
          <a:ext cx="0" cy="0"/>
          <a:chOff x="0" y="0"/>
          <a:chExt cx="0" cy="0"/>
        </a:xfrm>
      </p:grpSpPr>
      <p:sp>
        <p:nvSpPr>
          <p:cNvPr id="1709873806" name="Footer Placeholder"/>
          <p:cNvSpPr>
            <a:spLocks noGrp="1"/>
          </p:cNvSpPr>
          <p:nvPr>
            <p:ph type="ftr" sz="quarter" idx="12"/>
          </p:nvPr>
        </p:nvSpPr>
        <p:spPr bwMode="auto"/>
        <p:txBody>
          <a:bodyPr/>
          <a:lstStyle/>
          <a:p>
            <a:pPr>
              <a:defRPr/>
            </a:pPr>
            <a:r>
              <a:rPr lang="en-US"/>
              <a:t>Footer text</a:t>
            </a:r>
            <a:endParaRPr/>
          </a:p>
        </p:txBody>
      </p:sp>
      <p:sp>
        <p:nvSpPr>
          <p:cNvPr id="1212215670" name="Slide Number Placeholder"/>
          <p:cNvSpPr>
            <a:spLocks noGrp="1"/>
          </p:cNvSpPr>
          <p:nvPr>
            <p:ph type="sldNum" sz="quarter" idx="13"/>
          </p:nvPr>
        </p:nvSpPr>
        <p:spPr bwMode="auto"/>
        <p:txBody>
          <a:bodyPr/>
          <a:lstStyle/>
          <a:p>
            <a:pPr>
              <a:defRPr/>
            </a:pPr>
            <a:fld id="{A930EF64-91C9-4EBD-82F9-3643AB15A28C}" type="slidenum">
              <a:rPr lang="en-US"/>
              <a:t>‹#›</a:t>
            </a:fld>
            <a:endParaRPr lang="en-US"/>
          </a:p>
        </p:txBody>
      </p:sp>
      <p:sp>
        <p:nvSpPr>
          <p:cNvPr id="190799833" name="Legal Notes"/>
          <p:cNvSpPr txBox="1">
            <a:spLocks noChangeArrowheads="1"/>
          </p:cNvSpPr>
          <p:nvPr userDrawn="1"/>
        </p:nvSpPr>
        <p:spPr bwMode="auto">
          <a:xfrm>
            <a:off x="0" y="4186655"/>
            <a:ext cx="10153650" cy="2123658"/>
          </a:xfrm>
          <a:prstGeom prst="rect">
            <a:avLst/>
          </a:prstGeom>
          <a:noFill/>
          <a:ln>
            <a:noFill/>
          </a:ln>
          <a:effectLst/>
        </p:spPr>
        <p:txBody>
          <a:bodyPr wrap="square" lIns="450000" anchor="b">
            <a:spAutoFit/>
          </a:bodyPr>
          <a:lstStyle>
            <a:defPPr>
              <a:defRPr lang="en-US"/>
            </a:defPPr>
            <a:lvl1pPr marL="3175" indent="-3175">
              <a:defRPr sz="1200">
                <a:latin typeface="Arial"/>
              </a:defRPr>
            </a:lvl1pPr>
            <a:lvl2pPr marL="742950" indent="-285750">
              <a:defRPr>
                <a:latin typeface="Arial"/>
              </a:defRPr>
            </a:lvl2pPr>
            <a:lvl3pPr marL="1143000" indent="-228600">
              <a:defRPr>
                <a:latin typeface="Arial"/>
              </a:defRPr>
            </a:lvl3pPr>
            <a:lvl4pPr marL="1600200" indent="-228600">
              <a:defRPr>
                <a:latin typeface="Arial"/>
              </a:defRPr>
            </a:lvl4pPr>
            <a:lvl5pPr marL="2057400" indent="-228600">
              <a:defRPr>
                <a:latin typeface="Arial"/>
              </a:defRPr>
            </a:lvl5pPr>
            <a:lvl6pPr marL="2514600" indent="-228600">
              <a:spcBef>
                <a:spcPts val="0"/>
              </a:spcBef>
              <a:spcAft>
                <a:spcPts val="0"/>
              </a:spcAft>
              <a:defRPr>
                <a:latin typeface="Arial"/>
              </a:defRPr>
            </a:lvl6pPr>
            <a:lvl7pPr marL="2971800" indent="-228600">
              <a:spcBef>
                <a:spcPts val="0"/>
              </a:spcBef>
              <a:spcAft>
                <a:spcPts val="0"/>
              </a:spcAft>
              <a:defRPr>
                <a:latin typeface="Arial"/>
              </a:defRPr>
            </a:lvl7pPr>
            <a:lvl8pPr marL="3429000" indent="-228600">
              <a:spcBef>
                <a:spcPts val="0"/>
              </a:spcBef>
              <a:spcAft>
                <a:spcPts val="0"/>
              </a:spcAft>
              <a:defRPr>
                <a:latin typeface="Arial"/>
              </a:defRPr>
            </a:lvl8pPr>
            <a:lvl9pPr marL="3886200" indent="-228600">
              <a:spcBef>
                <a:spcPts val="0"/>
              </a:spcBef>
              <a:spcAft>
                <a:spcPts val="0"/>
              </a:spcAft>
              <a:defRPr>
                <a:latin typeface="Arial"/>
              </a:defRPr>
            </a:lvl9pPr>
          </a:lstStyle>
          <a:p>
            <a:pPr lvl="0">
              <a:defRPr/>
            </a:pPr>
            <a:r>
              <a:rPr lang="en-US"/>
              <a:t>© Beckhoff Automation GmbH &amp; Co. KG</a:t>
            </a:r>
            <a:endParaRPr/>
          </a:p>
          <a:p>
            <a:pPr lvl="0">
              <a:defRPr/>
            </a:pPr>
            <a:endParaRPr lang="en-US"/>
          </a:p>
          <a:p>
            <a:pPr lvl="0">
              <a:defRPr/>
            </a:pPr>
            <a:r>
              <a:rPr lang="en-US"/>
              <a:t>All images are protected by copyright. The use and transfer to third parties is not permitted.</a:t>
            </a:r>
            <a:endParaRPr/>
          </a:p>
          <a:p>
            <a:pPr lvl="0">
              <a:defRPr/>
            </a:pPr>
            <a:endParaRPr lang="en-US"/>
          </a:p>
          <a:p>
            <a:pPr lvl="0">
              <a:defRPr/>
            </a:pPr>
            <a:r>
              <a:rPr lang="en-US"/>
              <a:t>Beckhoff</a:t>
            </a:r>
            <a:r>
              <a:rPr lang="en-US" baseline="30000"/>
              <a:t>®</a:t>
            </a:r>
            <a:r>
              <a:rPr lang="en-US"/>
              <a:t>, </a:t>
            </a:r>
            <a:r>
              <a:rPr lang="en-US"/>
              <a:t>TwinCAT</a:t>
            </a:r>
            <a:r>
              <a:rPr lang="en-US" baseline="30000"/>
              <a:t>®</a:t>
            </a:r>
            <a:r>
              <a:rPr lang="en-US"/>
              <a:t>, </a:t>
            </a:r>
            <a:r>
              <a:rPr lang="en-US"/>
              <a:t>TwinCAT</a:t>
            </a:r>
            <a:r>
              <a:rPr lang="en-US"/>
              <a:t>/BSD</a:t>
            </a:r>
            <a:r>
              <a:rPr lang="en-US" baseline="30000"/>
              <a:t>®</a:t>
            </a:r>
            <a:r>
              <a:rPr lang="en-US"/>
              <a:t>, TC/BSD</a:t>
            </a:r>
            <a:r>
              <a:rPr lang="en-US" baseline="30000"/>
              <a:t>®</a:t>
            </a:r>
            <a:r>
              <a:rPr lang="en-US"/>
              <a:t>, </a:t>
            </a:r>
            <a:r>
              <a:rPr lang="en-US"/>
              <a:t>EtherCAT</a:t>
            </a:r>
            <a:r>
              <a:rPr lang="en-US" baseline="30000"/>
              <a:t>®</a:t>
            </a:r>
            <a:r>
              <a:rPr lang="en-US"/>
              <a:t>, </a:t>
            </a:r>
            <a:r>
              <a:rPr lang="en-US"/>
              <a:t>EtherCAT</a:t>
            </a:r>
            <a:r>
              <a:rPr lang="en-US"/>
              <a:t> G</a:t>
            </a:r>
            <a:r>
              <a:rPr lang="en-US" baseline="30000"/>
              <a:t>®</a:t>
            </a:r>
            <a:r>
              <a:rPr lang="en-US"/>
              <a:t>, </a:t>
            </a:r>
            <a:r>
              <a:rPr lang="en-US"/>
              <a:t>EtherCAT</a:t>
            </a:r>
            <a:r>
              <a:rPr lang="en-US"/>
              <a:t> G10</a:t>
            </a:r>
            <a:r>
              <a:rPr lang="en-US" baseline="30000"/>
              <a:t>®</a:t>
            </a:r>
            <a:r>
              <a:rPr lang="en-US"/>
              <a:t>, </a:t>
            </a:r>
            <a:r>
              <a:rPr lang="en-US"/>
              <a:t>EtherCAT</a:t>
            </a:r>
            <a:r>
              <a:rPr lang="en-US"/>
              <a:t> P</a:t>
            </a:r>
            <a:r>
              <a:rPr lang="en-US" baseline="30000"/>
              <a:t>®</a:t>
            </a:r>
            <a:r>
              <a:rPr lang="en-US"/>
              <a:t>, Safety over </a:t>
            </a:r>
            <a:r>
              <a:rPr lang="en-US"/>
              <a:t>EtherCAT</a:t>
            </a:r>
            <a:r>
              <a:rPr lang="en-US" baseline="30000"/>
              <a:t>®</a:t>
            </a:r>
            <a:r>
              <a:rPr lang="en-US"/>
              <a:t>, </a:t>
            </a:r>
            <a:r>
              <a:rPr lang="en-US"/>
              <a:t>TwinSAFE</a:t>
            </a:r>
            <a:r>
              <a:rPr lang="en-US" baseline="30000"/>
              <a:t>®</a:t>
            </a:r>
            <a:r>
              <a:rPr lang="en-US"/>
              <a:t>, XFC</a:t>
            </a:r>
            <a:r>
              <a:rPr lang="en-US" baseline="30000"/>
              <a:t>®</a:t>
            </a:r>
            <a:r>
              <a:rPr lang="en-US"/>
              <a:t>, XTS</a:t>
            </a:r>
            <a:r>
              <a:rPr lang="en-US" baseline="30000"/>
              <a:t>®</a:t>
            </a:r>
            <a:r>
              <a:rPr lang="en-US"/>
              <a:t> and </a:t>
            </a:r>
            <a:r>
              <a:rPr lang="en-US"/>
              <a:t>XPlanar</a:t>
            </a:r>
            <a:r>
              <a:rPr lang="en-US" baseline="30000"/>
              <a:t>®</a:t>
            </a:r>
            <a:r>
              <a:rPr lang="en-US"/>
              <a:t> are registered trademarks of and licensed by Beckhoff Automation GmbH. Other designations used in this publication may be trademarks whose use by third parties for their own purposes could violate the rights of the owners.</a:t>
            </a:r>
            <a:endParaRPr/>
          </a:p>
          <a:p>
            <a:pPr lvl="0">
              <a:defRPr/>
            </a:pPr>
            <a:endParaRPr lang="en-US"/>
          </a:p>
          <a:p>
            <a:pPr lvl="0">
              <a:defRPr/>
            </a:pPr>
            <a:r>
              <a:rPr lang="en-US"/>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endParaRPr/>
          </a:p>
        </p:txBody>
      </p:sp>
      <p:sp>
        <p:nvSpPr>
          <p:cNvPr id="125015475" name="Date Placeholder"/>
          <p:cNvSpPr>
            <a:spLocks noGrp="1"/>
          </p:cNvSpPr>
          <p:nvPr>
            <p:ph type="body" sz="quarter" idx="11" hasCustomPrompt="1"/>
          </p:nvPr>
        </p:nvSpPr>
        <p:spPr bwMode="auto">
          <a:xfrm>
            <a:off x="3255495" y="4206349"/>
            <a:ext cx="2196000" cy="277200"/>
          </a:xfrm>
        </p:spPr>
        <p:txBody>
          <a:bodyPr lIns="0" tIns="46800"/>
          <a:lstStyle>
            <a:lvl1pPr marL="0" indent="0" algn="l">
              <a:buNone/>
              <a:defRPr lang="en-US" sz="1200">
                <a:solidFill>
                  <a:schemeClr val="tx1"/>
                </a:solidFill>
                <a:latin typeface="Arial"/>
                <a:ea typeface="+mn-ea"/>
                <a:cs typeface="+mn-cs"/>
              </a:defRPr>
            </a:lvl1pPr>
            <a:lvl2pPr marL="360362" indent="0" algn="l">
              <a:buNone/>
              <a:defRPr lang="en-US" sz="1200">
                <a:solidFill>
                  <a:schemeClr val="tx1"/>
                </a:solidFill>
                <a:latin typeface="Arial"/>
                <a:ea typeface="+mn-ea"/>
                <a:cs typeface="+mn-cs"/>
              </a:defRPr>
            </a:lvl2pPr>
            <a:lvl3pPr marL="715962" indent="0" algn="l">
              <a:buNone/>
              <a:defRPr lang="en-US" sz="1200">
                <a:solidFill>
                  <a:schemeClr val="tx1"/>
                </a:solidFill>
                <a:latin typeface="Arial"/>
                <a:ea typeface="+mn-ea"/>
                <a:cs typeface="+mn-cs"/>
              </a:defRPr>
            </a:lvl3pPr>
            <a:lvl4pPr marL="1076325" indent="0" algn="l">
              <a:buNone/>
              <a:defRPr lang="en-US" sz="1200">
                <a:solidFill>
                  <a:schemeClr val="tx1"/>
                </a:solidFill>
                <a:latin typeface="Arial"/>
                <a:ea typeface="+mn-ea"/>
                <a:cs typeface="+mn-cs"/>
              </a:defRPr>
            </a:lvl4pPr>
            <a:lvl5pPr marL="1433513" indent="0" algn="l">
              <a:buNone/>
              <a:defRPr lang="en-US" sz="1200">
                <a:solidFill>
                  <a:schemeClr val="tx1"/>
                </a:solidFill>
                <a:latin typeface="Arial"/>
                <a:ea typeface="+mn-ea"/>
                <a:cs typeface="+mn-cs"/>
              </a:defRPr>
            </a:lvl5pPr>
          </a:lstStyle>
          <a:p>
            <a:pPr lvl="0">
              <a:defRPr/>
            </a:pPr>
            <a:r>
              <a:rPr lang="en-US"/>
              <a:t>MM/YYYY</a:t>
            </a:r>
            <a:endParaRPr/>
          </a:p>
        </p:txBody>
      </p:sp>
      <p:sp>
        <p:nvSpPr>
          <p:cNvPr id="1111951168" name="Phone, Mail, Web"/>
          <p:cNvSpPr>
            <a:spLocks noChangeArrowheads="1"/>
          </p:cNvSpPr>
          <p:nvPr userDrawn="1"/>
        </p:nvSpPr>
        <p:spPr bwMode="auto">
          <a:xfrm>
            <a:off x="6096001" y="1090800"/>
            <a:ext cx="4057649" cy="1862048"/>
          </a:xfrm>
          <a:prstGeom prst="rect">
            <a:avLst/>
          </a:prstGeom>
          <a:noFill/>
          <a:ln>
            <a:noFill/>
          </a:ln>
          <a:effectLst/>
        </p:spPr>
        <p:txBody>
          <a:bodyPr tIns="432000"/>
          <a:lstStyle>
            <a:lvl1pPr>
              <a:tabLst>
                <a:tab pos="896938" algn="l"/>
              </a:tabLst>
              <a:defRPr>
                <a:solidFill>
                  <a:schemeClr val="tx1"/>
                </a:solidFill>
                <a:latin typeface="Arial"/>
              </a:defRPr>
            </a:lvl1pPr>
            <a:lvl2pPr marL="742950" indent="-285750">
              <a:tabLst>
                <a:tab pos="896938" algn="l"/>
              </a:tabLst>
              <a:defRPr>
                <a:solidFill>
                  <a:schemeClr val="tx1"/>
                </a:solidFill>
                <a:latin typeface="Arial"/>
              </a:defRPr>
            </a:lvl2pPr>
            <a:lvl3pPr marL="1143000" indent="-228600">
              <a:tabLst>
                <a:tab pos="896938" algn="l"/>
              </a:tabLst>
              <a:defRPr>
                <a:solidFill>
                  <a:schemeClr val="tx1"/>
                </a:solidFill>
                <a:latin typeface="Arial"/>
              </a:defRPr>
            </a:lvl3pPr>
            <a:lvl4pPr marL="1600200" indent="-228600">
              <a:tabLst>
                <a:tab pos="896938" algn="l"/>
              </a:tabLst>
              <a:defRPr>
                <a:solidFill>
                  <a:schemeClr val="tx1"/>
                </a:solidFill>
                <a:latin typeface="Arial"/>
              </a:defRPr>
            </a:lvl4pPr>
            <a:lvl5pPr marL="2057400" indent="-228600">
              <a:tabLst>
                <a:tab pos="896938" algn="l"/>
              </a:tabLst>
              <a:defRPr>
                <a:solidFill>
                  <a:schemeClr val="tx1"/>
                </a:solidFill>
                <a:latin typeface="Arial"/>
              </a:defRPr>
            </a:lvl5pPr>
            <a:lvl6pPr marL="2514600" indent="-228600">
              <a:spcBef>
                <a:spcPts val="0"/>
              </a:spcBef>
              <a:spcAft>
                <a:spcPts val="0"/>
              </a:spcAft>
              <a:tabLst>
                <a:tab pos="896938" algn="l"/>
              </a:tabLst>
              <a:defRPr>
                <a:solidFill>
                  <a:schemeClr val="tx1"/>
                </a:solidFill>
                <a:latin typeface="Arial"/>
              </a:defRPr>
            </a:lvl6pPr>
            <a:lvl7pPr marL="2971800" indent="-228600">
              <a:spcBef>
                <a:spcPts val="0"/>
              </a:spcBef>
              <a:spcAft>
                <a:spcPts val="0"/>
              </a:spcAft>
              <a:tabLst>
                <a:tab pos="896938" algn="l"/>
              </a:tabLst>
              <a:defRPr>
                <a:solidFill>
                  <a:schemeClr val="tx1"/>
                </a:solidFill>
                <a:latin typeface="Arial"/>
              </a:defRPr>
            </a:lvl7pPr>
            <a:lvl8pPr marL="3429000" indent="-228600">
              <a:spcBef>
                <a:spcPts val="0"/>
              </a:spcBef>
              <a:spcAft>
                <a:spcPts val="0"/>
              </a:spcAft>
              <a:tabLst>
                <a:tab pos="896938" algn="l"/>
              </a:tabLst>
              <a:defRPr>
                <a:solidFill>
                  <a:schemeClr val="tx1"/>
                </a:solidFill>
                <a:latin typeface="Arial"/>
              </a:defRPr>
            </a:lvl8pPr>
            <a:lvl9pPr marL="3886200" indent="-228600">
              <a:spcBef>
                <a:spcPts val="0"/>
              </a:spcBef>
              <a:spcAft>
                <a:spcPts val="0"/>
              </a:spcAft>
              <a:tabLst>
                <a:tab pos="896938" algn="l"/>
              </a:tabLst>
              <a:defRPr>
                <a:solidFill>
                  <a:schemeClr val="tx1"/>
                </a:solidFill>
                <a:latin typeface="Arial"/>
              </a:defRPr>
            </a:lvl9pPr>
          </a:lstStyle>
          <a:p>
            <a:pPr>
              <a:buFont typeface="Wingdings"/>
              <a:buNone/>
              <a:defRPr/>
            </a:pPr>
            <a:r>
              <a:rPr lang="en-US" sz="1600"/>
              <a:t>Phone:	+49 5246 963-0  </a:t>
            </a:r>
            <a:endParaRPr/>
          </a:p>
          <a:p>
            <a:pPr>
              <a:buFont typeface="Wingdings"/>
              <a:buNone/>
              <a:defRPr/>
            </a:pPr>
            <a:r>
              <a:rPr lang="en-US" sz="1600"/>
              <a:t>E-mail:	info@beckhoff.com </a:t>
            </a:r>
            <a:endParaRPr/>
          </a:p>
          <a:p>
            <a:pPr>
              <a:buFont typeface="Wingdings"/>
              <a:buNone/>
              <a:defRPr/>
            </a:pPr>
            <a:r>
              <a:rPr lang="en-US" sz="1600"/>
              <a:t>Web:	www.beckhoff.com </a:t>
            </a:r>
            <a:r>
              <a:rPr lang="en-US" sz="1600" b="1"/>
              <a:t> </a:t>
            </a:r>
            <a:endParaRPr/>
          </a:p>
        </p:txBody>
      </p:sp>
      <p:sp>
        <p:nvSpPr>
          <p:cNvPr id="1117011916" name="Address"/>
          <p:cNvSpPr txBox="1"/>
          <p:nvPr userDrawn="1"/>
        </p:nvSpPr>
        <p:spPr bwMode="auto">
          <a:xfrm>
            <a:off x="4" y="1090800"/>
            <a:ext cx="6095998" cy="1862048"/>
          </a:xfrm>
          <a:prstGeom prst="rect">
            <a:avLst/>
          </a:prstGeom>
        </p:spPr>
        <p:txBody>
          <a:bodyPr vert="horz" lIns="450000" tIns="190800" rIns="91440" bIns="45720" rtlCol="0">
            <a:noAutofit/>
          </a:bodyPr>
          <a:lstStyle>
            <a:lvl1pPr marR="0" lvl="0" indent="0">
              <a:lnSpc>
                <a:spcPct val="100000"/>
              </a:lnSpc>
              <a:spcBef>
                <a:spcPts val="0"/>
              </a:spcBef>
              <a:spcAft>
                <a:spcPts val="0"/>
              </a:spcAft>
              <a:buClrTx/>
              <a:buSzTx/>
              <a:buFont typeface="Wingdings"/>
              <a:buNone/>
              <a:defRPr sz="1600" b="1">
                <a:solidFill>
                  <a:srgbClr val="000000"/>
                </a:solidFill>
                <a:latin typeface="Arial"/>
              </a:defRPr>
            </a:lvl1pPr>
            <a:lvl2pPr marL="628650" marR="0" indent="-268288">
              <a:lnSpc>
                <a:spcPct val="100000"/>
              </a:lnSpc>
              <a:spcBef>
                <a:spcPts val="600"/>
              </a:spcBef>
              <a:spcAft>
                <a:spcPts val="0"/>
              </a:spcAft>
              <a:buClrTx/>
              <a:buSzTx/>
              <a:buFont typeface="Symbol"/>
              <a:buChar char="-"/>
              <a:defRPr sz="2200">
                <a:latin typeface="Arial"/>
                <a:cs typeface="Arial"/>
              </a:defRPr>
            </a:lvl2pPr>
            <a:lvl3pPr marL="984250" marR="0" indent="-268288">
              <a:lnSpc>
                <a:spcPct val="100000"/>
              </a:lnSpc>
              <a:spcBef>
                <a:spcPts val="600"/>
              </a:spcBef>
              <a:spcAft>
                <a:spcPts val="0"/>
              </a:spcAft>
              <a:buClrTx/>
              <a:buSzTx/>
              <a:buFont typeface="Symbol"/>
              <a:buChar char="-"/>
              <a:defRPr sz="2200">
                <a:latin typeface="Arial"/>
                <a:cs typeface="Arial"/>
              </a:defRPr>
            </a:lvl3pPr>
            <a:lvl4pPr marL="1343025" marR="0" indent="-266700">
              <a:lnSpc>
                <a:spcPct val="100000"/>
              </a:lnSpc>
              <a:spcBef>
                <a:spcPts val="600"/>
              </a:spcBef>
              <a:spcAft>
                <a:spcPts val="0"/>
              </a:spcAft>
              <a:buClrTx/>
              <a:buSzTx/>
              <a:buFont typeface="Symbol"/>
              <a:buChar char="-"/>
              <a:defRPr sz="2200">
                <a:latin typeface="Arial"/>
                <a:cs typeface="Arial"/>
              </a:defRPr>
            </a:lvl4pPr>
            <a:lvl5pPr marL="1700212" marR="0" indent="-266700">
              <a:lnSpc>
                <a:spcPct val="100000"/>
              </a:lnSpc>
              <a:spcBef>
                <a:spcPts val="600"/>
              </a:spcBef>
              <a:spcAft>
                <a:spcPts val="0"/>
              </a:spcAft>
              <a:buClrTx/>
              <a:buSzTx/>
              <a:buFont typeface="Symbol"/>
              <a:buChar char="-"/>
              <a:defRPr sz="2200">
                <a:latin typeface="Arial"/>
                <a:cs typeface="Arial"/>
              </a:defRPr>
            </a:lvl5pPr>
            <a:lvl6pPr marL="2514600" indent="-228600">
              <a:spcBef>
                <a:spcPts val="0"/>
              </a:spcBef>
              <a:buFont typeface="Arial"/>
              <a:buChar char="•"/>
              <a:defRPr sz="2000"/>
            </a:lvl6pPr>
            <a:lvl7pPr marL="2971800" indent="-228600">
              <a:spcBef>
                <a:spcPts val="0"/>
              </a:spcBef>
              <a:buFont typeface="Arial"/>
              <a:buChar char="•"/>
              <a:defRPr sz="2000"/>
            </a:lvl7pPr>
            <a:lvl8pPr marL="3429000" indent="-228600">
              <a:spcBef>
                <a:spcPts val="0"/>
              </a:spcBef>
              <a:buFont typeface="Arial"/>
              <a:buChar char="•"/>
              <a:defRPr sz="2000"/>
            </a:lvl8pPr>
            <a:lvl9pPr marL="3886200" indent="-228600">
              <a:spcBef>
                <a:spcPts val="0"/>
              </a:spcBef>
              <a:buFont typeface="Arial"/>
              <a:buChar char="•"/>
              <a:defRPr sz="2000"/>
            </a:lvl9pPr>
          </a:lstStyle>
          <a:p>
            <a:pPr lvl="0">
              <a:defRPr/>
            </a:pPr>
            <a:r>
              <a:rPr lang="en-US" sz="1600"/>
              <a:t>Beckhoff Automation GmbH &amp; Co. KG </a:t>
            </a:r>
            <a:br>
              <a:rPr lang="en-US" sz="1600"/>
            </a:br>
            <a:r>
              <a:rPr lang="en-US" sz="1600" b="0"/>
              <a:t>Headquarters </a:t>
            </a:r>
            <a:br>
              <a:rPr lang="en-US" sz="1600" b="0"/>
            </a:br>
            <a:r>
              <a:rPr lang="en-US" sz="1600" b="0"/>
              <a:t>Huelshorstweg 20 </a:t>
            </a:r>
            <a:br>
              <a:rPr lang="en-US" sz="1600" b="0"/>
            </a:br>
            <a:r>
              <a:rPr lang="en-US" sz="1600" b="0"/>
              <a:t>33415 Verl </a:t>
            </a:r>
            <a:br>
              <a:rPr lang="en-US" sz="1600" b="0"/>
            </a:br>
            <a:r>
              <a:rPr lang="en-US" sz="1600" b="0"/>
              <a:t>Germany </a:t>
            </a:r>
            <a:endParaRPr/>
          </a:p>
        </p:txBody>
      </p:sp>
      <p:sp>
        <p:nvSpPr>
          <p:cNvPr id="676594410"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defPPr>
              <a:defRPr lang="en-US"/>
            </a:defPPr>
            <a:lvl1pPr lvl="0">
              <a:spcBef>
                <a:spcPts val="0"/>
              </a:spcBef>
              <a:buNone/>
              <a:defRPr sz="2200" b="1">
                <a:solidFill>
                  <a:schemeClr val="bg1"/>
                </a:solidFill>
                <a:latin typeface="Arial"/>
                <a:ea typeface="+mj-ea"/>
                <a:cs typeface="Arial"/>
              </a:defRPr>
            </a:lvl1pPr>
          </a:lstStyle>
          <a:p>
            <a:pPr lvl="0">
              <a:defRPr/>
            </a:pPr>
            <a:r>
              <a:rPr lang="en-US">
                <a:solidFill>
                  <a:schemeClr val="tx1"/>
                </a:solidFill>
              </a:rPr>
              <a:t>Contact</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act – DE">
    <p:spTree>
      <p:nvGrpSpPr>
        <p:cNvPr id="1" name=""/>
        <p:cNvGrpSpPr/>
        <p:nvPr/>
      </p:nvGrpSpPr>
      <p:grpSpPr bwMode="auto">
        <a:xfrm>
          <a:off x="0" y="0"/>
          <a:ext cx="0" cy="0"/>
          <a:chOff x="0" y="0"/>
          <a:chExt cx="0" cy="0"/>
        </a:xfrm>
      </p:grpSpPr>
      <p:sp>
        <p:nvSpPr>
          <p:cNvPr id="767618313" name="Footer Placeholder"/>
          <p:cNvSpPr>
            <a:spLocks noGrp="1"/>
          </p:cNvSpPr>
          <p:nvPr>
            <p:ph type="ftr" sz="quarter" idx="12"/>
          </p:nvPr>
        </p:nvSpPr>
        <p:spPr bwMode="auto"/>
        <p:txBody>
          <a:bodyPr/>
          <a:lstStyle/>
          <a:p>
            <a:pPr>
              <a:defRPr/>
            </a:pPr>
            <a:r>
              <a:rPr lang="en-US"/>
              <a:t>Footer text</a:t>
            </a:r>
            <a:endParaRPr/>
          </a:p>
        </p:txBody>
      </p:sp>
      <p:sp>
        <p:nvSpPr>
          <p:cNvPr id="1915479616" name="Slide Number Placeholder"/>
          <p:cNvSpPr>
            <a:spLocks noGrp="1"/>
          </p:cNvSpPr>
          <p:nvPr>
            <p:ph type="sldNum" sz="quarter" idx="13"/>
          </p:nvPr>
        </p:nvSpPr>
        <p:spPr bwMode="auto"/>
        <p:txBody>
          <a:bodyPr/>
          <a:lstStyle/>
          <a:p>
            <a:pPr>
              <a:defRPr/>
            </a:pPr>
            <a:fld id="{A930EF64-91C9-4EBD-82F9-3643AB15A28C}" type="slidenum">
              <a:rPr lang="en-US"/>
              <a:t>‹#›</a:t>
            </a:fld>
            <a:endParaRPr lang="en-US"/>
          </a:p>
        </p:txBody>
      </p:sp>
      <p:sp>
        <p:nvSpPr>
          <p:cNvPr id="897247560" name="Legal Notes"/>
          <p:cNvSpPr txBox="1">
            <a:spLocks noChangeArrowheads="1"/>
          </p:cNvSpPr>
          <p:nvPr userDrawn="1"/>
        </p:nvSpPr>
        <p:spPr bwMode="auto">
          <a:xfrm>
            <a:off x="0" y="4001989"/>
            <a:ext cx="10153650" cy="2308324"/>
          </a:xfrm>
          <a:prstGeom prst="rect">
            <a:avLst/>
          </a:prstGeom>
          <a:noFill/>
          <a:ln>
            <a:noFill/>
          </a:ln>
          <a:effectLst/>
        </p:spPr>
        <p:txBody>
          <a:bodyPr wrap="square" lIns="450000" anchor="b">
            <a:spAutoFit/>
          </a:bodyPr>
          <a:lstStyle>
            <a:lvl1pPr marL="3175" indent="-3175">
              <a:defRPr>
                <a:solidFill>
                  <a:schemeClr val="tx1"/>
                </a:solidFill>
                <a:latin typeface="Arial"/>
              </a:defRPr>
            </a:lvl1pPr>
            <a:lvl2pPr marL="742950" indent="-285750">
              <a:defRPr>
                <a:solidFill>
                  <a:schemeClr val="tx1"/>
                </a:solidFill>
                <a:latin typeface="Arial"/>
              </a:defRPr>
            </a:lvl2pPr>
            <a:lvl3pPr marL="1143000" indent="-228600">
              <a:defRPr>
                <a:solidFill>
                  <a:schemeClr val="tx1"/>
                </a:solidFill>
                <a:latin typeface="Arial"/>
              </a:defRPr>
            </a:lvl3pPr>
            <a:lvl4pPr marL="1600200" indent="-228600">
              <a:defRPr>
                <a:solidFill>
                  <a:schemeClr val="tx1"/>
                </a:solidFill>
                <a:latin typeface="Arial"/>
              </a:defRPr>
            </a:lvl4pPr>
            <a:lvl5pPr marL="2057400" indent="-228600">
              <a:defRPr>
                <a:solidFill>
                  <a:schemeClr val="tx1"/>
                </a:solidFill>
                <a:latin typeface="Arial"/>
              </a:defRPr>
            </a:lvl5pPr>
            <a:lvl6pPr marL="2514600" indent="-228600">
              <a:spcBef>
                <a:spcPts val="0"/>
              </a:spcBef>
              <a:spcAft>
                <a:spcPts val="0"/>
              </a:spcAft>
              <a:defRPr>
                <a:solidFill>
                  <a:schemeClr val="tx1"/>
                </a:solidFill>
                <a:latin typeface="Arial"/>
              </a:defRPr>
            </a:lvl6pPr>
            <a:lvl7pPr marL="2971800" indent="-228600">
              <a:spcBef>
                <a:spcPts val="0"/>
              </a:spcBef>
              <a:spcAft>
                <a:spcPts val="0"/>
              </a:spcAft>
              <a:defRPr>
                <a:solidFill>
                  <a:schemeClr val="tx1"/>
                </a:solidFill>
                <a:latin typeface="Arial"/>
              </a:defRPr>
            </a:lvl7pPr>
            <a:lvl8pPr marL="3429000" indent="-228600">
              <a:spcBef>
                <a:spcPts val="0"/>
              </a:spcBef>
              <a:spcAft>
                <a:spcPts val="0"/>
              </a:spcAft>
              <a:defRPr>
                <a:solidFill>
                  <a:schemeClr val="tx1"/>
                </a:solidFill>
                <a:latin typeface="Arial"/>
              </a:defRPr>
            </a:lvl8pPr>
            <a:lvl9pPr marL="3886200" indent="-228600">
              <a:spcBef>
                <a:spcPts val="0"/>
              </a:spcBef>
              <a:spcAft>
                <a:spcPts val="0"/>
              </a:spcAft>
              <a:defRPr>
                <a:solidFill>
                  <a:schemeClr val="tx1"/>
                </a:solidFill>
                <a:latin typeface="Arial"/>
              </a:defRPr>
            </a:lvl9pPr>
          </a:lstStyle>
          <a:p>
            <a:pPr>
              <a:defRPr/>
            </a:pPr>
            <a:r>
              <a:rPr lang="de-DE" sz="1200">
                <a:latin typeface="+mj-lt"/>
              </a:rPr>
              <a:t>© Beckhoff Automation GmbH &amp; Co. KG</a:t>
            </a:r>
            <a:endParaRPr/>
          </a:p>
          <a:p>
            <a:pPr>
              <a:defRPr/>
            </a:pPr>
            <a:endParaRPr lang="de-DE" sz="1200">
              <a:latin typeface="+mj-lt"/>
            </a:endParaRPr>
          </a:p>
          <a:p>
            <a:pPr>
              <a:buFont typeface="Wingdings"/>
              <a:buNone/>
              <a:defRPr/>
            </a:pPr>
            <a:r>
              <a:rPr lang="de-DE" sz="1200">
                <a:latin typeface="+mj-lt"/>
              </a:rPr>
              <a:t>Alle Bilder sind urheberrechtlich geschützt. Die Weitergabe und Nutzung durch Dritte ist nicht gestattet.</a:t>
            </a:r>
            <a:endParaRPr/>
          </a:p>
          <a:p>
            <a:pPr>
              <a:buFont typeface="Wingdings"/>
              <a:buNone/>
              <a:defRPr/>
            </a:pPr>
            <a:endParaRPr lang="de-DE" sz="1200">
              <a:latin typeface="+mj-lt"/>
            </a:endParaRPr>
          </a:p>
          <a:p>
            <a:pPr>
              <a:buFont typeface="Wingdings"/>
              <a:buNone/>
              <a:defRPr/>
            </a:pPr>
            <a:r>
              <a:rPr lang="de-DE" sz="1200" b="0" i="0">
                <a:solidFill>
                  <a:srgbClr val="111111"/>
                </a:solidFill>
                <a:latin typeface="+mj-lt"/>
              </a:rPr>
              <a:t>Beckhoff</a:t>
            </a:r>
            <a:r>
              <a:rPr lang="de-DE" sz="1200" b="0" i="0" baseline="30000">
                <a:solidFill>
                  <a:srgbClr val="111111"/>
                </a:solidFill>
                <a:latin typeface="+mj-lt"/>
              </a:rPr>
              <a:t>®</a:t>
            </a:r>
            <a:r>
              <a:rPr lang="de-DE" sz="1200" b="0" i="0">
                <a:solidFill>
                  <a:srgbClr val="111111"/>
                </a:solidFill>
                <a:latin typeface="+mj-lt"/>
              </a:rPr>
              <a:t>, TwinCAT</a:t>
            </a:r>
            <a:r>
              <a:rPr lang="de-DE" sz="1200" b="0" i="0" baseline="30000">
                <a:solidFill>
                  <a:srgbClr val="111111"/>
                </a:solidFill>
                <a:latin typeface="+mj-lt"/>
              </a:rPr>
              <a:t>®</a:t>
            </a:r>
            <a:r>
              <a:rPr lang="de-DE" sz="1200" b="0" i="0">
                <a:solidFill>
                  <a:srgbClr val="111111"/>
                </a:solidFill>
                <a:latin typeface="+mj-lt"/>
              </a:rPr>
              <a:t>, TwinCAT/BSD</a:t>
            </a:r>
            <a:r>
              <a:rPr lang="de-DE" sz="1200" b="0" i="0" baseline="30000">
                <a:solidFill>
                  <a:srgbClr val="111111"/>
                </a:solidFill>
                <a:latin typeface="+mj-lt"/>
              </a:rPr>
              <a:t>®</a:t>
            </a:r>
            <a:r>
              <a:rPr lang="de-DE" sz="1200" b="0" i="0">
                <a:solidFill>
                  <a:srgbClr val="111111"/>
                </a:solidFill>
                <a:latin typeface="+mj-lt"/>
              </a:rPr>
              <a:t>, TC/BSD</a:t>
            </a:r>
            <a:r>
              <a:rPr lang="de-DE" sz="1200" b="0" i="0" baseline="30000">
                <a:solidFill>
                  <a:srgbClr val="111111"/>
                </a:solidFill>
                <a:latin typeface="+mj-lt"/>
              </a:rPr>
              <a:t>®</a:t>
            </a:r>
            <a:r>
              <a:rPr lang="de-DE" sz="1200" b="0" i="0">
                <a:solidFill>
                  <a:srgbClr val="111111"/>
                </a:solidFill>
                <a:latin typeface="+mj-lt"/>
              </a:rPr>
              <a:t>, EtherCAT</a:t>
            </a:r>
            <a:r>
              <a:rPr lang="de-DE" sz="1200" b="0" i="0" baseline="30000">
                <a:solidFill>
                  <a:srgbClr val="111111"/>
                </a:solidFill>
                <a:latin typeface="+mj-lt"/>
              </a:rPr>
              <a:t>®</a:t>
            </a:r>
            <a:r>
              <a:rPr lang="de-DE" sz="1200" b="0" i="0">
                <a:solidFill>
                  <a:srgbClr val="111111"/>
                </a:solidFill>
                <a:latin typeface="+mj-lt"/>
              </a:rPr>
              <a:t>, EtherCAT G</a:t>
            </a:r>
            <a:r>
              <a:rPr lang="de-DE" sz="1200" b="0" i="0" baseline="30000">
                <a:solidFill>
                  <a:srgbClr val="111111"/>
                </a:solidFill>
                <a:latin typeface="+mj-lt"/>
              </a:rPr>
              <a:t>®</a:t>
            </a:r>
            <a:r>
              <a:rPr lang="de-DE" sz="1200" b="0" i="0">
                <a:solidFill>
                  <a:srgbClr val="111111"/>
                </a:solidFill>
                <a:latin typeface="+mj-lt"/>
              </a:rPr>
              <a:t>, EtherCAT G10</a:t>
            </a:r>
            <a:r>
              <a:rPr lang="de-DE" sz="1200" b="0" i="0" baseline="30000">
                <a:solidFill>
                  <a:srgbClr val="111111"/>
                </a:solidFill>
                <a:latin typeface="+mj-lt"/>
              </a:rPr>
              <a:t>®</a:t>
            </a:r>
            <a:r>
              <a:rPr lang="de-DE" sz="1200" b="0" i="0">
                <a:solidFill>
                  <a:srgbClr val="111111"/>
                </a:solidFill>
                <a:latin typeface="+mj-lt"/>
              </a:rPr>
              <a:t>, EtherCAT P</a:t>
            </a:r>
            <a:r>
              <a:rPr lang="de-DE" sz="1200" b="0" i="0" baseline="30000">
                <a:solidFill>
                  <a:srgbClr val="111111"/>
                </a:solidFill>
                <a:latin typeface="+mj-lt"/>
              </a:rPr>
              <a:t>®</a:t>
            </a:r>
            <a:r>
              <a:rPr lang="de-DE" sz="1200" b="0" i="0">
                <a:solidFill>
                  <a:srgbClr val="111111"/>
                </a:solidFill>
                <a:latin typeface="+mj-lt"/>
              </a:rPr>
              <a:t>, </a:t>
            </a:r>
            <a:r>
              <a:rPr lang="de-DE" sz="1200" b="0" i="0">
                <a:solidFill>
                  <a:srgbClr val="111111"/>
                </a:solidFill>
                <a:latin typeface="+mj-lt"/>
              </a:rPr>
              <a:t>Safety</a:t>
            </a:r>
            <a:r>
              <a:rPr lang="de-DE" sz="1200" b="0" i="0">
                <a:solidFill>
                  <a:srgbClr val="111111"/>
                </a:solidFill>
                <a:latin typeface="+mj-lt"/>
              </a:rPr>
              <a:t> </a:t>
            </a:r>
            <a:r>
              <a:rPr lang="de-DE" sz="1200" b="0" i="0">
                <a:solidFill>
                  <a:srgbClr val="111111"/>
                </a:solidFill>
                <a:latin typeface="+mj-lt"/>
              </a:rPr>
              <a:t>over</a:t>
            </a:r>
            <a:r>
              <a:rPr lang="de-DE" sz="1200" b="0" i="0">
                <a:solidFill>
                  <a:srgbClr val="111111"/>
                </a:solidFill>
                <a:latin typeface="+mj-lt"/>
              </a:rPr>
              <a:t> EtherCAT</a:t>
            </a:r>
            <a:r>
              <a:rPr lang="de-DE" sz="1200" b="0" i="0" baseline="30000">
                <a:solidFill>
                  <a:srgbClr val="111111"/>
                </a:solidFill>
                <a:latin typeface="+mj-lt"/>
              </a:rPr>
              <a:t>®</a:t>
            </a:r>
            <a:r>
              <a:rPr lang="de-DE" sz="1200" b="0" i="0">
                <a:solidFill>
                  <a:srgbClr val="111111"/>
                </a:solidFill>
                <a:latin typeface="+mj-lt"/>
              </a:rPr>
              <a:t>, </a:t>
            </a:r>
            <a:r>
              <a:rPr lang="de-DE" sz="1200" b="0" i="0">
                <a:solidFill>
                  <a:srgbClr val="111111"/>
                </a:solidFill>
                <a:latin typeface="+mj-lt"/>
              </a:rPr>
              <a:t>TwinSAFE</a:t>
            </a:r>
            <a:r>
              <a:rPr lang="de-DE" sz="1200" b="0" i="0" baseline="30000">
                <a:solidFill>
                  <a:srgbClr val="111111"/>
                </a:solidFill>
                <a:latin typeface="+mj-lt"/>
              </a:rPr>
              <a:t>®</a:t>
            </a:r>
            <a:r>
              <a:rPr lang="de-DE" sz="1200" b="0" i="0">
                <a:solidFill>
                  <a:srgbClr val="111111"/>
                </a:solidFill>
                <a:latin typeface="+mj-lt"/>
              </a:rPr>
              <a:t>, XFC</a:t>
            </a:r>
            <a:r>
              <a:rPr lang="de-DE" sz="1200" b="0" i="0" baseline="30000">
                <a:solidFill>
                  <a:srgbClr val="111111"/>
                </a:solidFill>
                <a:latin typeface="+mj-lt"/>
              </a:rPr>
              <a:t>®</a:t>
            </a:r>
            <a:r>
              <a:rPr lang="de-DE" sz="1200" b="0" i="0">
                <a:solidFill>
                  <a:srgbClr val="111111"/>
                </a:solidFill>
                <a:latin typeface="+mj-lt"/>
              </a:rPr>
              <a:t>, XTS</a:t>
            </a:r>
            <a:r>
              <a:rPr lang="de-DE" sz="1200" b="0" i="0" baseline="30000">
                <a:solidFill>
                  <a:srgbClr val="111111"/>
                </a:solidFill>
                <a:latin typeface="+mj-lt"/>
              </a:rPr>
              <a:t>®</a:t>
            </a:r>
            <a:r>
              <a:rPr lang="de-DE" sz="1200" b="0" i="0">
                <a:solidFill>
                  <a:srgbClr val="111111"/>
                </a:solidFill>
                <a:latin typeface="+mj-lt"/>
              </a:rPr>
              <a:t> und </a:t>
            </a:r>
            <a:r>
              <a:rPr lang="de-DE" sz="1200" b="0" i="0">
                <a:solidFill>
                  <a:srgbClr val="111111"/>
                </a:solidFill>
                <a:latin typeface="+mj-lt"/>
              </a:rPr>
              <a:t>XPlanar</a:t>
            </a:r>
            <a:r>
              <a:rPr lang="de-DE" sz="1200" b="0" i="0" baseline="30000">
                <a:solidFill>
                  <a:srgbClr val="111111"/>
                </a:solidFill>
                <a:latin typeface="+mj-lt"/>
              </a:rPr>
              <a:t>®</a:t>
            </a:r>
            <a:r>
              <a:rPr lang="de-DE" sz="1200" b="0" i="0">
                <a:solidFill>
                  <a:srgbClr val="111111"/>
                </a:solidFill>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endParaRPr/>
          </a:p>
          <a:p>
            <a:pPr>
              <a:buFont typeface="Wingdings"/>
              <a:buNone/>
              <a:defRPr/>
            </a:pPr>
            <a:endParaRPr lang="de-DE" sz="1200">
              <a:latin typeface="+mj-lt"/>
            </a:endParaRPr>
          </a:p>
          <a:p>
            <a:pPr>
              <a:buFont typeface="Wingdings"/>
              <a:buNone/>
              <a:defRPr/>
            </a:pPr>
            <a:r>
              <a:rPr lang="de-DE" sz="120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endParaRPr/>
          </a:p>
        </p:txBody>
      </p:sp>
      <p:sp>
        <p:nvSpPr>
          <p:cNvPr id="258672891" name="Date Placeholder"/>
          <p:cNvSpPr>
            <a:spLocks noGrp="1"/>
          </p:cNvSpPr>
          <p:nvPr>
            <p:ph type="body" sz="quarter" idx="11" hasCustomPrompt="1"/>
          </p:nvPr>
        </p:nvSpPr>
        <p:spPr bwMode="auto">
          <a:xfrm>
            <a:off x="3255495" y="4022394"/>
            <a:ext cx="2196000" cy="277200"/>
          </a:xfrm>
        </p:spPr>
        <p:txBody>
          <a:bodyPr lIns="0" tIns="46800"/>
          <a:lstStyle>
            <a:lvl1pPr marL="0" indent="0" algn="l">
              <a:buNone/>
              <a:defRPr lang="de-DE" sz="1200">
                <a:solidFill>
                  <a:schemeClr val="tx1"/>
                </a:solidFill>
                <a:latin typeface="Arial"/>
                <a:ea typeface="+mn-ea"/>
                <a:cs typeface="+mn-cs"/>
              </a:defRPr>
            </a:lvl1pPr>
            <a:lvl2pPr marL="360362" indent="0" algn="l">
              <a:buNone/>
              <a:defRPr lang="de-DE" sz="1200">
                <a:solidFill>
                  <a:schemeClr val="tx1"/>
                </a:solidFill>
                <a:latin typeface="Arial"/>
                <a:ea typeface="+mn-ea"/>
                <a:cs typeface="+mn-cs"/>
              </a:defRPr>
            </a:lvl2pPr>
            <a:lvl3pPr marL="715962" indent="0" algn="l">
              <a:buNone/>
              <a:defRPr lang="de-DE" sz="1200">
                <a:solidFill>
                  <a:schemeClr val="tx1"/>
                </a:solidFill>
                <a:latin typeface="Arial"/>
                <a:ea typeface="+mn-ea"/>
                <a:cs typeface="+mn-cs"/>
              </a:defRPr>
            </a:lvl3pPr>
            <a:lvl4pPr marL="1076325" indent="0" algn="l">
              <a:buNone/>
              <a:defRPr lang="de-DE" sz="1200">
                <a:solidFill>
                  <a:schemeClr val="tx1"/>
                </a:solidFill>
                <a:latin typeface="Arial"/>
                <a:ea typeface="+mn-ea"/>
                <a:cs typeface="+mn-cs"/>
              </a:defRPr>
            </a:lvl4pPr>
            <a:lvl5pPr marL="1433513" indent="0" algn="l">
              <a:buNone/>
              <a:defRPr lang="de-DE" sz="1200">
                <a:solidFill>
                  <a:schemeClr val="tx1"/>
                </a:solidFill>
                <a:latin typeface="Arial"/>
                <a:ea typeface="+mn-ea"/>
                <a:cs typeface="+mn-cs"/>
              </a:defRPr>
            </a:lvl5pPr>
          </a:lstStyle>
          <a:p>
            <a:pPr lvl="0">
              <a:defRPr/>
            </a:pPr>
            <a:r>
              <a:rPr lang="de-DE"/>
              <a:t>MM/YYYY</a:t>
            </a:r>
            <a:endParaRPr/>
          </a:p>
        </p:txBody>
      </p:sp>
      <p:sp>
        <p:nvSpPr>
          <p:cNvPr id="1867198497" name="Phone, Mail, Web"/>
          <p:cNvSpPr>
            <a:spLocks noChangeArrowheads="1"/>
          </p:cNvSpPr>
          <p:nvPr userDrawn="1"/>
        </p:nvSpPr>
        <p:spPr bwMode="auto">
          <a:xfrm>
            <a:off x="6096001" y="1090800"/>
            <a:ext cx="4057649" cy="1862048"/>
          </a:xfrm>
          <a:prstGeom prst="rect">
            <a:avLst/>
          </a:prstGeom>
          <a:noFill/>
          <a:ln>
            <a:noFill/>
          </a:ln>
          <a:effectLst/>
        </p:spPr>
        <p:txBody>
          <a:bodyPr tIns="432000"/>
          <a:lstStyle>
            <a:lvl1pPr>
              <a:tabLst>
                <a:tab pos="896938" algn="l"/>
              </a:tabLst>
              <a:defRPr>
                <a:solidFill>
                  <a:schemeClr val="tx1"/>
                </a:solidFill>
                <a:latin typeface="Arial"/>
              </a:defRPr>
            </a:lvl1pPr>
            <a:lvl2pPr marL="742950" indent="-285750">
              <a:tabLst>
                <a:tab pos="896938" algn="l"/>
              </a:tabLst>
              <a:defRPr>
                <a:solidFill>
                  <a:schemeClr val="tx1"/>
                </a:solidFill>
                <a:latin typeface="Arial"/>
              </a:defRPr>
            </a:lvl2pPr>
            <a:lvl3pPr marL="1143000" indent="-228600">
              <a:tabLst>
                <a:tab pos="896938" algn="l"/>
              </a:tabLst>
              <a:defRPr>
                <a:solidFill>
                  <a:schemeClr val="tx1"/>
                </a:solidFill>
                <a:latin typeface="Arial"/>
              </a:defRPr>
            </a:lvl3pPr>
            <a:lvl4pPr marL="1600200" indent="-228600">
              <a:tabLst>
                <a:tab pos="896938" algn="l"/>
              </a:tabLst>
              <a:defRPr>
                <a:solidFill>
                  <a:schemeClr val="tx1"/>
                </a:solidFill>
                <a:latin typeface="Arial"/>
              </a:defRPr>
            </a:lvl4pPr>
            <a:lvl5pPr marL="2057400" indent="-228600">
              <a:tabLst>
                <a:tab pos="896938" algn="l"/>
              </a:tabLst>
              <a:defRPr>
                <a:solidFill>
                  <a:schemeClr val="tx1"/>
                </a:solidFill>
                <a:latin typeface="Arial"/>
              </a:defRPr>
            </a:lvl5pPr>
            <a:lvl6pPr marL="2514600" indent="-228600">
              <a:spcBef>
                <a:spcPts val="0"/>
              </a:spcBef>
              <a:spcAft>
                <a:spcPts val="0"/>
              </a:spcAft>
              <a:tabLst>
                <a:tab pos="896938" algn="l"/>
              </a:tabLst>
              <a:defRPr>
                <a:solidFill>
                  <a:schemeClr val="tx1"/>
                </a:solidFill>
                <a:latin typeface="Arial"/>
              </a:defRPr>
            </a:lvl6pPr>
            <a:lvl7pPr marL="2971800" indent="-228600">
              <a:spcBef>
                <a:spcPts val="0"/>
              </a:spcBef>
              <a:spcAft>
                <a:spcPts val="0"/>
              </a:spcAft>
              <a:tabLst>
                <a:tab pos="896938" algn="l"/>
              </a:tabLst>
              <a:defRPr>
                <a:solidFill>
                  <a:schemeClr val="tx1"/>
                </a:solidFill>
                <a:latin typeface="Arial"/>
              </a:defRPr>
            </a:lvl7pPr>
            <a:lvl8pPr marL="3429000" indent="-228600">
              <a:spcBef>
                <a:spcPts val="0"/>
              </a:spcBef>
              <a:spcAft>
                <a:spcPts val="0"/>
              </a:spcAft>
              <a:tabLst>
                <a:tab pos="896938" algn="l"/>
              </a:tabLst>
              <a:defRPr>
                <a:solidFill>
                  <a:schemeClr val="tx1"/>
                </a:solidFill>
                <a:latin typeface="Arial"/>
              </a:defRPr>
            </a:lvl8pPr>
            <a:lvl9pPr marL="3886200" indent="-228600">
              <a:spcBef>
                <a:spcPts val="0"/>
              </a:spcBef>
              <a:spcAft>
                <a:spcPts val="0"/>
              </a:spcAft>
              <a:tabLst>
                <a:tab pos="896938" algn="l"/>
              </a:tabLst>
              <a:defRPr>
                <a:solidFill>
                  <a:schemeClr val="tx1"/>
                </a:solidFill>
                <a:latin typeface="Arial"/>
              </a:defRPr>
            </a:lvl9pPr>
          </a:lstStyle>
          <a:p>
            <a:pPr>
              <a:spcBef>
                <a:spcPts val="0"/>
              </a:spcBef>
              <a:buFont typeface="Wingdings"/>
              <a:buNone/>
              <a:defRPr/>
            </a:pPr>
            <a:r>
              <a:rPr lang="de-DE" sz="1600"/>
              <a:t>Telefon:	+49 5246 963-0  </a:t>
            </a:r>
            <a:endParaRPr/>
          </a:p>
          <a:p>
            <a:pPr>
              <a:buFont typeface="Wingdings"/>
              <a:buNone/>
              <a:defRPr/>
            </a:pPr>
            <a:r>
              <a:rPr lang="de-DE" sz="1600"/>
              <a:t>E-Mail:	info@beckhoff.com</a:t>
            </a:r>
            <a:endParaRPr/>
          </a:p>
          <a:p>
            <a:pPr>
              <a:buFont typeface="Wingdings"/>
              <a:buNone/>
              <a:defRPr/>
            </a:pPr>
            <a:r>
              <a:rPr lang="de-DE" sz="1600"/>
              <a:t>Web:	www.beckhoff.com</a:t>
            </a:r>
            <a:r>
              <a:rPr lang="de-DE" sz="1600" b="1"/>
              <a:t> </a:t>
            </a:r>
            <a:endParaRPr/>
          </a:p>
        </p:txBody>
      </p:sp>
      <p:sp>
        <p:nvSpPr>
          <p:cNvPr id="2066409758" name="Address"/>
          <p:cNvSpPr txBox="1"/>
          <p:nvPr userDrawn="1"/>
        </p:nvSpPr>
        <p:spPr bwMode="auto">
          <a:xfrm>
            <a:off x="3" y="1090800"/>
            <a:ext cx="6095997" cy="1862048"/>
          </a:xfrm>
          <a:prstGeom prst="rect">
            <a:avLst/>
          </a:prstGeom>
        </p:spPr>
        <p:txBody>
          <a:bodyPr vert="horz" lIns="450000" tIns="190800" rIns="91440" bIns="45720" rtlCol="0">
            <a:noAutofit/>
          </a:bodyPr>
          <a:lstStyle>
            <a:lvl1pPr marR="0" lvl="0" indent="0">
              <a:lnSpc>
                <a:spcPct val="100000"/>
              </a:lnSpc>
              <a:spcBef>
                <a:spcPts val="0"/>
              </a:spcBef>
              <a:spcAft>
                <a:spcPts val="0"/>
              </a:spcAft>
              <a:buClrTx/>
              <a:buSzTx/>
              <a:buFont typeface="Wingdings"/>
              <a:buNone/>
              <a:defRPr sz="1600" b="1">
                <a:solidFill>
                  <a:srgbClr val="000000"/>
                </a:solidFill>
                <a:latin typeface="Arial"/>
              </a:defRPr>
            </a:lvl1pPr>
            <a:lvl2pPr marL="628650" marR="0" indent="-268288">
              <a:lnSpc>
                <a:spcPct val="100000"/>
              </a:lnSpc>
              <a:spcBef>
                <a:spcPts val="600"/>
              </a:spcBef>
              <a:spcAft>
                <a:spcPts val="0"/>
              </a:spcAft>
              <a:buClrTx/>
              <a:buSzTx/>
              <a:buFont typeface="Symbol"/>
              <a:buChar char="-"/>
              <a:defRPr sz="2200">
                <a:latin typeface="Arial"/>
                <a:cs typeface="Arial"/>
              </a:defRPr>
            </a:lvl2pPr>
            <a:lvl3pPr marL="984250" marR="0" indent="-268288">
              <a:lnSpc>
                <a:spcPct val="100000"/>
              </a:lnSpc>
              <a:spcBef>
                <a:spcPts val="600"/>
              </a:spcBef>
              <a:spcAft>
                <a:spcPts val="0"/>
              </a:spcAft>
              <a:buClrTx/>
              <a:buSzTx/>
              <a:buFont typeface="Symbol"/>
              <a:buChar char="-"/>
              <a:defRPr sz="2200">
                <a:latin typeface="Arial"/>
                <a:cs typeface="Arial"/>
              </a:defRPr>
            </a:lvl3pPr>
            <a:lvl4pPr marL="1343025" marR="0" indent="-266700">
              <a:lnSpc>
                <a:spcPct val="100000"/>
              </a:lnSpc>
              <a:spcBef>
                <a:spcPts val="600"/>
              </a:spcBef>
              <a:spcAft>
                <a:spcPts val="0"/>
              </a:spcAft>
              <a:buClrTx/>
              <a:buSzTx/>
              <a:buFont typeface="Symbol"/>
              <a:buChar char="-"/>
              <a:defRPr sz="2200">
                <a:latin typeface="Arial"/>
                <a:cs typeface="Arial"/>
              </a:defRPr>
            </a:lvl4pPr>
            <a:lvl5pPr marL="1700212" marR="0" indent="-266700">
              <a:lnSpc>
                <a:spcPct val="100000"/>
              </a:lnSpc>
              <a:spcBef>
                <a:spcPts val="600"/>
              </a:spcBef>
              <a:spcAft>
                <a:spcPts val="0"/>
              </a:spcAft>
              <a:buClrTx/>
              <a:buSzTx/>
              <a:buFont typeface="Symbol"/>
              <a:buChar char="-"/>
              <a:defRPr sz="2200">
                <a:latin typeface="Arial"/>
                <a:cs typeface="Arial"/>
              </a:defRPr>
            </a:lvl5pPr>
            <a:lvl6pPr marL="2514600" indent="-228600">
              <a:spcBef>
                <a:spcPts val="0"/>
              </a:spcBef>
              <a:buFont typeface="Arial"/>
              <a:buChar char="•"/>
              <a:defRPr sz="2000"/>
            </a:lvl6pPr>
            <a:lvl7pPr marL="2971800" indent="-228600">
              <a:spcBef>
                <a:spcPts val="0"/>
              </a:spcBef>
              <a:buFont typeface="Arial"/>
              <a:buChar char="•"/>
              <a:defRPr sz="2000"/>
            </a:lvl7pPr>
            <a:lvl8pPr marL="3429000" indent="-228600">
              <a:spcBef>
                <a:spcPts val="0"/>
              </a:spcBef>
              <a:buFont typeface="Arial"/>
              <a:buChar char="•"/>
              <a:defRPr sz="2000"/>
            </a:lvl8pPr>
            <a:lvl9pPr marL="3886200" indent="-228600">
              <a:spcBef>
                <a:spcPts val="0"/>
              </a:spcBef>
              <a:buFont typeface="Arial"/>
              <a:buChar char="•"/>
              <a:defRPr sz="2000"/>
            </a:lvl9pPr>
          </a:lstStyle>
          <a:p>
            <a:pPr marL="0" lvl="0" indent="0">
              <a:spcBef>
                <a:spcPts val="0"/>
              </a:spcBef>
              <a:buNone/>
              <a:defRPr/>
            </a:pPr>
            <a:r>
              <a:rPr lang="de-DE" sz="1600"/>
              <a:t>Beckhoff Automation GmbH &amp; Co. KG </a:t>
            </a:r>
            <a:br>
              <a:rPr lang="de-DE" sz="1600"/>
            </a:br>
            <a:r>
              <a:rPr lang="de-DE" sz="1600" b="0">
                <a:solidFill>
                  <a:srgbClr val="000000"/>
                </a:solidFill>
                <a:latin typeface="Arial"/>
                <a:cs typeface="+mn-cs"/>
              </a:rPr>
              <a:t>Unternehmenszentrale</a:t>
            </a:r>
            <a:endParaRPr/>
          </a:p>
          <a:p>
            <a:pPr marL="0" lvl="0" indent="0">
              <a:spcBef>
                <a:spcPts val="0"/>
              </a:spcBef>
              <a:buNone/>
              <a:defRPr/>
            </a:pPr>
            <a:r>
              <a:rPr lang="de-DE" sz="1600" b="0">
                <a:solidFill>
                  <a:srgbClr val="000000"/>
                </a:solidFill>
                <a:latin typeface="Arial"/>
                <a:cs typeface="+mn-cs"/>
              </a:rPr>
              <a:t>Hülshorstweg 20</a:t>
            </a:r>
            <a:endParaRPr/>
          </a:p>
          <a:p>
            <a:pPr marL="0" lvl="0" indent="0">
              <a:spcBef>
                <a:spcPts val="0"/>
              </a:spcBef>
              <a:buNone/>
              <a:defRPr/>
            </a:pPr>
            <a:r>
              <a:rPr lang="de-DE" sz="1600" b="0">
                <a:solidFill>
                  <a:srgbClr val="000000"/>
                </a:solidFill>
                <a:latin typeface="Arial"/>
                <a:cs typeface="+mn-cs"/>
              </a:rPr>
              <a:t>33415 Verl</a:t>
            </a:r>
            <a:endParaRPr/>
          </a:p>
          <a:p>
            <a:pPr marL="0" lvl="0" indent="0">
              <a:spcBef>
                <a:spcPts val="0"/>
              </a:spcBef>
              <a:buNone/>
              <a:defRPr/>
            </a:pPr>
            <a:r>
              <a:rPr lang="de-DE" sz="1600" b="0">
                <a:solidFill>
                  <a:srgbClr val="000000"/>
                </a:solidFill>
                <a:latin typeface="Arial"/>
                <a:cs typeface="+mn-cs"/>
              </a:rPr>
              <a:t>Deutschland</a:t>
            </a:r>
            <a:endParaRPr/>
          </a:p>
          <a:p>
            <a:pPr lvl="0">
              <a:defRPr/>
            </a:pPr>
            <a:endParaRPr lang="de-DE" sz="1600" b="0"/>
          </a:p>
        </p:txBody>
      </p:sp>
      <p:sp>
        <p:nvSpPr>
          <p:cNvPr id="1909896746"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lvl1pPr>
              <a:spcBef>
                <a:spcPts val="0"/>
              </a:spcBef>
              <a:buNone/>
              <a:defRPr sz="2200" b="1">
                <a:solidFill>
                  <a:schemeClr val="bg1"/>
                </a:solidFill>
                <a:latin typeface="Arial"/>
                <a:ea typeface="+mj-ea"/>
                <a:cs typeface="Arial"/>
              </a:defRPr>
            </a:lvl1pPr>
          </a:lstStyle>
          <a:p>
            <a:pPr lvl="0">
              <a:defRPr/>
            </a:pPr>
            <a:r>
              <a:rPr lang="de-DE">
                <a:solidFill>
                  <a:schemeClr val="tx1"/>
                </a:solidFill>
              </a:rPr>
              <a:t>Kontakt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ntact – Country-specific">
    <p:spTree>
      <p:nvGrpSpPr>
        <p:cNvPr id="1" name=""/>
        <p:cNvGrpSpPr/>
        <p:nvPr/>
      </p:nvGrpSpPr>
      <p:grpSpPr bwMode="auto">
        <a:xfrm>
          <a:off x="0" y="0"/>
          <a:ext cx="0" cy="0"/>
          <a:chOff x="0" y="0"/>
          <a:chExt cx="0" cy="0"/>
        </a:xfrm>
      </p:grpSpPr>
      <p:sp>
        <p:nvSpPr>
          <p:cNvPr id="1473473617" name="Footer Placeholder"/>
          <p:cNvSpPr>
            <a:spLocks noGrp="1"/>
          </p:cNvSpPr>
          <p:nvPr>
            <p:ph type="ftr" sz="quarter" idx="12"/>
          </p:nvPr>
        </p:nvSpPr>
        <p:spPr bwMode="auto"/>
        <p:txBody>
          <a:bodyPr/>
          <a:lstStyle/>
          <a:p>
            <a:pPr>
              <a:defRPr/>
            </a:pPr>
            <a:r>
              <a:rPr lang="en-US"/>
              <a:t>Footer text</a:t>
            </a:r>
            <a:endParaRPr/>
          </a:p>
        </p:txBody>
      </p:sp>
      <p:sp>
        <p:nvSpPr>
          <p:cNvPr id="699864757" name="Slide Number Placeholder"/>
          <p:cNvSpPr>
            <a:spLocks noGrp="1"/>
          </p:cNvSpPr>
          <p:nvPr>
            <p:ph type="sldNum" sz="quarter" idx="13"/>
          </p:nvPr>
        </p:nvSpPr>
        <p:spPr bwMode="auto"/>
        <p:txBody>
          <a:bodyPr/>
          <a:lstStyle/>
          <a:p>
            <a:pPr>
              <a:defRPr/>
            </a:pPr>
            <a:fld id="{A930EF64-91C9-4EBD-82F9-3643AB15A28C}" type="slidenum">
              <a:rPr lang="en-US"/>
              <a:t>‹#›</a:t>
            </a:fld>
            <a:endParaRPr lang="en-US"/>
          </a:p>
        </p:txBody>
      </p:sp>
      <p:sp>
        <p:nvSpPr>
          <p:cNvPr id="478390224" name="Legal Notes"/>
          <p:cNvSpPr txBox="1">
            <a:spLocks noChangeArrowheads="1"/>
          </p:cNvSpPr>
          <p:nvPr userDrawn="1"/>
        </p:nvSpPr>
        <p:spPr bwMode="auto">
          <a:xfrm>
            <a:off x="0" y="4186655"/>
            <a:ext cx="10153650" cy="2123658"/>
          </a:xfrm>
          <a:prstGeom prst="rect">
            <a:avLst/>
          </a:prstGeom>
          <a:noFill/>
          <a:ln>
            <a:noFill/>
          </a:ln>
          <a:effectLst/>
        </p:spPr>
        <p:txBody>
          <a:bodyPr wrap="square" lIns="450000" anchor="b">
            <a:spAutoFit/>
          </a:bodyPr>
          <a:lstStyle>
            <a:defPPr>
              <a:defRPr lang="en-US"/>
            </a:defPPr>
            <a:lvl1pPr marL="3175" indent="-3175">
              <a:defRPr sz="1200">
                <a:latin typeface="Arial"/>
              </a:defRPr>
            </a:lvl1pPr>
            <a:lvl2pPr marL="742950" indent="-285750">
              <a:defRPr>
                <a:latin typeface="Arial"/>
              </a:defRPr>
            </a:lvl2pPr>
            <a:lvl3pPr marL="1143000" indent="-228600">
              <a:defRPr>
                <a:latin typeface="Arial"/>
              </a:defRPr>
            </a:lvl3pPr>
            <a:lvl4pPr marL="1600200" indent="-228600">
              <a:defRPr>
                <a:latin typeface="Arial"/>
              </a:defRPr>
            </a:lvl4pPr>
            <a:lvl5pPr marL="2057400" indent="-228600">
              <a:defRPr>
                <a:latin typeface="Arial"/>
              </a:defRPr>
            </a:lvl5pPr>
            <a:lvl6pPr marL="2514600" indent="-228600">
              <a:spcBef>
                <a:spcPts val="0"/>
              </a:spcBef>
              <a:spcAft>
                <a:spcPts val="0"/>
              </a:spcAft>
              <a:defRPr>
                <a:latin typeface="Arial"/>
              </a:defRPr>
            </a:lvl6pPr>
            <a:lvl7pPr marL="2971800" indent="-228600">
              <a:spcBef>
                <a:spcPts val="0"/>
              </a:spcBef>
              <a:spcAft>
                <a:spcPts val="0"/>
              </a:spcAft>
              <a:defRPr>
                <a:latin typeface="Arial"/>
              </a:defRPr>
            </a:lvl7pPr>
            <a:lvl8pPr marL="3429000" indent="-228600">
              <a:spcBef>
                <a:spcPts val="0"/>
              </a:spcBef>
              <a:spcAft>
                <a:spcPts val="0"/>
              </a:spcAft>
              <a:defRPr>
                <a:latin typeface="Arial"/>
              </a:defRPr>
            </a:lvl8pPr>
            <a:lvl9pPr marL="3886200" indent="-228600">
              <a:spcBef>
                <a:spcPts val="0"/>
              </a:spcBef>
              <a:spcAft>
                <a:spcPts val="0"/>
              </a:spcAft>
              <a:defRPr>
                <a:latin typeface="Arial"/>
              </a:defRPr>
            </a:lvl9pPr>
          </a:lstStyle>
          <a:p>
            <a:pPr lvl="0">
              <a:defRPr/>
            </a:pPr>
            <a:r>
              <a:rPr lang="en-US"/>
              <a:t>© Beckhoff Automation </a:t>
            </a:r>
            <a:endParaRPr/>
          </a:p>
          <a:p>
            <a:pPr lvl="0">
              <a:defRPr/>
            </a:pPr>
            <a:endParaRPr lang="en-US"/>
          </a:p>
          <a:p>
            <a:pPr lvl="0">
              <a:defRPr/>
            </a:pPr>
            <a:r>
              <a:rPr lang="en-US"/>
              <a:t>All images are protected by copyright. The use and transfer to third parties is not permitted.</a:t>
            </a:r>
            <a:endParaRPr/>
          </a:p>
          <a:p>
            <a:pPr lvl="0">
              <a:defRPr/>
            </a:pPr>
            <a:endParaRPr lang="en-US"/>
          </a:p>
          <a:p>
            <a:pPr lvl="0">
              <a:defRPr/>
            </a:pPr>
            <a:r>
              <a:rPr lang="en-US"/>
              <a:t>Beckhoff</a:t>
            </a:r>
            <a:r>
              <a:rPr lang="en-US" baseline="30000"/>
              <a:t>®</a:t>
            </a:r>
            <a:r>
              <a:rPr lang="en-US"/>
              <a:t>, </a:t>
            </a:r>
            <a:r>
              <a:rPr lang="en-US"/>
              <a:t>TwinCAT</a:t>
            </a:r>
            <a:r>
              <a:rPr lang="en-US" baseline="30000"/>
              <a:t>®</a:t>
            </a:r>
            <a:r>
              <a:rPr lang="en-US"/>
              <a:t>, </a:t>
            </a:r>
            <a:r>
              <a:rPr lang="en-US"/>
              <a:t>TwinCAT</a:t>
            </a:r>
            <a:r>
              <a:rPr lang="en-US"/>
              <a:t>/BSD</a:t>
            </a:r>
            <a:r>
              <a:rPr lang="en-US" baseline="30000"/>
              <a:t>®</a:t>
            </a:r>
            <a:r>
              <a:rPr lang="en-US"/>
              <a:t>, TC/BSD</a:t>
            </a:r>
            <a:r>
              <a:rPr lang="en-US" baseline="30000"/>
              <a:t>®</a:t>
            </a:r>
            <a:r>
              <a:rPr lang="en-US"/>
              <a:t>, </a:t>
            </a:r>
            <a:r>
              <a:rPr lang="en-US"/>
              <a:t>EtherCAT</a:t>
            </a:r>
            <a:r>
              <a:rPr lang="en-US" baseline="30000"/>
              <a:t>®</a:t>
            </a:r>
            <a:r>
              <a:rPr lang="en-US"/>
              <a:t>, </a:t>
            </a:r>
            <a:r>
              <a:rPr lang="en-US"/>
              <a:t>EtherCAT</a:t>
            </a:r>
            <a:r>
              <a:rPr lang="en-US"/>
              <a:t> G</a:t>
            </a:r>
            <a:r>
              <a:rPr lang="en-US" baseline="30000"/>
              <a:t>®</a:t>
            </a:r>
            <a:r>
              <a:rPr lang="en-US"/>
              <a:t>, </a:t>
            </a:r>
            <a:r>
              <a:rPr lang="en-US"/>
              <a:t>EtherCAT</a:t>
            </a:r>
            <a:r>
              <a:rPr lang="en-US"/>
              <a:t> G10</a:t>
            </a:r>
            <a:r>
              <a:rPr lang="en-US" baseline="30000"/>
              <a:t>®</a:t>
            </a:r>
            <a:r>
              <a:rPr lang="en-US"/>
              <a:t>, </a:t>
            </a:r>
            <a:r>
              <a:rPr lang="en-US"/>
              <a:t>EtherCAT</a:t>
            </a:r>
            <a:r>
              <a:rPr lang="en-US"/>
              <a:t> P</a:t>
            </a:r>
            <a:r>
              <a:rPr lang="en-US" baseline="30000"/>
              <a:t>®</a:t>
            </a:r>
            <a:r>
              <a:rPr lang="en-US"/>
              <a:t>, Safety over </a:t>
            </a:r>
            <a:r>
              <a:rPr lang="en-US"/>
              <a:t>EtherCAT</a:t>
            </a:r>
            <a:r>
              <a:rPr lang="en-US" baseline="30000"/>
              <a:t>®</a:t>
            </a:r>
            <a:r>
              <a:rPr lang="en-US"/>
              <a:t>, </a:t>
            </a:r>
            <a:r>
              <a:rPr lang="en-US"/>
              <a:t>TwinSAFE</a:t>
            </a:r>
            <a:r>
              <a:rPr lang="en-US" baseline="30000"/>
              <a:t>®</a:t>
            </a:r>
            <a:r>
              <a:rPr lang="en-US"/>
              <a:t>, XFC</a:t>
            </a:r>
            <a:r>
              <a:rPr lang="en-US" baseline="30000"/>
              <a:t>®</a:t>
            </a:r>
            <a:r>
              <a:rPr lang="en-US"/>
              <a:t>, XTS</a:t>
            </a:r>
            <a:r>
              <a:rPr lang="en-US" baseline="30000"/>
              <a:t>®</a:t>
            </a:r>
            <a:r>
              <a:rPr lang="en-US"/>
              <a:t> and </a:t>
            </a:r>
            <a:r>
              <a:rPr lang="en-US"/>
              <a:t>XPlanar</a:t>
            </a:r>
            <a:r>
              <a:rPr lang="en-US" baseline="30000"/>
              <a:t>®</a:t>
            </a:r>
            <a:r>
              <a:rPr lang="en-US"/>
              <a:t> are registered trademarks of and licensed by Beckhoff Automation GmbH. Other designations used in this publication may be trademarks whose use by third parties for their own purposes could violate the rights of the owners.</a:t>
            </a:r>
            <a:endParaRPr/>
          </a:p>
          <a:p>
            <a:pPr lvl="0">
              <a:defRPr/>
            </a:pPr>
            <a:endParaRPr lang="en-US"/>
          </a:p>
          <a:p>
            <a:pPr lvl="0">
              <a:defRPr/>
            </a:pPr>
            <a:r>
              <a:rPr lang="en-US"/>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endParaRPr/>
          </a:p>
        </p:txBody>
      </p:sp>
      <p:sp>
        <p:nvSpPr>
          <p:cNvPr id="696983041" name="Date Placeholder"/>
          <p:cNvSpPr>
            <a:spLocks noGrp="1"/>
          </p:cNvSpPr>
          <p:nvPr>
            <p:ph type="body" sz="quarter" idx="11" hasCustomPrompt="1"/>
          </p:nvPr>
        </p:nvSpPr>
        <p:spPr bwMode="auto">
          <a:xfrm>
            <a:off x="2040500" y="4206349"/>
            <a:ext cx="2196000" cy="277200"/>
          </a:xfrm>
        </p:spPr>
        <p:txBody>
          <a:bodyPr lIns="0" tIns="46800"/>
          <a:lstStyle>
            <a:lvl1pPr marL="0" indent="0" algn="l">
              <a:buNone/>
              <a:defRPr lang="en-US" sz="1200">
                <a:solidFill>
                  <a:schemeClr val="tx1"/>
                </a:solidFill>
                <a:latin typeface="Arial"/>
                <a:ea typeface="+mn-ea"/>
                <a:cs typeface="+mn-cs"/>
              </a:defRPr>
            </a:lvl1pPr>
            <a:lvl2pPr marL="360362" indent="0" algn="l">
              <a:buNone/>
              <a:defRPr lang="en-US" sz="1200">
                <a:solidFill>
                  <a:schemeClr val="tx1"/>
                </a:solidFill>
                <a:latin typeface="Arial"/>
                <a:ea typeface="+mn-ea"/>
                <a:cs typeface="+mn-cs"/>
              </a:defRPr>
            </a:lvl2pPr>
            <a:lvl3pPr marL="715962" indent="0" algn="l">
              <a:buNone/>
              <a:defRPr lang="en-US" sz="1200">
                <a:solidFill>
                  <a:schemeClr val="tx1"/>
                </a:solidFill>
                <a:latin typeface="Arial"/>
                <a:ea typeface="+mn-ea"/>
                <a:cs typeface="+mn-cs"/>
              </a:defRPr>
            </a:lvl3pPr>
            <a:lvl4pPr marL="1076325" indent="0" algn="l">
              <a:buNone/>
              <a:defRPr lang="en-US" sz="1200">
                <a:solidFill>
                  <a:schemeClr val="tx1"/>
                </a:solidFill>
                <a:latin typeface="Arial"/>
                <a:ea typeface="+mn-ea"/>
                <a:cs typeface="+mn-cs"/>
              </a:defRPr>
            </a:lvl4pPr>
            <a:lvl5pPr marL="1433513" indent="0" algn="l">
              <a:buNone/>
              <a:defRPr lang="en-US" sz="1200">
                <a:solidFill>
                  <a:schemeClr val="tx1"/>
                </a:solidFill>
                <a:latin typeface="Arial"/>
                <a:ea typeface="+mn-ea"/>
                <a:cs typeface="+mn-cs"/>
              </a:defRPr>
            </a:lvl5pPr>
          </a:lstStyle>
          <a:p>
            <a:pPr lvl="0">
              <a:defRPr/>
            </a:pPr>
            <a:r>
              <a:rPr lang="en-US"/>
              <a:t>MM/YYYY</a:t>
            </a:r>
            <a:endParaRPr/>
          </a:p>
        </p:txBody>
      </p:sp>
      <p:sp>
        <p:nvSpPr>
          <p:cNvPr id="1941863862" name="Phone, Mail, Web Placeholder"/>
          <p:cNvSpPr>
            <a:spLocks noGrp="1"/>
          </p:cNvSpPr>
          <p:nvPr>
            <p:ph type="body" sz="quarter" idx="16" hasCustomPrompt="1"/>
          </p:nvPr>
        </p:nvSpPr>
        <p:spPr bwMode="auto">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defRPr/>
            </a:pPr>
            <a:r>
              <a:rPr lang="en-US"/>
              <a:t>Phone:    … </a:t>
            </a:r>
            <a:br>
              <a:rPr lang="en-US"/>
            </a:br>
            <a:r>
              <a:rPr lang="en-US"/>
              <a:t>E-mail:    …</a:t>
            </a:r>
            <a:br>
              <a:rPr lang="en-US"/>
            </a:br>
            <a:r>
              <a:rPr lang="en-US"/>
              <a:t>Web:       …</a:t>
            </a:r>
            <a:endParaRPr/>
          </a:p>
        </p:txBody>
      </p:sp>
      <p:sp>
        <p:nvSpPr>
          <p:cNvPr id="2075853323" name="Address Placeholder"/>
          <p:cNvSpPr>
            <a:spLocks noGrp="1"/>
          </p:cNvSpPr>
          <p:nvPr>
            <p:ph type="body" sz="quarter" idx="14" hasCustomPrompt="1"/>
          </p:nvPr>
        </p:nvSpPr>
        <p:spPr bwMode="auto">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defRPr/>
            </a:pPr>
            <a:r>
              <a:rPr lang="en-US"/>
              <a:t>Subsidiary name </a:t>
            </a:r>
            <a:br>
              <a:rPr lang="en-US"/>
            </a:br>
            <a:r>
              <a:rPr lang="en-US"/>
              <a:t>and address details </a:t>
            </a:r>
            <a:endParaRPr/>
          </a:p>
        </p:txBody>
      </p:sp>
      <p:sp>
        <p:nvSpPr>
          <p:cNvPr id="180697403" name="Title"/>
          <p:cNvSpPr>
            <a:spLocks noGrp="1"/>
          </p:cNvSpPr>
          <p:nvPr>
            <p:ph type="title" hasCustomPrompt="1"/>
          </p:nvPr>
        </p:nvSpPr>
        <p:spPr bwMode="auto"/>
        <p:txBody>
          <a:bodyPr/>
          <a:lstStyle>
            <a:lvl1pPr>
              <a:defRPr/>
            </a:lvl1pPr>
          </a:lstStyle>
          <a:p>
            <a:pPr>
              <a:defRPr/>
            </a:pPr>
            <a:r>
              <a:rPr lang="en-US"/>
              <a:t>Click to add title</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slideLayout" Target="../slideLayouts/slideLayout40.xml"/><Relationship Id="rId12" Type="http://schemas.openxmlformats.org/officeDocument/2006/relationships/slideLayout" Target="../slideLayouts/slideLayout41.xml"/><Relationship Id="rId13" Type="http://schemas.openxmlformats.org/officeDocument/2006/relationships/slideLayout" Target="../slideLayouts/slideLayout42.xml"/><Relationship Id="rId14" Type="http://schemas.openxmlformats.org/officeDocument/2006/relationships/slideLayout" Target="../slideLayouts/slideLayout43.xml"/><Relationship Id="rId15" Type="http://schemas.openxmlformats.org/officeDocument/2006/relationships/slideLayout" Target="../slideLayouts/slideLayout44.xml"/><Relationship Id="rId16" Type="http://schemas.openxmlformats.org/officeDocument/2006/relationships/slideLayout" Target="../slideLayouts/slideLayout45.xml"/><Relationship Id="rId17" Type="http://schemas.openxmlformats.org/officeDocument/2006/relationships/slideLayout" Target="../slideLayouts/slideLayout46.xml"/><Relationship Id="rId18" Type="http://schemas.openxmlformats.org/officeDocument/2006/relationships/slideLayout" Target="../slideLayouts/slideLayout47.xml"/><Relationship Id="rId19" Type="http://schemas.openxmlformats.org/officeDocument/2006/relationships/slideLayout" Target="../slideLayouts/slideLayout48.xml"/><Relationship Id="rId20" Type="http://schemas.openxmlformats.org/officeDocument/2006/relationships/slideLayout" Target="../slideLayouts/slideLayout49.xml"/><Relationship Id="rId21" Type="http://schemas.openxmlformats.org/officeDocument/2006/relationships/slideLayout" Target="../slideLayouts/slideLayout50.xml"/><Relationship Id="rId22" Type="http://schemas.openxmlformats.org/officeDocument/2006/relationships/slideLayout" Target="../slideLayouts/slideLayout51.xml"/><Relationship Id="rId23" Type="http://schemas.openxmlformats.org/officeDocument/2006/relationships/slideLayout" Target="../slideLayouts/slideLayout52.xml"/><Relationship Id="rId24" Type="http://schemas.openxmlformats.org/officeDocument/2006/relationships/slideLayout" Target="../slideLayouts/slideLayout53.xml"/><Relationship Id="rId25" Type="http://schemas.openxmlformats.org/officeDocument/2006/relationships/slideLayout" Target="../slideLayouts/slideLayout54.xml"/><Relationship Id="rId26" Type="http://schemas.openxmlformats.org/officeDocument/2006/relationships/slideLayout" Target="../slideLayouts/slideLayout55.xml"/><Relationship Id="rId27" Type="http://schemas.openxmlformats.org/officeDocument/2006/relationships/slideLayout" Target="../slideLayouts/slideLayout56.xml"/><Relationship Id="rId28" Type="http://schemas.openxmlformats.org/officeDocument/2006/relationships/slideLayout" Target="../slideLayouts/slideLayout57.xml"/><Relationship Id="rId29" Type="http://schemas.openxmlformats.org/officeDocument/2006/relationships/slideLayout" Target="../slideLayouts/slideLayout58.xml"/><Relationship Id="rId30" Type="http://schemas.openxmlformats.org/officeDocument/2006/relationships/theme" Target="../theme/theme2.xml"/><Relationship Id="rId3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Pr shadeToTitle="0">
        <a:gradFill>
          <a:gsLst>
            <a:gs pos="0">
              <a:srgbClr val="EF0000">
                <a:lumMod val="100000"/>
              </a:srgbClr>
            </a:gs>
            <a:gs pos="16000">
              <a:srgbClr val="EF0000"/>
            </a:gs>
            <a:gs pos="69000">
              <a:srgbClr val="AC0000"/>
            </a:gs>
            <a:gs pos="100000">
              <a:srgbClr val="920000"/>
            </a:gs>
          </a:gsLst>
          <a:path path="circle"/>
        </a:gradFill>
      </p:bgPr>
    </p:bg>
    <p:spTree>
      <p:nvGrpSpPr>
        <p:cNvPr id="1" name=""/>
        <p:cNvGrpSpPr/>
        <p:nvPr/>
      </p:nvGrpSpPr>
      <p:grpSpPr bwMode="auto">
        <a:xfrm>
          <a:off x="0" y="0"/>
          <a:ext cx="0" cy="0"/>
          <a:chOff x="0" y="0"/>
          <a:chExt cx="0" cy="0"/>
        </a:xfrm>
      </p:grpSpPr>
      <p:grpSp>
        <p:nvGrpSpPr>
          <p:cNvPr id="2105686093"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a:gsLst>
                <a:gs pos="0">
                  <a:srgbClr val="EF0000">
                    <a:lumMod val="100000"/>
                  </a:srgbClr>
                </a:gs>
                <a:gs pos="16000">
                  <a:srgbClr val="EF0000"/>
                </a:gs>
                <a:gs pos="69000">
                  <a:srgbClr val="AC0000"/>
                </a:gs>
                <a:gs pos="100000">
                  <a:srgbClr val="920000"/>
                </a:gs>
              </a:gsLst>
              <a:path path="circle"/>
            </a:gradFill>
            <a:ln w="6350" cap="flat" cmpd="sng" algn="ctr">
              <a:noFill/>
              <a:prstDash val="solid"/>
            </a:ln>
            <a:effectLst/>
          </p:spPr>
          <p:txBody>
            <a:bodyPr lIns="234000" rtlCol="0" anchor="ctr"/>
            <a:lstStyle/>
            <a:p>
              <a:pPr marL="0" marR="0" lvl="0" indent="0" algn="ctr" defTabSz="914400">
                <a:lnSpc>
                  <a:spcPct val="100000"/>
                </a:lnSpc>
                <a:spcBef>
                  <a:spcPts val="0"/>
                </a:spcBef>
                <a:spcAft>
                  <a:spcPts val="0"/>
                </a:spcAft>
                <a:buClrTx/>
                <a:buSzTx/>
                <a:buFontTx/>
                <a:buNone/>
                <a:defRPr/>
              </a:pPr>
              <a:endParaRPr lang="en-US" sz="2200" b="0" i="0" u="none" strike="noStrike" cap="none" spc="0">
                <a:ln>
                  <a:noFill/>
                </a:ln>
                <a:solidFill>
                  <a:prstClr val="white"/>
                </a:solidFill>
                <a:latin typeface="Arial"/>
                <a:ea typeface="+mn-ea"/>
                <a:cs typeface="Arial"/>
              </a:endParaRPr>
            </a:p>
          </p:txBody>
        </p:sp>
        <p:sp>
          <p:nvSpPr>
            <p:cNvPr id="3" name="White"/>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defRPr/>
              </a:pPr>
              <a:endParaRPr lang="en-US" sz="2200">
                <a:solidFill>
                  <a:schemeClr val="bg1"/>
                </a:solidFill>
                <a:latin typeface="Arial"/>
                <a:cs typeface="Arial"/>
              </a:endParaRPr>
            </a:p>
          </p:txBody>
        </p:sp>
      </p:grpSp>
      <p:sp>
        <p:nvSpPr>
          <p:cNvPr id="67020998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a:cs typeface="Arial"/>
              </a:defRPr>
            </a:lvl1pPr>
          </a:lstStyle>
          <a:p>
            <a:pPr>
              <a:defRPr/>
            </a:pPr>
            <a:r>
              <a:rPr lang="en-US"/>
              <a:t>Footer text</a:t>
            </a:r>
            <a:endParaRPr/>
          </a:p>
        </p:txBody>
      </p:sp>
      <p:sp>
        <p:nvSpPr>
          <p:cNvPr id="832942332"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a:cs typeface="Arial"/>
              </a:defRPr>
            </a:lvl1pPr>
          </a:lstStyle>
          <a:p>
            <a:pPr>
              <a:defRPr/>
            </a:pPr>
            <a:fld id="{A930EF64-91C9-4EBD-82F9-3643AB15A28C}" type="slidenum">
              <a:rPr lang="en-US"/>
              <a:t>‹#›</a:t>
            </a:fld>
            <a:endParaRPr lang="en-US"/>
          </a:p>
        </p:txBody>
      </p:sp>
      <p:sp>
        <p:nvSpPr>
          <p:cNvPr id="666363457"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5">
              <a:defRPr/>
            </a:pPr>
            <a:r>
              <a:rPr lang="en-US"/>
              <a:t>Sixth level</a:t>
            </a:r>
            <a:endParaRPr/>
          </a:p>
          <a:p>
            <a:pPr lvl="6">
              <a:defRPr/>
            </a:pPr>
            <a:r>
              <a:rPr lang="en-US"/>
              <a:t>Seventh level</a:t>
            </a:r>
            <a:endParaRPr/>
          </a:p>
          <a:p>
            <a:pPr lvl="7">
              <a:defRPr/>
            </a:pPr>
            <a:r>
              <a:rPr lang="en-US"/>
              <a:t>Eighth level</a:t>
            </a:r>
            <a:endParaRPr/>
          </a:p>
          <a:p>
            <a:pPr lvl="8">
              <a:defRPr/>
            </a:pPr>
            <a:r>
              <a:rPr lang="en-US"/>
              <a:t>Ninth level</a:t>
            </a:r>
            <a:endParaRPr/>
          </a:p>
        </p:txBody>
      </p:sp>
      <p:sp>
        <p:nvSpPr>
          <p:cNvPr id="335449490" name="Title"/>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pPr>
              <a:defRPr/>
            </a:pPr>
            <a:r>
              <a:rPr lang="en-US"/>
              <a:t>Click to add title</a:t>
            </a:r>
            <a:endParaRPr/>
          </a:p>
        </p:txBody>
      </p:sp>
      <p:pic>
        <p:nvPicPr>
          <p:cNvPr id="1520428972" name="Logo"/>
          <p:cNvPicPr>
            <a:picLocks noChangeAspect="1"/>
          </p:cNvPicPr>
          <p:nvPr userDrawn="1"/>
        </p:nvPicPr>
        <p:blipFill rotWithShape="1">
          <a:blip r:embed="rId31"/>
          <a:stretch/>
        </p:blipFill>
        <p:spPr bwMode="auto">
          <a:xfrm>
            <a:off x="10531993" y="602129"/>
            <a:ext cx="1256088" cy="34230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hf dt="0" ftr="0" hdr="0" sldNum="0"/>
  <p:txStyles>
    <p:titleStyle>
      <a:lvl1pPr algn="l" defTabSz="914400" rtl="0">
        <a:spcBef>
          <a:spcPts val="0"/>
        </a:spcBef>
        <a:buNone/>
        <a:defRPr sz="2200" b="1">
          <a:solidFill>
            <a:schemeClr val="bg1"/>
          </a:solidFill>
          <a:latin typeface="Arial"/>
          <a:ea typeface="+mj-ea"/>
          <a:cs typeface="Arial"/>
        </a:defRPr>
      </a:lvl1pPr>
    </p:titleStyle>
    <p:bodyStyle>
      <a:lvl1pPr marL="266700" marR="0" indent="-266700" algn="l" defTabSz="914400" rtl="0">
        <a:lnSpc>
          <a:spcPct val="100000"/>
        </a:lnSpc>
        <a:spcBef>
          <a:spcPts val="600"/>
        </a:spcBef>
        <a:spcAft>
          <a:spcPts val="0"/>
        </a:spcAft>
        <a:buClrTx/>
        <a:buSzTx/>
        <a:buFont typeface="Wingdings"/>
        <a:buChar char="§"/>
        <a:defRPr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Pr shadeToTitle="0">
        <a:gradFill>
          <a:gsLst>
            <a:gs pos="0">
              <a:srgbClr val="EF0000">
                <a:lumMod val="100000"/>
              </a:srgbClr>
            </a:gs>
            <a:gs pos="16000">
              <a:srgbClr val="EF0000"/>
            </a:gs>
            <a:gs pos="69000">
              <a:srgbClr val="AC0000"/>
            </a:gs>
            <a:gs pos="100000">
              <a:srgbClr val="920000"/>
            </a:gs>
          </a:gsLst>
          <a:path path="circle"/>
        </a:gradFill>
      </p:bgPr>
    </p:bg>
    <p:spTree>
      <p:nvGrpSpPr>
        <p:cNvPr id="1" name=""/>
        <p:cNvGrpSpPr/>
        <p:nvPr/>
      </p:nvGrpSpPr>
      <p:grpSpPr bwMode="auto">
        <a:xfrm>
          <a:off x="0" y="0"/>
          <a:ext cx="0" cy="0"/>
          <a:chOff x="0" y="0"/>
          <a:chExt cx="0" cy="0"/>
        </a:xfrm>
      </p:grpSpPr>
      <p:grpSp>
        <p:nvGrpSpPr>
          <p:cNvPr id="1073952028"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a:gsLst>
                <a:gs pos="0">
                  <a:srgbClr val="EF0000">
                    <a:lumMod val="100000"/>
                  </a:srgbClr>
                </a:gs>
                <a:gs pos="16000">
                  <a:srgbClr val="EF0000"/>
                </a:gs>
                <a:gs pos="69000">
                  <a:srgbClr val="AC0000"/>
                </a:gs>
                <a:gs pos="100000">
                  <a:srgbClr val="920000"/>
                </a:gs>
              </a:gsLst>
              <a:path path="circle"/>
            </a:gradFill>
            <a:ln w="6350" cap="flat" cmpd="sng" algn="ctr">
              <a:noFill/>
              <a:prstDash val="solid"/>
            </a:ln>
            <a:effectLst/>
          </p:spPr>
          <p:txBody>
            <a:bodyPr lIns="234000" rtlCol="0" anchor="ctr"/>
            <a:lstStyle/>
            <a:p>
              <a:pPr marL="0" marR="0" lvl="0" indent="0" algn="ctr" defTabSz="914400">
                <a:lnSpc>
                  <a:spcPct val="100000"/>
                </a:lnSpc>
                <a:spcBef>
                  <a:spcPts val="0"/>
                </a:spcBef>
                <a:spcAft>
                  <a:spcPts val="0"/>
                </a:spcAft>
                <a:buClrTx/>
                <a:buSzTx/>
                <a:buFontTx/>
                <a:buNone/>
                <a:defRPr/>
              </a:pPr>
              <a:endParaRPr lang="en-US" sz="2200" b="0" i="0" u="none" strike="noStrike" cap="none" spc="0">
                <a:ln>
                  <a:noFill/>
                </a:ln>
                <a:solidFill>
                  <a:prstClr val="white"/>
                </a:solidFill>
                <a:latin typeface="Arial"/>
                <a:ea typeface="+mn-ea"/>
                <a:cs typeface="Arial"/>
              </a:endParaRPr>
            </a:p>
          </p:txBody>
        </p:sp>
        <p:sp>
          <p:nvSpPr>
            <p:cNvPr id="3" name="White"/>
            <p:cNvSpPr/>
            <p:nvPr userDrawn="1"/>
          </p:nvSpPr>
          <p:spPr bwMode="ltGray">
            <a:xfrm>
              <a:off x="1" y="0"/>
              <a:ext cx="9143999" cy="6862298"/>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defRPr/>
              </a:pPr>
              <a:endParaRPr lang="en-US" sz="2200">
                <a:solidFill>
                  <a:schemeClr val="bg1"/>
                </a:solidFill>
                <a:latin typeface="Arial"/>
                <a:cs typeface="Arial"/>
              </a:endParaRPr>
            </a:p>
          </p:txBody>
        </p:sp>
      </p:grpSp>
      <p:sp>
        <p:nvSpPr>
          <p:cNvPr id="1168699812"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a:cs typeface="Arial"/>
              </a:defRPr>
            </a:lvl1pPr>
          </a:lstStyle>
          <a:p>
            <a:pPr>
              <a:defRPr/>
            </a:pPr>
            <a:r>
              <a:rPr lang="en-US"/>
              <a:t>Footer text</a:t>
            </a:r>
            <a:endParaRPr/>
          </a:p>
        </p:txBody>
      </p:sp>
      <p:sp>
        <p:nvSpPr>
          <p:cNvPr id="1708901463"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a:cs typeface="Arial"/>
              </a:defRPr>
            </a:lvl1pPr>
          </a:lstStyle>
          <a:p>
            <a:pPr>
              <a:defRPr/>
            </a:pPr>
            <a:fld id="{A930EF64-91C9-4EBD-82F9-3643AB15A28C}" type="slidenum">
              <a:rPr lang="en-US"/>
              <a:t>‹#›</a:t>
            </a:fld>
            <a:endParaRPr lang="en-US"/>
          </a:p>
        </p:txBody>
      </p:sp>
      <p:sp>
        <p:nvSpPr>
          <p:cNvPr id="1447389927"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defRPr/>
            </a:pPr>
            <a:r>
              <a:rPr lang="en-US"/>
              <a:t>Click to add text</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a:p>
            <a:pPr lvl="5">
              <a:defRPr/>
            </a:pPr>
            <a:r>
              <a:rPr lang="en-US"/>
              <a:t>Sixth level</a:t>
            </a:r>
            <a:endParaRPr/>
          </a:p>
          <a:p>
            <a:pPr lvl="6">
              <a:defRPr/>
            </a:pPr>
            <a:r>
              <a:rPr lang="en-US"/>
              <a:t>Seventh level</a:t>
            </a:r>
            <a:endParaRPr/>
          </a:p>
          <a:p>
            <a:pPr lvl="7">
              <a:defRPr/>
            </a:pPr>
            <a:r>
              <a:rPr lang="en-US"/>
              <a:t>Eighth level</a:t>
            </a:r>
            <a:endParaRPr/>
          </a:p>
          <a:p>
            <a:pPr lvl="8">
              <a:defRPr/>
            </a:pPr>
            <a:r>
              <a:rPr lang="en-US"/>
              <a:t>Ninth level</a:t>
            </a:r>
            <a:endParaRPr/>
          </a:p>
        </p:txBody>
      </p:sp>
      <p:sp>
        <p:nvSpPr>
          <p:cNvPr id="944162420" name="Title"/>
          <p:cNvSpPr>
            <a:spLocks noGrp="1"/>
          </p:cNvSpPr>
          <p:nvPr>
            <p:ph type="title"/>
          </p:nvPr>
        </p:nvSpPr>
        <p:spPr bwMode="white">
          <a:xfrm>
            <a:off x="-1" y="111600"/>
            <a:ext cx="10137600" cy="629367"/>
          </a:xfrm>
          <a:prstGeom prst="rect">
            <a:avLst/>
          </a:prstGeom>
        </p:spPr>
        <p:txBody>
          <a:bodyPr vert="horz" wrap="square" lIns="450000" tIns="144000" rIns="90000" bIns="144000" rtlCol="0" anchor="t" anchorCtr="0">
            <a:spAutoFit/>
          </a:bodyPr>
          <a:lstStyle/>
          <a:p>
            <a:pPr>
              <a:defRPr/>
            </a:pPr>
            <a:r>
              <a:rPr lang="en-US"/>
              <a:t>Click to add title</a:t>
            </a:r>
            <a:endParaRPr/>
          </a:p>
        </p:txBody>
      </p:sp>
      <p:pic>
        <p:nvPicPr>
          <p:cNvPr id="1477727224" name="Logo"/>
          <p:cNvPicPr>
            <a:picLocks noChangeAspect="1"/>
          </p:cNvPicPr>
          <p:nvPr userDrawn="1"/>
        </p:nvPicPr>
        <p:blipFill rotWithShape="1">
          <a:blip r:embed="rId31"/>
          <a:stretch/>
        </p:blipFill>
        <p:spPr bwMode="auto">
          <a:xfrm>
            <a:off x="10531993" y="602129"/>
            <a:ext cx="1256088" cy="342306"/>
          </a:xfrm>
          <a:prstGeom prst="rect">
            <a:avLst/>
          </a:prstGeom>
        </p:spPr>
      </p:pic>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Lst>
  <p:hf dt="0" ftr="0" hdr="0" sldNum="0"/>
  <p:txStyles>
    <p:titleStyle>
      <a:lvl1pPr algn="l" defTabSz="914400" rtl="0">
        <a:spcBef>
          <a:spcPts val="0"/>
        </a:spcBef>
        <a:buNone/>
        <a:defRPr sz="2200" b="1">
          <a:solidFill>
            <a:schemeClr val="tx1"/>
          </a:solidFill>
          <a:latin typeface="Arial"/>
          <a:ea typeface="+mj-ea"/>
          <a:cs typeface="Arial"/>
        </a:defRPr>
      </a:lvl1pPr>
    </p:titleStyle>
    <p:bodyStyle>
      <a:lvl1pPr marL="266700" marR="0" indent="-266700" algn="l" defTabSz="914400" rtl="0">
        <a:lnSpc>
          <a:spcPct val="100000"/>
        </a:lnSpc>
        <a:spcBef>
          <a:spcPts val="600"/>
        </a:spcBef>
        <a:spcAft>
          <a:spcPts val="0"/>
        </a:spcAft>
        <a:buClrTx/>
        <a:buSzTx/>
        <a:buFont typeface="Wingdings"/>
        <a:buChar char="§"/>
        <a:defRPr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7303829" name="Title 1"/>
          <p:cNvSpPr>
            <a:spLocks noGrp="1"/>
          </p:cNvSpPr>
          <p:nvPr>
            <p:ph type="title"/>
          </p:nvPr>
        </p:nvSpPr>
        <p:spPr bwMode="auto"/>
        <p:txBody>
          <a:bodyPr/>
          <a:lstStyle/>
          <a:p>
            <a:pPr>
              <a:defRPr/>
            </a:pPr>
            <a:r>
              <a:rPr/>
              <a:t>From Procedural to SOLID</a:t>
            </a:r>
            <a:endParaRPr/>
          </a:p>
        </p:txBody>
      </p:sp>
      <p:sp>
        <p:nvSpPr>
          <p:cNvPr id="1130777127" name="TextBox 2"/>
          <p:cNvSpPr txBox="1"/>
          <p:nvPr/>
        </p:nvSpPr>
        <p:spPr bwMode="auto">
          <a:xfrm>
            <a:off x="0" y="2011680"/>
            <a:ext cx="10140696" cy="457200"/>
          </a:xfrm>
          <a:prstGeom prst="rect">
            <a:avLst/>
          </a:prstGeom>
          <a:noFill/>
        </p:spPr>
        <p:txBody>
          <a:bodyPr wrap="square" lIns="0" tIns="0" rIns="0" bIns="0" anchor="t">
            <a:spAutoFit/>
          </a:bodyPr>
          <a:lstStyle/>
          <a:p>
            <a:pPr algn="l">
              <a:lnSpc>
                <a:spcPct val="114999"/>
              </a:lnSpc>
              <a:defRPr/>
            </a:pPr>
            <a:r>
              <a:rPr sz="1400" b="1" i="0">
                <a:solidFill>
                  <a:srgbClr val="2D76AD"/>
                </a:solidFill>
                <a:latin typeface="Arial"/>
              </a:rPr>
              <a:t>NEM 2026  ·  4-hour workshop</a:t>
            </a:r>
            <a:endParaRPr/>
          </a:p>
        </p:txBody>
      </p:sp>
      <p:sp>
        <p:nvSpPr>
          <p:cNvPr id="1235199988" name="TextBox 3"/>
          <p:cNvSpPr txBox="1"/>
          <p:nvPr/>
        </p:nvSpPr>
        <p:spPr bwMode="auto">
          <a:xfrm>
            <a:off x="0" y="2606040"/>
            <a:ext cx="10140696" cy="1005840"/>
          </a:xfrm>
          <a:prstGeom prst="rect">
            <a:avLst/>
          </a:prstGeom>
          <a:noFill/>
        </p:spPr>
        <p:txBody>
          <a:bodyPr wrap="square" lIns="0" tIns="0" rIns="0" bIns="0" anchor="t">
            <a:spAutoFit/>
          </a:bodyPr>
          <a:lstStyle/>
          <a:p>
            <a:pPr algn="l">
              <a:lnSpc>
                <a:spcPct val="120000"/>
              </a:lnSpc>
              <a:defRPr/>
            </a:pPr>
            <a:r>
              <a:rPr sz="2200" b="0" i="0">
                <a:solidFill>
                  <a:srgbClr val="627186"/>
                </a:solidFill>
                <a:latin typeface="Arial"/>
              </a:rPr>
              <a:t>Object-Oriented PLC Design in TwinCAT 3</a:t>
            </a:r>
            <a:endParaRPr/>
          </a:p>
        </p:txBody>
      </p:sp>
      <p:sp>
        <p:nvSpPr>
          <p:cNvPr id="199244926" name="TextBox 4"/>
          <p:cNvSpPr txBox="1"/>
          <p:nvPr/>
        </p:nvSpPr>
        <p:spPr bwMode="auto">
          <a:xfrm>
            <a:off x="0" y="5943600"/>
            <a:ext cx="10140696" cy="457200"/>
          </a:xfrm>
          <a:prstGeom prst="rect">
            <a:avLst/>
          </a:prstGeom>
          <a:noFill/>
        </p:spPr>
        <p:txBody>
          <a:bodyPr wrap="square" lIns="0" tIns="0" rIns="0" bIns="0" anchor="t">
            <a:spAutoFit/>
          </a:bodyPr>
          <a:lstStyle/>
          <a:p>
            <a:pPr algn="l">
              <a:lnSpc>
                <a:spcPct val="114999"/>
              </a:lnSpc>
              <a:defRPr/>
            </a:pPr>
            <a:r>
              <a:rPr sz="1200" b="0" i="1">
                <a:solidFill>
                  <a:srgbClr val="627186"/>
                </a:solidFill>
                <a:latin typeface="Arial"/>
              </a:rPr>
              <a:t>A 4-hour workshop  ·  NEM 2026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5377615" name="Text Placeholder 1"/>
          <p:cNvSpPr>
            <a:spLocks noGrp="1"/>
          </p:cNvSpPr>
          <p:nvPr>
            <p:ph type="body" sz="quarter" idx="15"/>
          </p:nvPr>
        </p:nvSpPr>
        <p:spPr bwMode="auto"/>
        <p:txBody>
          <a:bodyPr wrap="square"/>
          <a:lstStyle/>
          <a:p>
            <a:pPr algn="l">
              <a:lnSpc>
                <a:spcPct val="130000"/>
              </a:lnSpc>
              <a:defRPr/>
            </a:pPr>
            <a:r>
              <a:rPr sz="2400" b="1">
                <a:solidFill>
                  <a:srgbClr val="2D76AD"/>
                </a:solidFill>
                <a:latin typeface="Arial"/>
              </a:rPr>
              <a:t>  </a:t>
            </a:r>
            <a:r>
              <a:rPr sz="2400" b="1">
                <a:solidFill>
                  <a:srgbClr val="242A33"/>
                </a:solidFill>
                <a:latin typeface="Arial"/>
              </a:rPr>
              <a:t>Same machine </a:t>
            </a:r>
            <a:r>
              <a:rPr sz="2400">
                <a:solidFill>
                  <a:srgbClr val="242A33"/>
                </a:solidFill>
                <a:latin typeface="Arial"/>
              </a:rPr>
              <a:t>— three architectures.</a:t>
            </a:r>
            <a:endParaRPr/>
          </a:p>
          <a:p>
            <a:pPr algn="l">
              <a:lnSpc>
                <a:spcPct val="130000"/>
              </a:lnSpc>
              <a:spcBef>
                <a:spcPts val="400"/>
              </a:spcBef>
              <a:defRPr/>
            </a:pPr>
            <a:r>
              <a:rPr sz="2400" b="1">
                <a:solidFill>
                  <a:srgbClr val="2D76AD"/>
                </a:solidFill>
                <a:latin typeface="Arial"/>
              </a:rPr>
              <a:t>  </a:t>
            </a:r>
            <a:r>
              <a:rPr sz="2400">
                <a:solidFill>
                  <a:srgbClr val="242A33"/>
                </a:solidFill>
                <a:latin typeface="Arial"/>
              </a:rPr>
              <a:t>Same three change requests, every stage.</a:t>
            </a:r>
            <a:endParaRPr/>
          </a:p>
          <a:p>
            <a:pPr algn="l">
              <a:lnSpc>
                <a:spcPct val="130000"/>
              </a:lnSpc>
              <a:spcBef>
                <a:spcPts val="400"/>
              </a:spcBef>
              <a:defRPr/>
            </a:pPr>
            <a:r>
              <a:rPr sz="2400" b="1">
                <a:solidFill>
                  <a:srgbClr val="2D76AD"/>
                </a:solidFill>
                <a:latin typeface="Arial"/>
              </a:rPr>
              <a:t>  </a:t>
            </a:r>
            <a:r>
              <a:rPr sz="2400" b="1">
                <a:solidFill>
                  <a:srgbClr val="242A33"/>
                </a:solidFill>
                <a:latin typeface="Arial"/>
              </a:rPr>
              <a:t>One running scoreboard </a:t>
            </a:r>
            <a:r>
              <a:rPr sz="2400">
                <a:solidFill>
                  <a:srgbClr val="242A33"/>
                </a:solidFill>
                <a:latin typeface="Arial"/>
              </a:rPr>
              <a:t>— nine cells.</a:t>
            </a:r>
            <a:endParaRPr/>
          </a:p>
          <a:p>
            <a:pPr algn="l">
              <a:lnSpc>
                <a:spcPct val="130000"/>
              </a:lnSpc>
              <a:spcBef>
                <a:spcPts val="400"/>
              </a:spcBef>
              <a:defRPr/>
            </a:pPr>
            <a:r>
              <a:rPr lang="en-US" sz="2400" b="1">
                <a:solidFill>
                  <a:srgbClr val="2D76AD"/>
                </a:solidFill>
                <a:latin typeface="Arial"/>
              </a:rPr>
              <a:t>  </a:t>
            </a:r>
            <a:r>
              <a:rPr sz="2400">
                <a:solidFill>
                  <a:srgbClr val="242A33"/>
                </a:solidFill>
                <a:latin typeface="Arial"/>
              </a:rPr>
              <a:t>When does each architecture pay off?</a:t>
            </a:r>
            <a:endParaRPr/>
          </a:p>
        </p:txBody>
      </p:sp>
      <p:sp>
        <p:nvSpPr>
          <p:cNvPr id="1508527585" name="Title 2"/>
          <p:cNvSpPr>
            <a:spLocks noGrp="1"/>
          </p:cNvSpPr>
          <p:nvPr>
            <p:ph type="title"/>
          </p:nvPr>
        </p:nvSpPr>
        <p:spPr bwMode="auto"/>
        <p:txBody>
          <a:bodyPr/>
          <a:lstStyle/>
          <a:p>
            <a:pPr>
              <a:defRPr/>
            </a:pPr>
            <a:r>
              <a:rPr/>
              <a:t>The next 4 hours</a:t>
            </a:r>
            <a:endParaRPr/>
          </a:p>
        </p:txBody>
      </p:sp>
      <p:sp>
        <p:nvSpPr>
          <p:cNvPr id="1658859749"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0 · THE FRAME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0988921" name="Text Placeholder 1"/>
          <p:cNvSpPr>
            <a:spLocks noGrp="1"/>
          </p:cNvSpPr>
          <p:nvPr>
            <p:ph type="body" sz="quarter" idx="15"/>
          </p:nvPr>
        </p:nvSpPr>
        <p:spPr bwMode="auto"/>
        <p:txBody>
          <a:bodyPr wrap="square"/>
          <a:lstStyle/>
          <a:p>
            <a:pPr algn="l">
              <a:lnSpc>
                <a:spcPct val="130000"/>
              </a:lnSpc>
              <a:defRPr/>
            </a:pPr>
            <a:r>
              <a:rPr sz="1800" b="1">
                <a:solidFill>
                  <a:srgbClr val="2D76AD"/>
                </a:solidFill>
                <a:latin typeface="Arial"/>
              </a:rPr>
              <a:t>  </a:t>
            </a:r>
            <a:r>
              <a:rPr sz="1800">
                <a:solidFill>
                  <a:srgbClr val="242A33"/>
                </a:solidFill>
                <a:latin typeface="Arial"/>
              </a:rPr>
              <a:t>Block 0  ·  Welcome  ·  5 min</a:t>
            </a:r>
            <a:endParaRPr/>
          </a:p>
          <a:p>
            <a:pPr algn="l">
              <a:lnSpc>
                <a:spcPct val="130000"/>
              </a:lnSpc>
              <a:spcBef>
                <a:spcPts val="400"/>
              </a:spcBef>
              <a:defRPr/>
            </a:pPr>
            <a:r>
              <a:rPr sz="1800" b="1">
                <a:solidFill>
                  <a:srgbClr val="2D76AD"/>
                </a:solidFill>
                <a:latin typeface="Arial"/>
              </a:rPr>
              <a:t>  </a:t>
            </a:r>
            <a:r>
              <a:rPr sz="1800" b="1">
                <a:solidFill>
                  <a:srgbClr val="242A33"/>
                </a:solidFill>
                <a:latin typeface="Arial"/>
              </a:rPr>
              <a:t>Block 1  ·  Stage 1 </a:t>
            </a:r>
            <a:r>
              <a:rPr sz="1800">
                <a:solidFill>
                  <a:srgbClr val="242A33"/>
                </a:solidFill>
                <a:latin typeface="Arial"/>
              </a:rPr>
              <a:t>— Procedural  ·  60 min</a:t>
            </a:r>
            <a:endParaRPr/>
          </a:p>
          <a:p>
            <a:pPr algn="l">
              <a:lnSpc>
                <a:spcPct val="130000"/>
              </a:lnSpc>
              <a:spcBef>
                <a:spcPts val="400"/>
              </a:spcBef>
              <a:defRPr/>
            </a:pPr>
            <a:r>
              <a:rPr sz="1800" b="1">
                <a:solidFill>
                  <a:srgbClr val="2D76AD"/>
                </a:solidFill>
                <a:latin typeface="Arial"/>
              </a:rPr>
              <a:t>  </a:t>
            </a:r>
            <a:r>
              <a:rPr sz="1800">
                <a:solidFill>
                  <a:srgbClr val="242A33"/>
                </a:solidFill>
                <a:latin typeface="Arial"/>
              </a:rPr>
              <a:t>Break  ·  15 min</a:t>
            </a:r>
            <a:endParaRPr/>
          </a:p>
          <a:p>
            <a:pPr algn="l">
              <a:lnSpc>
                <a:spcPct val="130000"/>
              </a:lnSpc>
              <a:spcBef>
                <a:spcPts val="400"/>
              </a:spcBef>
              <a:defRPr/>
            </a:pPr>
            <a:r>
              <a:rPr sz="1800" b="1">
                <a:solidFill>
                  <a:srgbClr val="2D76AD"/>
                </a:solidFill>
                <a:latin typeface="Arial"/>
              </a:rPr>
              <a:t>  </a:t>
            </a:r>
            <a:r>
              <a:rPr sz="1800" b="1">
                <a:solidFill>
                  <a:srgbClr val="242A33"/>
                </a:solidFill>
                <a:latin typeface="Arial"/>
              </a:rPr>
              <a:t>Block 2  ·  Stage 2 </a:t>
            </a:r>
            <a:r>
              <a:rPr sz="1800">
                <a:solidFill>
                  <a:srgbClr val="242A33"/>
                </a:solidFill>
                <a:latin typeface="Arial"/>
              </a:rPr>
              <a:t>— Inheritance  ·  75 min</a:t>
            </a:r>
            <a:endParaRPr/>
          </a:p>
          <a:p>
            <a:pPr algn="l">
              <a:lnSpc>
                <a:spcPct val="130000"/>
              </a:lnSpc>
              <a:spcBef>
                <a:spcPts val="400"/>
              </a:spcBef>
              <a:defRPr/>
            </a:pPr>
            <a:r>
              <a:rPr sz="1800" b="1">
                <a:solidFill>
                  <a:srgbClr val="2D76AD"/>
                </a:solidFill>
                <a:latin typeface="Arial"/>
              </a:rPr>
              <a:t>  </a:t>
            </a:r>
            <a:r>
              <a:rPr sz="1800">
                <a:solidFill>
                  <a:srgbClr val="242A33"/>
                </a:solidFill>
                <a:latin typeface="Arial"/>
              </a:rPr>
              <a:t>Break  ·  10 min</a:t>
            </a:r>
            <a:endParaRPr/>
          </a:p>
          <a:p>
            <a:pPr algn="l">
              <a:lnSpc>
                <a:spcPct val="130000"/>
              </a:lnSpc>
              <a:spcBef>
                <a:spcPts val="400"/>
              </a:spcBef>
              <a:defRPr/>
            </a:pPr>
            <a:r>
              <a:rPr sz="1800" b="1">
                <a:solidFill>
                  <a:srgbClr val="2D76AD"/>
                </a:solidFill>
                <a:latin typeface="Arial"/>
              </a:rPr>
              <a:t>  </a:t>
            </a:r>
            <a:r>
              <a:rPr sz="1800" b="1">
                <a:solidFill>
                  <a:srgbClr val="242A33"/>
                </a:solidFill>
                <a:latin typeface="Arial"/>
              </a:rPr>
              <a:t>Block 3  ·  Stage 3 </a:t>
            </a:r>
            <a:r>
              <a:rPr sz="1800">
                <a:solidFill>
                  <a:srgbClr val="242A33"/>
                </a:solidFill>
                <a:latin typeface="Arial"/>
              </a:rPr>
              <a:t>— Composition  ·  60 min</a:t>
            </a:r>
            <a:endParaRPr/>
          </a:p>
          <a:p>
            <a:pPr algn="l">
              <a:lnSpc>
                <a:spcPct val="130000"/>
              </a:lnSpc>
              <a:spcBef>
                <a:spcPts val="400"/>
              </a:spcBef>
              <a:defRPr/>
            </a:pPr>
            <a:r>
              <a:rPr sz="1800" b="1">
                <a:solidFill>
                  <a:srgbClr val="2D76AD"/>
                </a:solidFill>
                <a:latin typeface="Arial"/>
              </a:rPr>
              <a:t>  </a:t>
            </a:r>
            <a:r>
              <a:rPr sz="1800">
                <a:solidFill>
                  <a:srgbClr val="242A33"/>
                </a:solidFill>
                <a:latin typeface="Arial"/>
              </a:rPr>
              <a:t>Block 4  ·  Scoreboard + take-home  ·  20 min</a:t>
            </a:r>
            <a:endParaRPr/>
          </a:p>
        </p:txBody>
      </p:sp>
      <p:sp>
        <p:nvSpPr>
          <p:cNvPr id="199769757" name="Title 2"/>
          <p:cNvSpPr>
            <a:spLocks noGrp="1"/>
          </p:cNvSpPr>
          <p:nvPr>
            <p:ph type="title"/>
          </p:nvPr>
        </p:nvSpPr>
        <p:spPr bwMode="auto"/>
        <p:txBody>
          <a:bodyPr/>
          <a:lstStyle/>
          <a:p>
            <a:pPr>
              <a:defRPr/>
            </a:pPr>
            <a:r>
              <a:rPr/>
              <a:t>The schedule</a:t>
            </a:r>
            <a:endParaRPr/>
          </a:p>
        </p:txBody>
      </p:sp>
      <p:sp>
        <p:nvSpPr>
          <p:cNvPr id="993981590"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1223498325" name="Title 1"/>
          <p:cNvSpPr>
            <a:spLocks noGrp="1"/>
          </p:cNvSpPr>
          <p:nvPr>
            <p:ph type="title"/>
          </p:nvPr>
        </p:nvSpPr>
        <p:spPr bwMode="auto"/>
        <p:txBody>
          <a:bodyPr/>
          <a:lstStyle/>
          <a:p>
            <a:pPr>
              <a:defRPr/>
            </a:pPr>
            <a:r>
              <a:rPr/>
              <a:t>Block 0  ·  opening discussion</a:t>
            </a:r>
            <a:endParaRPr/>
          </a:p>
        </p:txBody>
      </p:sp>
      <p:sp>
        <p:nvSpPr>
          <p:cNvPr id="1804313824" name="Rectangle 2"/>
          <p:cNvSpPr/>
          <p:nvPr/>
        </p:nvSpPr>
        <p:spPr bwMode="auto">
          <a:xfrm>
            <a:off x="0" y="1088136"/>
            <a:ext cx="10140696" cy="5330952"/>
          </a:xfrm>
          <a:prstGeom prst="rect">
            <a:avLst/>
          </a:prstGeom>
          <a:solidFill>
            <a:srgbClr val="E5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0872043" name="TextBox 3"/>
          <p:cNvSpPr txBox="1"/>
          <p:nvPr/>
        </p:nvSpPr>
        <p:spPr bwMode="auto">
          <a:xfrm>
            <a:off x="91440" y="1097280"/>
            <a:ext cx="1828800" cy="2011680"/>
          </a:xfrm>
          <a:prstGeom prst="rect">
            <a:avLst/>
          </a:prstGeom>
          <a:noFill/>
        </p:spPr>
        <p:txBody>
          <a:bodyPr wrap="square" lIns="0" tIns="0" rIns="0" bIns="0" anchor="t">
            <a:spAutoFit/>
          </a:bodyPr>
          <a:lstStyle/>
          <a:p>
            <a:pPr algn="l">
              <a:lnSpc>
                <a:spcPct val="114999"/>
              </a:lnSpc>
              <a:defRPr/>
            </a:pPr>
            <a:r>
              <a:rPr sz="16000" b="0" i="0">
                <a:solidFill>
                  <a:srgbClr val="2D76AD"/>
                </a:solidFill>
                <a:latin typeface="Georgia"/>
              </a:rPr>
              <a:t>“</a:t>
            </a:r>
            <a:endParaRPr/>
          </a:p>
        </p:txBody>
      </p:sp>
      <p:sp>
        <p:nvSpPr>
          <p:cNvPr id="311573450" name="TextBox 4"/>
          <p:cNvSpPr txBox="1"/>
          <p:nvPr/>
        </p:nvSpPr>
        <p:spPr bwMode="auto">
          <a:xfrm>
            <a:off x="1371600" y="1645920"/>
            <a:ext cx="8503920" cy="3657600"/>
          </a:xfrm>
          <a:prstGeom prst="rect">
            <a:avLst/>
          </a:prstGeom>
          <a:noFill/>
        </p:spPr>
        <p:txBody>
          <a:bodyPr wrap="square" lIns="0" tIns="0" rIns="0" bIns="0" anchor="t">
            <a:spAutoFit/>
          </a:bodyPr>
          <a:lstStyle/>
          <a:p>
            <a:pPr algn="l">
              <a:lnSpc>
                <a:spcPct val="130000"/>
              </a:lnSpc>
              <a:defRPr/>
            </a:pPr>
            <a:r>
              <a:rPr sz="2800" b="0" i="1">
                <a:solidFill>
                  <a:srgbClr val="414D5C"/>
                </a:solidFill>
                <a:latin typeface="Arial"/>
              </a:rPr>
              <a:t>Who here has shipped a 4-station-or-larger machine in the last year?</a:t>
            </a:r>
            <a:endParaRPr/>
          </a:p>
        </p:txBody>
      </p:sp>
      <p:sp>
        <p:nvSpPr>
          <p:cNvPr id="1382482552" name="TextBox 5"/>
          <p:cNvSpPr txBox="1"/>
          <p:nvPr/>
        </p:nvSpPr>
        <p:spPr bwMode="auto">
          <a:xfrm>
            <a:off x="1371600" y="5760720"/>
            <a:ext cx="8503920" cy="502920"/>
          </a:xfrm>
          <a:prstGeom prst="rect">
            <a:avLst/>
          </a:prstGeom>
          <a:noFill/>
        </p:spPr>
        <p:txBody>
          <a:bodyPr wrap="square" lIns="0" tIns="0" rIns="0" bIns="0" anchor="t">
            <a:spAutoFit/>
          </a:bodyPr>
          <a:lstStyle/>
          <a:p>
            <a:pPr algn="l">
              <a:lnSpc>
                <a:spcPct val="114999"/>
              </a:lnSpc>
              <a:defRPr/>
            </a:pPr>
            <a:r>
              <a:rPr sz="1400" b="0" i="0">
                <a:solidFill>
                  <a:srgbClr val="627186"/>
                </a:solidFill>
                <a:latin typeface="Arial"/>
              </a:rPr>
              <a:t>— Then this workshop is calibrated for you.</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5925411" name="Title 2"/>
          <p:cNvSpPr>
            <a:spLocks noGrp="1"/>
          </p:cNvSpPr>
          <p:nvPr>
            <p:ph type="title"/>
          </p:nvPr>
        </p:nvSpPr>
        <p:spPr bwMode="auto"/>
        <p:txBody>
          <a:bodyPr/>
          <a:lstStyle/>
          <a:p>
            <a:pPr>
              <a:defRPr/>
            </a:pPr>
            <a:r>
              <a:rPr/>
              <a:t>Block 1</a:t>
            </a:r>
            <a:endParaRPr/>
          </a:p>
        </p:txBody>
      </p:sp>
      <p:sp>
        <p:nvSpPr>
          <p:cNvPr id="1880058290" name="Rectangle 3"/>
          <p:cNvSpPr/>
          <p:nvPr/>
        </p:nvSpPr>
        <p:spPr bwMode="auto">
          <a:xfrm>
            <a:off x="0" y="1188720"/>
            <a:ext cx="164592" cy="5120640"/>
          </a:xfrm>
          <a:prstGeom prst="rect">
            <a:avLst/>
          </a:prstGeom>
          <a:solidFill>
            <a:srgbClr val="77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3089734" name="TextBox 4"/>
          <p:cNvSpPr txBox="1"/>
          <p:nvPr/>
        </p:nvSpPr>
        <p:spPr bwMode="auto">
          <a:xfrm>
            <a:off x="411480" y="1280160"/>
            <a:ext cx="9601200" cy="1554480"/>
          </a:xfrm>
          <a:prstGeom prst="rect">
            <a:avLst/>
          </a:prstGeom>
          <a:noFill/>
        </p:spPr>
        <p:txBody>
          <a:bodyPr wrap="square" lIns="0" tIns="0" rIns="0" bIns="0" anchor="t">
            <a:spAutoFit/>
          </a:bodyPr>
          <a:lstStyle/>
          <a:p>
            <a:pPr algn="l">
              <a:lnSpc>
                <a:spcPct val="105000"/>
              </a:lnSpc>
              <a:defRPr/>
            </a:pPr>
            <a:r>
              <a:rPr sz="4600" b="1" i="0">
                <a:solidFill>
                  <a:srgbClr val="414D5C"/>
                </a:solidFill>
                <a:latin typeface="Arial"/>
              </a:rPr>
              <a:t>Stage 1 — Procedural</a:t>
            </a:r>
            <a:endParaRPr/>
          </a:p>
        </p:txBody>
      </p:sp>
      <p:sp>
        <p:nvSpPr>
          <p:cNvPr id="10733789" name="TextBox 5"/>
          <p:cNvSpPr txBox="1"/>
          <p:nvPr/>
        </p:nvSpPr>
        <p:spPr bwMode="auto">
          <a:xfrm>
            <a:off x="411480" y="2926080"/>
            <a:ext cx="9601200" cy="291490"/>
          </a:xfrm>
          <a:prstGeom prst="rect">
            <a:avLst/>
          </a:prstGeom>
          <a:noFill/>
        </p:spPr>
        <p:txBody>
          <a:bodyPr wrap="square" lIns="0" tIns="0" rIns="0" bIns="0" anchor="t">
            <a:spAutoFit/>
          </a:bodyPr>
          <a:lstStyle/>
          <a:p>
            <a:pPr algn="l">
              <a:lnSpc>
                <a:spcPct val="114999"/>
              </a:lnSpc>
              <a:defRPr/>
            </a:pPr>
            <a:r>
              <a:rPr lang="en-US" sz="1800" b="1" i="0">
                <a:solidFill>
                  <a:srgbClr val="770000"/>
                </a:solidFill>
                <a:latin typeface="Arial"/>
              </a:rPr>
              <a:t>60</a:t>
            </a:r>
            <a:r>
              <a:rPr sz="1800" b="1" i="0">
                <a:solidFill>
                  <a:srgbClr val="770000"/>
                </a:solidFill>
                <a:latin typeface="Arial"/>
              </a:rPr>
              <a:t> min</a:t>
            </a:r>
            <a:endParaRPr/>
          </a:p>
        </p:txBody>
      </p:sp>
      <p:sp>
        <p:nvSpPr>
          <p:cNvPr id="394977549" name="TextBox 6"/>
          <p:cNvSpPr txBox="1"/>
          <p:nvPr/>
        </p:nvSpPr>
        <p:spPr bwMode="auto">
          <a:xfrm>
            <a:off x="411480" y="3749039"/>
            <a:ext cx="9601200" cy="2286000"/>
          </a:xfrm>
          <a:prstGeom prst="rect">
            <a:avLst/>
          </a:prstGeom>
          <a:noFill/>
        </p:spPr>
        <p:txBody>
          <a:bodyPr wrap="square" lIns="0" tIns="0" rIns="0" bIns="0" anchor="t">
            <a:spAutoFit/>
          </a:bodyPr>
          <a:lstStyle/>
          <a:p>
            <a:pPr algn="l">
              <a:lnSpc>
                <a:spcPct val="140000"/>
              </a:lnSpc>
              <a:defRPr/>
            </a:pPr>
            <a:r>
              <a:rPr sz="2000" b="0" i="1">
                <a:solidFill>
                  <a:srgbClr val="242A33"/>
                </a:solidFill>
                <a:latin typeface="Arial"/>
              </a:rPr>
              <a:t>The architecture you've been writing for 20 years.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6958104" name="Text Placeholder 1"/>
          <p:cNvSpPr>
            <a:spLocks noGrp="1"/>
          </p:cNvSpPr>
          <p:nvPr>
            <p:ph type="body" sz="quarter" idx="15"/>
          </p:nvPr>
        </p:nvSpPr>
        <p:spPr bwMode="auto"/>
        <p:txBody>
          <a:bodyPr wrap="square"/>
          <a:lstStyle/>
          <a:p>
            <a:pPr algn="l">
              <a:lnSpc>
                <a:spcPct val="130000"/>
              </a:lnSpc>
              <a:defRPr/>
            </a:pPr>
            <a:r>
              <a:rPr sz="2200" b="1">
                <a:solidFill>
                  <a:srgbClr val="770000"/>
                </a:solidFill>
                <a:latin typeface="Arial"/>
              </a:rPr>
              <a:t>  </a:t>
            </a:r>
            <a:r>
              <a:rPr sz="2200" b="1">
                <a:solidFill>
                  <a:srgbClr val="242A33"/>
                </a:solidFill>
                <a:latin typeface="Arial"/>
              </a:rPr>
              <a:t>Origin </a:t>
            </a:r>
            <a:r>
              <a:rPr sz="2200">
                <a:solidFill>
                  <a:srgbClr val="242A33"/>
                </a:solidFill>
                <a:latin typeface="Arial"/>
              </a:rPr>
              <a:t>— IEC 61131-3 (1993).</a:t>
            </a:r>
            <a:endParaRPr/>
          </a:p>
          <a:p>
            <a:pPr algn="l">
              <a:lnSpc>
                <a:spcPct val="130000"/>
              </a:lnSpc>
              <a:spcBef>
                <a:spcPts val="400"/>
              </a:spcBef>
              <a:defRPr/>
            </a:pPr>
            <a:r>
              <a:rPr sz="2200" b="1">
                <a:solidFill>
                  <a:srgbClr val="770000"/>
                </a:solidFill>
                <a:latin typeface="Arial"/>
              </a:rPr>
              <a:t>  </a:t>
            </a:r>
            <a:r>
              <a:rPr sz="2200" b="1">
                <a:solidFill>
                  <a:srgbClr val="242A33"/>
                </a:solidFill>
                <a:latin typeface="Arial"/>
              </a:rPr>
              <a:t>Mental model </a:t>
            </a:r>
            <a:r>
              <a:rPr sz="2200">
                <a:solidFill>
                  <a:srgbClr val="242A33"/>
                </a:solidFill>
                <a:latin typeface="Arial"/>
              </a:rPr>
              <a:t>— FB has its own independent version of code, runs 	once per cycle.</a:t>
            </a:r>
            <a:endParaRPr/>
          </a:p>
          <a:p>
            <a:pPr algn="l">
              <a:lnSpc>
                <a:spcPct val="130000"/>
              </a:lnSpc>
              <a:spcBef>
                <a:spcPts val="400"/>
              </a:spcBef>
              <a:defRPr/>
            </a:pPr>
            <a:r>
              <a:rPr sz="2200" b="1">
                <a:solidFill>
                  <a:srgbClr val="770000"/>
                </a:solidFill>
                <a:latin typeface="Arial"/>
              </a:rPr>
              <a:t> </a:t>
            </a:r>
            <a:r>
              <a:rPr sz="2200" b="1">
                <a:solidFill>
                  <a:srgbClr val="242A33"/>
                </a:solidFill>
                <a:latin typeface="Arial"/>
              </a:rPr>
              <a:t>Good at simple machines  </a:t>
            </a:r>
            <a:r>
              <a:rPr sz="2200">
                <a:solidFill>
                  <a:srgbClr val="242A33"/>
                </a:solidFill>
                <a:latin typeface="Arial"/>
              </a:rPr>
              <a:t>— short lifespan, no changes to code, 	single developer</a:t>
            </a:r>
            <a:endParaRPr/>
          </a:p>
          <a:p>
            <a:pPr algn="l">
              <a:lnSpc>
                <a:spcPct val="130000"/>
              </a:lnSpc>
              <a:spcBef>
                <a:spcPts val="400"/>
              </a:spcBef>
              <a:defRPr/>
            </a:pPr>
            <a:r>
              <a:rPr lang="en-US" sz="2200" b="1">
                <a:solidFill>
                  <a:srgbClr val="770000"/>
                </a:solidFill>
                <a:latin typeface="Arial"/>
              </a:rPr>
              <a:t> </a:t>
            </a:r>
            <a:r>
              <a:rPr sz="2200" b="1">
                <a:solidFill>
                  <a:srgbClr val="242A33"/>
                </a:solidFill>
                <a:latin typeface="Arial"/>
              </a:rPr>
              <a:t>Bad at change </a:t>
            </a:r>
            <a:r>
              <a:rPr b="1">
                <a:solidFill>
                  <a:srgbClr val="242A33"/>
                </a:solidFill>
                <a:latin typeface="Arial"/>
              </a:rPr>
              <a:t>r</a:t>
            </a:r>
            <a:r>
              <a:rPr sz="2200" b="1">
                <a:solidFill>
                  <a:srgbClr val="242A33"/>
                </a:solidFill>
                <a:latin typeface="Arial"/>
              </a:rPr>
              <a:t>equests </a:t>
            </a:r>
            <a:r>
              <a:rPr sz="2200">
                <a:solidFill>
                  <a:srgbClr val="242A33"/>
                </a:solidFill>
                <a:latin typeface="Arial"/>
              </a:rPr>
              <a:t>— can require edits to every FB file, requires 	intense discipline across time and team </a:t>
            </a:r>
            <a:endParaRPr/>
          </a:p>
        </p:txBody>
      </p:sp>
      <p:sp>
        <p:nvSpPr>
          <p:cNvPr id="211637787" name="Title 2"/>
          <p:cNvSpPr>
            <a:spLocks noGrp="1"/>
          </p:cNvSpPr>
          <p:nvPr>
            <p:ph type="title"/>
          </p:nvPr>
        </p:nvSpPr>
        <p:spPr bwMode="auto"/>
        <p:txBody>
          <a:bodyPr/>
          <a:lstStyle/>
          <a:p>
            <a:pPr>
              <a:defRPr/>
            </a:pPr>
            <a:r>
              <a:rPr/>
              <a:t>The procedural paradigm</a:t>
            </a:r>
            <a:endParaRPr/>
          </a:p>
        </p:txBody>
      </p:sp>
      <p:sp>
        <p:nvSpPr>
          <p:cNvPr id="275913802"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1A WALKTHROUGH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2536633" name="Text Placeholder 1"/>
          <p:cNvSpPr>
            <a:spLocks noGrp="1"/>
          </p:cNvSpPr>
          <p:nvPr>
            <p:ph type="body" sz="quarter" idx="15"/>
          </p:nvPr>
        </p:nvSpPr>
        <p:spPr bwMode="auto">
          <a:xfrm>
            <a:off x="30479" y="1090798"/>
            <a:ext cx="5870403" cy="5767201"/>
          </a:xfrm>
        </p:spPr>
        <p:txBody>
          <a:bodyPr/>
          <a:lstStyle/>
          <a:p>
            <a:pPr marL="0" indent="0">
              <a:buNone/>
              <a:defRPr/>
            </a:pPr>
            <a:r>
              <a:rPr lang="en-US" sz="2400" b="1">
                <a:solidFill>
                  <a:srgbClr val="770000"/>
                </a:solidFill>
              </a:rPr>
              <a:t>Goal:</a:t>
            </a:r>
            <a:endParaRPr lang="en-US"/>
          </a:p>
          <a:p>
            <a:pPr>
              <a:defRPr/>
            </a:pPr>
            <a:r>
              <a:rPr lang="en-US"/>
              <a:t>Get familiar with the procedural sample structure</a:t>
            </a:r>
            <a:endParaRPr/>
          </a:p>
          <a:p>
            <a:pPr>
              <a:defRPr/>
            </a:pPr>
            <a:r>
              <a:rPr lang="en-US"/>
              <a:t>Understand switching between branches</a:t>
            </a:r>
            <a:endParaRPr/>
          </a:p>
          <a:p>
            <a:pPr>
              <a:defRPr/>
            </a:pPr>
            <a:r>
              <a:rPr lang="en-US"/>
              <a:t>Identify similarities and differences in the function block stations</a:t>
            </a:r>
            <a:endParaRPr/>
          </a:p>
        </p:txBody>
      </p:sp>
      <p:sp>
        <p:nvSpPr>
          <p:cNvPr id="248177328" name="Title 2"/>
          <p:cNvSpPr>
            <a:spLocks noGrp="1"/>
          </p:cNvSpPr>
          <p:nvPr>
            <p:ph type="title"/>
          </p:nvPr>
        </p:nvSpPr>
        <p:spPr bwMode="auto"/>
        <p:txBody>
          <a:bodyPr/>
          <a:lstStyle/>
          <a:p>
            <a:pPr>
              <a:defRPr/>
            </a:pPr>
            <a:r>
              <a:rPr lang="en-US"/>
              <a:t>Lab 1A: Procedural Code Inspection</a:t>
            </a:r>
            <a:endParaRPr/>
          </a:p>
        </p:txBody>
      </p:sp>
      <p:sp>
        <p:nvSpPr>
          <p:cNvPr id="198770560" name="Text Placeholder 1"/>
          <p:cNvSpPr txBox="1"/>
          <p:nvPr/>
        </p:nvSpPr>
        <p:spPr bwMode="gray">
          <a:xfrm>
            <a:off x="6324600" y="1066800"/>
            <a:ext cx="5870403" cy="5791200"/>
          </a:xfrm>
          <a:prstGeom prst="rect">
            <a:avLst/>
          </a:prstGeom>
        </p:spPr>
        <p:txBody>
          <a:bodyPr vert="horz" lIns="450000" tIns="190800" rIns="91440" bIns="45720" rtlCol="0">
            <a:noAutofit/>
          </a:bodyPr>
          <a:lstStyle>
            <a:lvl1pPr marL="266700" marR="0" indent="-266700" algn="l" defTabSz="914400" rtl="0">
              <a:lnSpc>
                <a:spcPct val="100000"/>
              </a:lnSpc>
              <a:spcBef>
                <a:spcPts val="600"/>
              </a:spcBef>
              <a:spcAft>
                <a:spcPts val="0"/>
              </a:spcAft>
              <a:buClrTx/>
              <a:buSzTx/>
              <a:buFont typeface="Wingdings"/>
              <a:buChar char="§"/>
              <a:defRPr lang="en-US"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a:lstStyle>
          <a:p>
            <a:pPr marL="0" indent="0">
              <a:buFont typeface="Wingdings"/>
              <a:buNone/>
              <a:defRPr/>
            </a:pPr>
            <a:r>
              <a:rPr lang="en-US" sz="2400" b="1">
                <a:solidFill>
                  <a:srgbClr val="770000"/>
                </a:solidFill>
              </a:rPr>
              <a:t>Instructions:</a:t>
            </a:r>
            <a:endParaRPr lang="en-US"/>
          </a:p>
          <a:p>
            <a:pPr>
              <a:defRPr/>
            </a:pPr>
            <a:r>
              <a:rPr lang="en-US"/>
              <a:t>Open the release branch and go to the </a:t>
            </a:r>
            <a:r>
              <a:rPr lang="en-US"/>
              <a:t>FillingLine_Procedural</a:t>
            </a:r>
            <a:r>
              <a:rPr lang="en-US"/>
              <a:t> Project</a:t>
            </a:r>
            <a:endParaRPr/>
          </a:p>
          <a:p>
            <a:pPr>
              <a:defRPr/>
            </a:pPr>
            <a:r>
              <a:rPr lang="en-US"/>
              <a:t>Open the four Function Block stations in the POUs folder</a:t>
            </a:r>
            <a:endParaRPr/>
          </a:p>
          <a:p>
            <a:pPr>
              <a:defRPr/>
            </a:pPr>
            <a:r>
              <a:rPr lang="en-US"/>
              <a:t>Stack the open FBs side by side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6564028" name="Text Placeholder 1"/>
          <p:cNvSpPr>
            <a:spLocks noGrp="1"/>
          </p:cNvSpPr>
          <p:nvPr>
            <p:ph type="body" sz="quarter" idx="15"/>
          </p:nvPr>
        </p:nvSpPr>
        <p:spPr bwMode="auto"/>
        <p:txBody>
          <a:bodyPr wrap="square"/>
          <a:lstStyle/>
          <a:p>
            <a:pPr algn="l">
              <a:lnSpc>
                <a:spcPct val="130000"/>
              </a:lnSpc>
              <a:defRPr/>
            </a:pPr>
            <a:r>
              <a:rPr lang="en-US" sz="2000" b="1">
                <a:solidFill>
                  <a:srgbClr val="770000"/>
                </a:solidFill>
                <a:latin typeface="Arial"/>
              </a:rPr>
              <a:t>  </a:t>
            </a:r>
            <a:r>
              <a:rPr lang="en-US" sz="2000" b="1">
                <a:solidFill>
                  <a:srgbClr val="242A33"/>
                </a:solidFill>
                <a:latin typeface="Arial"/>
              </a:rPr>
              <a:t>Mode block </a:t>
            </a:r>
            <a:r>
              <a:rPr lang="en-US" sz="2000">
                <a:solidFill>
                  <a:srgbClr val="242A33"/>
                </a:solidFill>
                <a:latin typeface="Arial"/>
              </a:rPr>
              <a:t>— read </a:t>
            </a:r>
            <a:r>
              <a:rPr lang="en-US" sz="2000">
                <a:solidFill>
                  <a:srgbClr val="242A33"/>
                </a:solidFill>
                <a:latin typeface="Arial"/>
              </a:rPr>
              <a:t>ModeAuto</a:t>
            </a:r>
            <a:r>
              <a:rPr lang="en-US" sz="2000">
                <a:solidFill>
                  <a:srgbClr val="242A33"/>
                </a:solidFill>
                <a:latin typeface="Arial"/>
              </a:rPr>
              <a:t> / </a:t>
            </a:r>
            <a:r>
              <a:rPr lang="en-US" sz="2000">
                <a:solidFill>
                  <a:srgbClr val="242A33"/>
                </a:solidFill>
                <a:latin typeface="Arial"/>
              </a:rPr>
              <a:t>ModeManual</a:t>
            </a:r>
            <a:r>
              <a:rPr lang="en-US" sz="2000">
                <a:solidFill>
                  <a:srgbClr val="242A33"/>
                </a:solidFill>
                <a:latin typeface="Arial"/>
              </a:rPr>
              <a:t> / </a:t>
            </a:r>
            <a:r>
              <a:rPr lang="en-US" sz="2000">
                <a:solidFill>
                  <a:srgbClr val="242A33"/>
                </a:solidFill>
                <a:latin typeface="Arial"/>
              </a:rPr>
              <a:t>ModeStop</a:t>
            </a:r>
            <a:r>
              <a:rPr lang="en-US" sz="2000">
                <a:solidFill>
                  <a:srgbClr val="242A33"/>
                </a:solidFill>
                <a:latin typeface="Arial"/>
              </a:rPr>
              <a:t>.</a:t>
            </a:r>
            <a:endParaRPr/>
          </a:p>
          <a:p>
            <a:pPr algn="l">
              <a:lnSpc>
                <a:spcPct val="130000"/>
              </a:lnSpc>
              <a:spcBef>
                <a:spcPts val="400"/>
              </a:spcBef>
              <a:defRPr/>
            </a:pPr>
            <a:r>
              <a:rPr lang="en-US" sz="2000" b="1">
                <a:solidFill>
                  <a:srgbClr val="770000"/>
                </a:solidFill>
                <a:latin typeface="Arial"/>
              </a:rPr>
              <a:t>  </a:t>
            </a:r>
            <a:r>
              <a:rPr lang="en-US" sz="2000" b="1">
                <a:solidFill>
                  <a:srgbClr val="242A33"/>
                </a:solidFill>
                <a:latin typeface="Arial"/>
              </a:rPr>
              <a:t>Alarm-ack block </a:t>
            </a:r>
            <a:r>
              <a:rPr lang="en-US" sz="2000">
                <a:solidFill>
                  <a:srgbClr val="242A33"/>
                </a:solidFill>
                <a:latin typeface="Arial"/>
              </a:rPr>
              <a:t>— clear latched alarms.</a:t>
            </a:r>
            <a:endParaRPr/>
          </a:p>
          <a:p>
            <a:pPr algn="l">
              <a:lnSpc>
                <a:spcPct val="130000"/>
              </a:lnSpc>
              <a:spcBef>
                <a:spcPts val="400"/>
              </a:spcBef>
              <a:defRPr/>
            </a:pPr>
            <a:r>
              <a:rPr lang="en-US" sz="2000" b="1">
                <a:solidFill>
                  <a:srgbClr val="770000"/>
                </a:solidFill>
                <a:latin typeface="Arial"/>
              </a:rPr>
              <a:t>  </a:t>
            </a:r>
            <a:r>
              <a:rPr lang="en-US" sz="2000" b="1">
                <a:solidFill>
                  <a:srgbClr val="242A33"/>
                </a:solidFill>
                <a:latin typeface="Arial"/>
              </a:rPr>
              <a:t>Reset block </a:t>
            </a:r>
            <a:r>
              <a:rPr lang="en-US" sz="2000">
                <a:solidFill>
                  <a:srgbClr val="242A33"/>
                </a:solidFill>
                <a:latin typeface="Arial"/>
              </a:rPr>
              <a:t>— return state to 0.</a:t>
            </a:r>
            <a:endParaRPr/>
          </a:p>
          <a:p>
            <a:pPr>
              <a:lnSpc>
                <a:spcPct val="130000"/>
              </a:lnSpc>
              <a:spcBef>
                <a:spcPts val="400"/>
              </a:spcBef>
              <a:defRPr/>
            </a:pPr>
            <a:r>
              <a:rPr lang="en-US" sz="2000" b="1">
                <a:solidFill>
                  <a:srgbClr val="242A33"/>
                </a:solidFill>
              </a:rPr>
              <a:t>  HMI mapping </a:t>
            </a:r>
            <a:r>
              <a:rPr lang="en-US" sz="2000">
                <a:solidFill>
                  <a:srgbClr val="242A33"/>
                </a:solidFill>
              </a:rPr>
              <a:t>— copy state to HMI tags.</a:t>
            </a:r>
            <a:endParaRPr lang="en-US" sz="2000">
              <a:solidFill>
                <a:srgbClr val="242A33"/>
              </a:solidFill>
              <a:latin typeface="Arial"/>
            </a:endParaRPr>
          </a:p>
          <a:p>
            <a:pPr algn="l">
              <a:lnSpc>
                <a:spcPct val="130000"/>
              </a:lnSpc>
              <a:spcBef>
                <a:spcPts val="400"/>
              </a:spcBef>
              <a:defRPr/>
            </a:pPr>
            <a:r>
              <a:rPr sz="2000" b="1">
                <a:solidFill>
                  <a:srgbClr val="770000"/>
                </a:solidFill>
                <a:latin typeface="Arial"/>
              </a:rPr>
              <a:t>  </a:t>
            </a:r>
            <a:r>
              <a:rPr sz="2000" b="1">
                <a:solidFill>
                  <a:srgbClr val="242A33"/>
                </a:solidFill>
                <a:latin typeface="Arial"/>
              </a:rPr>
              <a:t>State machine </a:t>
            </a:r>
            <a:r>
              <a:rPr sz="2000">
                <a:solidFill>
                  <a:srgbClr val="242A33"/>
                </a:solidFill>
                <a:latin typeface="Arial"/>
              </a:rPr>
              <a:t>— the actual sequence (CASE).</a:t>
            </a:r>
            <a:endParaRPr/>
          </a:p>
        </p:txBody>
      </p:sp>
      <p:sp>
        <p:nvSpPr>
          <p:cNvPr id="997717872" name="Title 2"/>
          <p:cNvSpPr>
            <a:spLocks noGrp="1"/>
          </p:cNvSpPr>
          <p:nvPr>
            <p:ph type="title"/>
          </p:nvPr>
        </p:nvSpPr>
        <p:spPr bwMode="auto"/>
        <p:txBody>
          <a:bodyPr/>
          <a:lstStyle/>
          <a:p>
            <a:pPr>
              <a:defRPr/>
            </a:pPr>
            <a:r>
              <a:rPr/>
              <a:t>Every station has the same five sections</a:t>
            </a:r>
            <a:endParaRPr/>
          </a:p>
        </p:txBody>
      </p:sp>
      <p:sp>
        <p:nvSpPr>
          <p:cNvPr id="142589914"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1A WALKTHROUGH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4599456" name="Text Placeholder 1"/>
          <p:cNvSpPr>
            <a:spLocks noGrp="1"/>
          </p:cNvSpPr>
          <p:nvPr>
            <p:ph type="body" sz="quarter" idx="15"/>
          </p:nvPr>
        </p:nvSpPr>
        <p:spPr bwMode="auto"/>
        <p:txBody>
          <a:bodyPr wrap="square"/>
          <a:lstStyle/>
          <a:p>
            <a:pPr algn="l">
              <a:lnSpc>
                <a:spcPct val="130000"/>
              </a:lnSpc>
              <a:defRPr/>
            </a:pPr>
            <a:r>
              <a:rPr sz="2000" b="1">
                <a:solidFill>
                  <a:srgbClr val="770000"/>
                </a:solidFill>
                <a:latin typeface="Arial"/>
              </a:rPr>
              <a:t>▸  </a:t>
            </a:r>
            <a:r>
              <a:rPr sz="2000" b="1">
                <a:solidFill>
                  <a:srgbClr val="242A33"/>
                </a:solidFill>
                <a:latin typeface="Arial"/>
              </a:rPr>
              <a:t>Mode block </a:t>
            </a:r>
            <a:r>
              <a:rPr sz="2000">
                <a:solidFill>
                  <a:srgbClr val="242A33"/>
                </a:solidFill>
                <a:latin typeface="Arial"/>
              </a:rPr>
              <a:t>— read </a:t>
            </a:r>
            <a:r>
              <a:rPr sz="2000">
                <a:solidFill>
                  <a:srgbClr val="242A33"/>
                </a:solidFill>
                <a:latin typeface="Arial"/>
              </a:rPr>
              <a:t>ModeAuto</a:t>
            </a:r>
            <a:r>
              <a:rPr sz="2000">
                <a:solidFill>
                  <a:srgbClr val="242A33"/>
                </a:solidFill>
                <a:latin typeface="Arial"/>
              </a:rPr>
              <a:t> / </a:t>
            </a:r>
            <a:r>
              <a:rPr sz="2000">
                <a:solidFill>
                  <a:srgbClr val="242A33"/>
                </a:solidFill>
                <a:latin typeface="Arial"/>
              </a:rPr>
              <a:t>ModeManual</a:t>
            </a:r>
            <a:r>
              <a:rPr sz="2000">
                <a:solidFill>
                  <a:srgbClr val="242A33"/>
                </a:solidFill>
                <a:latin typeface="Arial"/>
              </a:rPr>
              <a:t> / </a:t>
            </a:r>
            <a:r>
              <a:rPr sz="2000">
                <a:solidFill>
                  <a:srgbClr val="242A33"/>
                </a:solidFill>
                <a:latin typeface="Arial"/>
              </a:rPr>
              <a:t>ModeStop</a:t>
            </a:r>
            <a:r>
              <a:rPr sz="2000">
                <a:solidFill>
                  <a:srgbClr val="242A33"/>
                </a:solidFill>
                <a:latin typeface="Arial"/>
              </a:rPr>
              <a:t>.</a:t>
            </a:r>
            <a:endParaRPr/>
          </a:p>
        </p:txBody>
      </p:sp>
      <p:sp>
        <p:nvSpPr>
          <p:cNvPr id="1913982023" name="Title 2"/>
          <p:cNvSpPr>
            <a:spLocks noGrp="1"/>
          </p:cNvSpPr>
          <p:nvPr>
            <p:ph type="title"/>
          </p:nvPr>
        </p:nvSpPr>
        <p:spPr bwMode="auto"/>
        <p:txBody>
          <a:bodyPr/>
          <a:lstStyle/>
          <a:p>
            <a:pPr>
              <a:defRPr/>
            </a:pPr>
            <a:r>
              <a:rPr/>
              <a:t>Every station has the same five sections</a:t>
            </a:r>
            <a:endParaRPr/>
          </a:p>
        </p:txBody>
      </p:sp>
      <p:sp>
        <p:nvSpPr>
          <p:cNvPr id="1682075451"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1A WALKTHROUGH</a:t>
            </a:r>
            <a:endParaRPr/>
          </a:p>
        </p:txBody>
      </p:sp>
      <p:pic>
        <p:nvPicPr>
          <p:cNvPr id="2062348260" name="Picture 7"/>
          <p:cNvPicPr>
            <a:picLocks noChangeAspect="1"/>
          </p:cNvPicPr>
          <p:nvPr/>
        </p:nvPicPr>
        <p:blipFill rotWithShape="1">
          <a:blip r:embed="rId3"/>
          <a:stretch/>
        </p:blipFill>
        <p:spPr bwMode="auto">
          <a:xfrm>
            <a:off x="18196" y="1772378"/>
            <a:ext cx="12173802" cy="539042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5439948" name="Text Placeholder 1"/>
          <p:cNvSpPr>
            <a:spLocks noGrp="1"/>
          </p:cNvSpPr>
          <p:nvPr>
            <p:ph type="body" sz="quarter" idx="15"/>
          </p:nvPr>
        </p:nvSpPr>
        <p:spPr bwMode="auto"/>
        <p:txBody>
          <a:bodyPr wrap="square"/>
          <a:lstStyle/>
          <a:p>
            <a:pPr algn="l">
              <a:lnSpc>
                <a:spcPct val="130000"/>
              </a:lnSpc>
              <a:spcBef>
                <a:spcPts val="400"/>
              </a:spcBef>
              <a:defRPr/>
            </a:pPr>
            <a:r>
              <a:rPr sz="2000" b="1">
                <a:solidFill>
                  <a:srgbClr val="770000"/>
                </a:solidFill>
                <a:latin typeface="Arial"/>
              </a:rPr>
              <a:t>▸  </a:t>
            </a:r>
            <a:r>
              <a:rPr sz="2000" b="1">
                <a:solidFill>
                  <a:srgbClr val="242A33"/>
                </a:solidFill>
                <a:latin typeface="Arial"/>
              </a:rPr>
              <a:t>Alarm-ack block </a:t>
            </a:r>
            <a:r>
              <a:rPr sz="2000">
                <a:solidFill>
                  <a:srgbClr val="242A33"/>
                </a:solidFill>
                <a:latin typeface="Arial"/>
              </a:rPr>
              <a:t>— clear latched alarms.</a:t>
            </a:r>
            <a:endParaRPr/>
          </a:p>
        </p:txBody>
      </p:sp>
      <p:sp>
        <p:nvSpPr>
          <p:cNvPr id="1962448172" name="Title 2"/>
          <p:cNvSpPr>
            <a:spLocks noGrp="1"/>
          </p:cNvSpPr>
          <p:nvPr>
            <p:ph type="title"/>
          </p:nvPr>
        </p:nvSpPr>
        <p:spPr bwMode="auto"/>
        <p:txBody>
          <a:bodyPr/>
          <a:lstStyle/>
          <a:p>
            <a:pPr>
              <a:defRPr/>
            </a:pPr>
            <a:r>
              <a:rPr/>
              <a:t>Every station has the same five sections</a:t>
            </a:r>
            <a:endParaRPr/>
          </a:p>
        </p:txBody>
      </p:sp>
      <p:sp>
        <p:nvSpPr>
          <p:cNvPr id="1443399273"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1A WALKTHROUGH</a:t>
            </a:r>
            <a:endParaRPr/>
          </a:p>
        </p:txBody>
      </p:sp>
      <p:pic>
        <p:nvPicPr>
          <p:cNvPr id="1846053832" name="Picture 7"/>
          <p:cNvPicPr>
            <a:picLocks noChangeAspect="1"/>
          </p:cNvPicPr>
          <p:nvPr/>
        </p:nvPicPr>
        <p:blipFill rotWithShape="1">
          <a:blip r:embed="rId3"/>
          <a:stretch/>
        </p:blipFill>
        <p:spPr bwMode="auto">
          <a:xfrm>
            <a:off x="0" y="1752599"/>
            <a:ext cx="12192000" cy="536138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7227623" name="Text Placeholder 1"/>
          <p:cNvSpPr>
            <a:spLocks noGrp="1"/>
          </p:cNvSpPr>
          <p:nvPr>
            <p:ph type="body" sz="quarter" idx="15"/>
          </p:nvPr>
        </p:nvSpPr>
        <p:spPr bwMode="auto"/>
        <p:txBody>
          <a:bodyPr wrap="square"/>
          <a:lstStyle/>
          <a:p>
            <a:pPr algn="l">
              <a:lnSpc>
                <a:spcPct val="130000"/>
              </a:lnSpc>
              <a:defRPr/>
            </a:pPr>
            <a:r>
              <a:rPr sz="2000" b="1">
                <a:solidFill>
                  <a:srgbClr val="770000"/>
                </a:solidFill>
                <a:latin typeface="Arial"/>
              </a:rPr>
              <a:t>▸  </a:t>
            </a:r>
            <a:r>
              <a:rPr sz="2000" b="1">
                <a:solidFill>
                  <a:srgbClr val="242A33"/>
                </a:solidFill>
                <a:latin typeface="Arial"/>
              </a:rPr>
              <a:t>Reset block </a:t>
            </a:r>
            <a:r>
              <a:rPr sz="2000">
                <a:solidFill>
                  <a:srgbClr val="242A33"/>
                </a:solidFill>
                <a:latin typeface="Arial"/>
              </a:rPr>
              <a:t>— return state to 0.</a:t>
            </a:r>
            <a:endParaRPr/>
          </a:p>
        </p:txBody>
      </p:sp>
      <p:sp>
        <p:nvSpPr>
          <p:cNvPr id="1495154521" name="Title 2"/>
          <p:cNvSpPr>
            <a:spLocks noGrp="1"/>
          </p:cNvSpPr>
          <p:nvPr>
            <p:ph type="title"/>
          </p:nvPr>
        </p:nvSpPr>
        <p:spPr bwMode="auto"/>
        <p:txBody>
          <a:bodyPr/>
          <a:lstStyle/>
          <a:p>
            <a:pPr>
              <a:defRPr/>
            </a:pPr>
            <a:r>
              <a:rPr/>
              <a:t>Every station has the same five sections</a:t>
            </a:r>
            <a:endParaRPr/>
          </a:p>
        </p:txBody>
      </p:sp>
      <p:sp>
        <p:nvSpPr>
          <p:cNvPr id="830406774"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1A WALKTHROUGH</a:t>
            </a:r>
            <a:endParaRPr/>
          </a:p>
        </p:txBody>
      </p:sp>
      <p:pic>
        <p:nvPicPr>
          <p:cNvPr id="271934379" name="Picture 7"/>
          <p:cNvPicPr>
            <a:picLocks noChangeAspect="1"/>
          </p:cNvPicPr>
          <p:nvPr/>
        </p:nvPicPr>
        <p:blipFill rotWithShape="1">
          <a:blip r:embed="rId3"/>
          <a:stretch/>
        </p:blipFill>
        <p:spPr bwMode="auto">
          <a:xfrm>
            <a:off x="-3" y="1713753"/>
            <a:ext cx="12192000" cy="5381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6494039" name="Text Placeholder 1"/>
          <p:cNvSpPr>
            <a:spLocks noGrp="1"/>
          </p:cNvSpPr>
          <p:nvPr>
            <p:ph type="body" sz="quarter" idx="15"/>
          </p:nvPr>
        </p:nvSpPr>
        <p:spPr bwMode="auto"/>
        <p:txBody>
          <a:bodyPr wrap="square"/>
          <a:lstStyle/>
          <a:p>
            <a:pPr algn="l">
              <a:lnSpc>
                <a:spcPct val="130000"/>
              </a:lnSpc>
              <a:defRPr/>
            </a:pPr>
            <a:r>
              <a:rPr sz="2000" b="1">
                <a:solidFill>
                  <a:srgbClr val="770000"/>
                </a:solidFill>
                <a:latin typeface="Arial"/>
              </a:rPr>
              <a:t>▸  </a:t>
            </a:r>
            <a:r>
              <a:rPr sz="2000" b="1">
                <a:solidFill>
                  <a:srgbClr val="242A33"/>
                </a:solidFill>
                <a:latin typeface="Arial"/>
              </a:rPr>
              <a:t>HMI mapping </a:t>
            </a:r>
            <a:r>
              <a:rPr sz="2000">
                <a:solidFill>
                  <a:srgbClr val="242A33"/>
                </a:solidFill>
                <a:latin typeface="Arial"/>
              </a:rPr>
              <a:t>— copy state to HMI tags.</a:t>
            </a:r>
            <a:endParaRPr/>
          </a:p>
        </p:txBody>
      </p:sp>
      <p:sp>
        <p:nvSpPr>
          <p:cNvPr id="771132796" name="Title 2"/>
          <p:cNvSpPr>
            <a:spLocks noGrp="1"/>
          </p:cNvSpPr>
          <p:nvPr>
            <p:ph type="title"/>
          </p:nvPr>
        </p:nvSpPr>
        <p:spPr bwMode="auto"/>
        <p:txBody>
          <a:bodyPr/>
          <a:lstStyle/>
          <a:p>
            <a:pPr>
              <a:defRPr/>
            </a:pPr>
            <a:r>
              <a:rPr/>
              <a:t>Every station has the same five sections</a:t>
            </a:r>
            <a:endParaRPr/>
          </a:p>
        </p:txBody>
      </p:sp>
      <p:sp>
        <p:nvSpPr>
          <p:cNvPr id="610416824"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1A WALKTHROUGH</a:t>
            </a:r>
            <a:endParaRPr/>
          </a:p>
        </p:txBody>
      </p:sp>
      <p:pic>
        <p:nvPicPr>
          <p:cNvPr id="675059559" name="Picture 9"/>
          <p:cNvPicPr>
            <a:picLocks noChangeAspect="1"/>
          </p:cNvPicPr>
          <p:nvPr/>
        </p:nvPicPr>
        <p:blipFill rotWithShape="1">
          <a:blip r:embed="rId3"/>
          <a:stretch/>
        </p:blipFill>
        <p:spPr bwMode="auto">
          <a:xfrm>
            <a:off x="0" y="1671199"/>
            <a:ext cx="12192000" cy="535068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3798130" name="Text Placeholder 1"/>
          <p:cNvSpPr>
            <a:spLocks noGrp="1"/>
          </p:cNvSpPr>
          <p:nvPr>
            <p:ph type="body" sz="quarter" idx="15"/>
          </p:nvPr>
        </p:nvSpPr>
        <p:spPr bwMode="auto"/>
        <p:txBody>
          <a:bodyPr wrap="square"/>
          <a:lstStyle/>
          <a:p>
            <a:pPr algn="l">
              <a:lnSpc>
                <a:spcPct val="130000"/>
              </a:lnSpc>
              <a:spcBef>
                <a:spcPts val="400"/>
              </a:spcBef>
              <a:defRPr/>
            </a:pPr>
            <a:r>
              <a:rPr sz="2000" b="1">
                <a:solidFill>
                  <a:srgbClr val="770000"/>
                </a:solidFill>
                <a:latin typeface="Arial"/>
              </a:rPr>
              <a:t>▸  </a:t>
            </a:r>
            <a:r>
              <a:rPr sz="2000" b="1">
                <a:solidFill>
                  <a:srgbClr val="242A33"/>
                </a:solidFill>
                <a:latin typeface="Arial"/>
              </a:rPr>
              <a:t>State machine </a:t>
            </a:r>
            <a:r>
              <a:rPr sz="2000">
                <a:solidFill>
                  <a:srgbClr val="242A33"/>
                </a:solidFill>
                <a:latin typeface="Arial"/>
              </a:rPr>
              <a:t>— the actual sequence (CASE).</a:t>
            </a:r>
            <a:endParaRPr/>
          </a:p>
        </p:txBody>
      </p:sp>
      <p:sp>
        <p:nvSpPr>
          <p:cNvPr id="2078301795" name="Title 2"/>
          <p:cNvSpPr>
            <a:spLocks noGrp="1"/>
          </p:cNvSpPr>
          <p:nvPr>
            <p:ph type="title"/>
          </p:nvPr>
        </p:nvSpPr>
        <p:spPr bwMode="auto"/>
        <p:txBody>
          <a:bodyPr/>
          <a:lstStyle/>
          <a:p>
            <a:pPr>
              <a:defRPr/>
            </a:pPr>
            <a:r>
              <a:rPr/>
              <a:t>Every station has the same five sections</a:t>
            </a:r>
            <a:endParaRPr/>
          </a:p>
        </p:txBody>
      </p:sp>
      <p:sp>
        <p:nvSpPr>
          <p:cNvPr id="293877014"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1A WALKTHROUGH</a:t>
            </a:r>
            <a:endParaRPr/>
          </a:p>
        </p:txBody>
      </p:sp>
      <p:pic>
        <p:nvPicPr>
          <p:cNvPr id="1260991428" name="Picture 7"/>
          <p:cNvPicPr>
            <a:picLocks noChangeAspect="1"/>
          </p:cNvPicPr>
          <p:nvPr/>
        </p:nvPicPr>
        <p:blipFill rotWithShape="1">
          <a:blip r:embed="rId3"/>
          <a:stretch/>
        </p:blipFill>
        <p:spPr bwMode="auto">
          <a:xfrm>
            <a:off x="-3" y="1739911"/>
            <a:ext cx="12192000" cy="538281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362087" name="Text Placeholder 1"/>
          <p:cNvSpPr>
            <a:spLocks noGrp="1"/>
          </p:cNvSpPr>
          <p:nvPr>
            <p:ph type="body" sz="quarter" idx="15"/>
          </p:nvPr>
        </p:nvSpPr>
        <p:spPr bwMode="auto"/>
        <p:txBody>
          <a:bodyPr wrap="square"/>
          <a:lstStyle/>
          <a:p>
            <a:pPr algn="l">
              <a:lnSpc>
                <a:spcPct val="130000"/>
              </a:lnSpc>
              <a:defRPr/>
            </a:pPr>
            <a:r>
              <a:rPr lang="en-US" sz="2200" b="1">
                <a:solidFill>
                  <a:srgbClr val="770000"/>
                </a:solidFill>
                <a:latin typeface="Arial"/>
              </a:rPr>
              <a:t>Every function block seems pretty similar</a:t>
            </a:r>
            <a:r>
              <a:rPr lang="en-US" b="1">
                <a:solidFill>
                  <a:srgbClr val="770000"/>
                </a:solidFill>
                <a:latin typeface="Arial"/>
              </a:rPr>
              <a:t>, right?</a:t>
            </a:r>
            <a:endParaRPr/>
          </a:p>
          <a:p>
            <a:pPr algn="l">
              <a:lnSpc>
                <a:spcPct val="130000"/>
              </a:lnSpc>
              <a:defRPr/>
            </a:pPr>
            <a:r>
              <a:rPr lang="en-US" sz="2200" b="1">
                <a:solidFill>
                  <a:srgbClr val="770000"/>
                </a:solidFill>
                <a:latin typeface="Arial"/>
              </a:rPr>
              <a:t>Anybody see any </a:t>
            </a:r>
            <a:r>
              <a:rPr lang="en-US" b="1">
                <a:solidFill>
                  <a:srgbClr val="770000"/>
                </a:solidFill>
                <a:latin typeface="Arial"/>
              </a:rPr>
              <a:t>problems?</a:t>
            </a:r>
            <a:endParaRPr sz="2200">
              <a:solidFill>
                <a:srgbClr val="242A33"/>
              </a:solidFill>
              <a:latin typeface="Arial"/>
            </a:endParaRPr>
          </a:p>
        </p:txBody>
      </p:sp>
      <p:sp>
        <p:nvSpPr>
          <p:cNvPr id="40552383" name="Title 2"/>
          <p:cNvSpPr>
            <a:spLocks noGrp="1"/>
          </p:cNvSpPr>
          <p:nvPr>
            <p:ph type="title"/>
          </p:nvPr>
        </p:nvSpPr>
        <p:spPr bwMode="auto"/>
        <p:txBody>
          <a:bodyPr/>
          <a:lstStyle/>
          <a:p>
            <a:pPr>
              <a:defRPr/>
            </a:pPr>
            <a:r>
              <a:rPr lang="en-US"/>
              <a:t>Every station has the same five sections</a:t>
            </a:r>
            <a:endParaRPr/>
          </a:p>
        </p:txBody>
      </p:sp>
      <p:sp>
        <p:nvSpPr>
          <p:cNvPr id="675191746"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1A WALKTHROUGH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4952908" name="Text Placeholder 1"/>
          <p:cNvSpPr>
            <a:spLocks noGrp="1"/>
          </p:cNvSpPr>
          <p:nvPr>
            <p:ph type="body" sz="quarter" idx="15"/>
          </p:nvPr>
        </p:nvSpPr>
        <p:spPr bwMode="auto"/>
        <p:txBody>
          <a:bodyPr wrap="square"/>
          <a:lstStyle/>
          <a:p>
            <a:pPr algn="l">
              <a:lnSpc>
                <a:spcPct val="130000"/>
              </a:lnSpc>
              <a:defRPr/>
            </a:pPr>
            <a:r>
              <a:rPr sz="2200" b="1">
                <a:solidFill>
                  <a:srgbClr val="770000"/>
                </a:solidFill>
                <a:latin typeface="Arial"/>
              </a:rPr>
              <a:t>▸  </a:t>
            </a:r>
            <a:r>
              <a:rPr sz="2200" b="1">
                <a:solidFill>
                  <a:srgbClr val="242A33"/>
                </a:solidFill>
                <a:latin typeface="Arial"/>
              </a:rPr>
              <a:t>Drift #1 </a:t>
            </a:r>
            <a:r>
              <a:rPr sz="2200">
                <a:solidFill>
                  <a:srgbClr val="242A33"/>
                </a:solidFill>
                <a:latin typeface="Arial"/>
              </a:rPr>
              <a:t>— alarm-ack: edge vs level.</a:t>
            </a:r>
            <a:endParaRPr/>
          </a:p>
          <a:p>
            <a:pPr algn="l">
              <a:lnSpc>
                <a:spcPct val="130000"/>
              </a:lnSpc>
              <a:spcBef>
                <a:spcPts val="400"/>
              </a:spcBef>
              <a:defRPr/>
            </a:pPr>
            <a:r>
              <a:rPr sz="2200" b="1">
                <a:solidFill>
                  <a:srgbClr val="770000"/>
                </a:solidFill>
                <a:latin typeface="Arial"/>
              </a:rPr>
              <a:t>▸  </a:t>
            </a:r>
            <a:r>
              <a:rPr sz="2200" b="1">
                <a:solidFill>
                  <a:srgbClr val="242A33"/>
                </a:solidFill>
                <a:latin typeface="Arial"/>
              </a:rPr>
              <a:t>Drift #2 </a:t>
            </a:r>
            <a:r>
              <a:rPr sz="2200">
                <a:solidFill>
                  <a:srgbClr val="242A33"/>
                </a:solidFill>
                <a:latin typeface="Arial"/>
              </a:rPr>
              <a:t>— step numbering: 0/100/200/300 vs 0/10/20/30.</a:t>
            </a:r>
            <a:endParaRPr/>
          </a:p>
          <a:p>
            <a:pPr algn="l">
              <a:lnSpc>
                <a:spcPct val="130000"/>
              </a:lnSpc>
              <a:spcBef>
                <a:spcPts val="400"/>
              </a:spcBef>
              <a:defRPr/>
            </a:pPr>
            <a:r>
              <a:rPr sz="2200" b="1">
                <a:solidFill>
                  <a:srgbClr val="770000"/>
                </a:solidFill>
                <a:latin typeface="Arial"/>
              </a:rPr>
              <a:t>▸  </a:t>
            </a:r>
            <a:r>
              <a:rPr sz="2200" b="1">
                <a:solidFill>
                  <a:srgbClr val="242A33"/>
                </a:solidFill>
                <a:latin typeface="Arial"/>
              </a:rPr>
              <a:t>Drift #3 </a:t>
            </a:r>
            <a:r>
              <a:rPr sz="2200">
                <a:solidFill>
                  <a:srgbClr val="242A33"/>
                </a:solidFill>
                <a:latin typeface="Arial"/>
              </a:rPr>
              <a:t>— dead variable: </a:t>
            </a:r>
            <a:r>
              <a:rPr sz="2200">
                <a:solidFill>
                  <a:srgbClr val="242A33"/>
                </a:solidFill>
                <a:latin typeface="Arial"/>
              </a:rPr>
              <a:t>ManualStep</a:t>
            </a:r>
            <a:r>
              <a:rPr sz="2200">
                <a:solidFill>
                  <a:srgbClr val="242A33"/>
                </a:solidFill>
                <a:latin typeface="Arial"/>
              </a:rPr>
              <a:t> in Inspect, never used.</a:t>
            </a:r>
            <a:endParaRPr/>
          </a:p>
        </p:txBody>
      </p:sp>
      <p:sp>
        <p:nvSpPr>
          <p:cNvPr id="842678282" name="Title 2"/>
          <p:cNvSpPr>
            <a:spLocks noGrp="1"/>
          </p:cNvSpPr>
          <p:nvPr>
            <p:ph type="title"/>
          </p:nvPr>
        </p:nvSpPr>
        <p:spPr bwMode="auto"/>
        <p:txBody>
          <a:bodyPr/>
          <a:lstStyle/>
          <a:p>
            <a:pPr>
              <a:defRPr/>
            </a:pPr>
            <a:r>
              <a:rPr/>
              <a:t>Three identifiable drifts</a:t>
            </a:r>
            <a:endParaRPr/>
          </a:p>
        </p:txBody>
      </p:sp>
      <p:sp>
        <p:nvSpPr>
          <p:cNvPr id="2083058130"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1A WALKTHROUGH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690169" name="Title 1"/>
          <p:cNvSpPr>
            <a:spLocks noGrp="1"/>
          </p:cNvSpPr>
          <p:nvPr>
            <p:ph type="title"/>
          </p:nvPr>
        </p:nvSpPr>
        <p:spPr bwMode="auto"/>
        <p:txBody>
          <a:bodyPr/>
          <a:lstStyle/>
          <a:p>
            <a:pPr>
              <a:defRPr/>
            </a:pPr>
            <a:r>
              <a:rPr/>
              <a:t>Drift #1 — alarm-ack: edge vs level</a:t>
            </a:r>
            <a:endParaRPr/>
          </a:p>
        </p:txBody>
      </p:sp>
      <p:sp>
        <p:nvSpPr>
          <p:cNvPr id="318927486"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DRIFT #1</a:t>
            </a:r>
            <a:endParaRPr/>
          </a:p>
        </p:txBody>
      </p:sp>
      <p:sp>
        <p:nvSpPr>
          <p:cNvPr id="847233984" name="Rectangle 3"/>
          <p:cNvSpPr/>
          <p:nvPr/>
        </p:nvSpPr>
        <p:spPr bwMode="auto">
          <a:xfrm>
            <a:off x="0" y="1234440"/>
            <a:ext cx="10012680" cy="4892039"/>
          </a:xfrm>
          <a:prstGeom prst="rect">
            <a:avLst/>
          </a:prstGeom>
          <a:solidFill>
            <a:srgbClr val="1B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36675735" name="TextBox 4"/>
          <p:cNvSpPr txBox="1"/>
          <p:nvPr/>
        </p:nvSpPr>
        <p:spPr bwMode="auto">
          <a:xfrm>
            <a:off x="182880" y="1325880"/>
            <a:ext cx="2743200" cy="274320"/>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STRUCTURED TEXT</a:t>
            </a:r>
            <a:endParaRPr/>
          </a:p>
        </p:txBody>
      </p:sp>
      <p:sp>
        <p:nvSpPr>
          <p:cNvPr id="989117773" name="TextBox 5"/>
          <p:cNvSpPr txBox="1"/>
          <p:nvPr/>
        </p:nvSpPr>
        <p:spPr bwMode="auto">
          <a:xfrm>
            <a:off x="274320" y="1691640"/>
            <a:ext cx="9509760" cy="4297680"/>
          </a:xfrm>
          <a:prstGeom prst="rect">
            <a:avLst/>
          </a:prstGeom>
          <a:noFill/>
        </p:spPr>
        <p:txBody>
          <a:bodyPr wrap="square" lIns="0" tIns="0" rIns="0" bIns="0" anchor="t">
            <a:spAutoFit/>
          </a:bodyPr>
          <a:lstStyle/>
          <a:p>
            <a:pPr algn="l">
              <a:lnSpc>
                <a:spcPct val="125000"/>
              </a:lnSpc>
              <a:defRPr/>
            </a:pPr>
            <a:r>
              <a:rPr sz="1300" b="0" i="0">
                <a:solidFill>
                  <a:srgbClr val="E6E8EB"/>
                </a:solidFill>
                <a:latin typeface="Consolas"/>
              </a:rPr>
              <a:t>// FB_StationFill — uses R_TRIG (edge-triggered)</a:t>
            </a:r>
            <a:endParaRPr/>
          </a:p>
          <a:p>
            <a:pPr algn="l">
              <a:lnSpc>
                <a:spcPct val="125000"/>
              </a:lnSpc>
              <a:defRPr/>
            </a:pPr>
            <a:r>
              <a:rPr sz="1300" b="0" i="0">
                <a:solidFill>
                  <a:srgbClr val="E6E8EB"/>
                </a:solidFill>
                <a:latin typeface="Consolas"/>
              </a:rPr>
              <a:t>fbAckTrig(CLK := AlarmAck);</a:t>
            </a:r>
            <a:endParaRPr/>
          </a:p>
          <a:p>
            <a:pPr algn="l">
              <a:lnSpc>
                <a:spcPct val="125000"/>
              </a:lnSpc>
              <a:defRPr/>
            </a:pPr>
            <a:r>
              <a:rPr sz="1300" b="0" i="0">
                <a:solidFill>
                  <a:srgbClr val="E6E8EB"/>
                </a:solidFill>
                <a:latin typeface="Consolas"/>
              </a:rPr>
              <a:t>IF fbAckTrig.Q AND AlarmActive THEN</a:t>
            </a:r>
            <a:endParaRPr/>
          </a:p>
          <a:p>
            <a:pPr algn="l">
              <a:lnSpc>
                <a:spcPct val="125000"/>
              </a:lnSpc>
              <a:defRPr/>
            </a:pPr>
            <a:r>
              <a:rPr sz="1300" b="0" i="0">
                <a:solidFill>
                  <a:srgbClr val="E6E8EB"/>
                </a:solidFill>
                <a:latin typeface="Consolas"/>
              </a:rPr>
              <a:t>    AlarmActive := FALSE;</a:t>
            </a:r>
            <a:endParaRPr/>
          </a:p>
          <a:p>
            <a:pPr algn="l">
              <a:lnSpc>
                <a:spcPct val="125000"/>
              </a:lnSpc>
              <a:defRPr/>
            </a:pPr>
            <a:r>
              <a:rPr sz="1300" b="0" i="0">
                <a:solidFill>
                  <a:srgbClr val="E6E8EB"/>
                </a:solidFill>
                <a:latin typeface="Consolas"/>
              </a:rPr>
              <a:t>    AlarmCode   := 0;</a:t>
            </a:r>
            <a:endParaRPr/>
          </a:p>
          <a:p>
            <a:pPr algn="l">
              <a:lnSpc>
                <a:spcPct val="125000"/>
              </a:lnSpc>
              <a:defRPr/>
            </a:pPr>
            <a:r>
              <a:rPr sz="1300" b="0" i="0">
                <a:solidFill>
                  <a:srgbClr val="E6E8EB"/>
                </a:solidFill>
                <a:latin typeface="Consolas"/>
              </a:rPr>
              <a:t>END_IF</a:t>
            </a:r>
            <a:endParaRPr/>
          </a:p>
          <a:p>
            <a:pPr algn="l">
              <a:lnSpc>
                <a:spcPct val="125000"/>
              </a:lnSpc>
              <a:defRPr/>
            </a:pPr>
            <a:endParaRPr sz="1300" b="0" i="0">
              <a:solidFill>
                <a:srgbClr val="E6E8EB"/>
              </a:solidFill>
              <a:latin typeface="Consolas"/>
            </a:endParaRPr>
          </a:p>
          <a:p>
            <a:pPr algn="l">
              <a:lnSpc>
                <a:spcPct val="125000"/>
              </a:lnSpc>
              <a:defRPr/>
            </a:pPr>
            <a:r>
              <a:rPr sz="1300" b="0" i="0">
                <a:solidFill>
                  <a:srgbClr val="E6E8EB"/>
                </a:solidFill>
                <a:latin typeface="Consolas"/>
              </a:rPr>
              <a:t>// FB_StationCap — uses level (held-high)</a:t>
            </a:r>
            <a:endParaRPr/>
          </a:p>
          <a:p>
            <a:pPr algn="l">
              <a:lnSpc>
                <a:spcPct val="125000"/>
              </a:lnSpc>
              <a:defRPr/>
            </a:pPr>
            <a:r>
              <a:rPr sz="1300" b="0" i="0">
                <a:solidFill>
                  <a:srgbClr val="E6E8EB"/>
                </a:solidFill>
                <a:latin typeface="Consolas"/>
              </a:rPr>
              <a:t>IF AlarmAck AND AlarmActive THEN</a:t>
            </a:r>
            <a:endParaRPr/>
          </a:p>
          <a:p>
            <a:pPr algn="l">
              <a:lnSpc>
                <a:spcPct val="125000"/>
              </a:lnSpc>
              <a:defRPr/>
            </a:pPr>
            <a:r>
              <a:rPr sz="1300" b="0" i="0">
                <a:solidFill>
                  <a:srgbClr val="E6E8EB"/>
                </a:solidFill>
                <a:latin typeface="Consolas"/>
              </a:rPr>
              <a:t>    AlarmActive := FALSE;</a:t>
            </a:r>
            <a:endParaRPr/>
          </a:p>
          <a:p>
            <a:pPr algn="l">
              <a:lnSpc>
                <a:spcPct val="125000"/>
              </a:lnSpc>
              <a:defRPr/>
            </a:pPr>
            <a:r>
              <a:rPr sz="1300" b="0" i="0">
                <a:solidFill>
                  <a:srgbClr val="E6E8EB"/>
                </a:solidFill>
                <a:latin typeface="Consolas"/>
              </a:rPr>
              <a:t>    AlarmCode   := 0;</a:t>
            </a:r>
            <a:endParaRPr/>
          </a:p>
          <a:p>
            <a:pPr algn="l">
              <a:lnSpc>
                <a:spcPct val="125000"/>
              </a:lnSpc>
              <a:defRPr/>
            </a:pPr>
            <a:r>
              <a:rPr sz="1300" b="0" i="0">
                <a:solidFill>
                  <a:srgbClr val="E6E8EB"/>
                </a:solidFill>
                <a:latin typeface="Consolas"/>
              </a:rPr>
              <a:t>END_IF</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8721060" name="Title 1"/>
          <p:cNvSpPr>
            <a:spLocks noGrp="1"/>
          </p:cNvSpPr>
          <p:nvPr>
            <p:ph type="title"/>
          </p:nvPr>
        </p:nvSpPr>
        <p:spPr bwMode="auto"/>
        <p:txBody>
          <a:bodyPr/>
          <a:lstStyle/>
          <a:p>
            <a:pPr>
              <a:defRPr/>
            </a:pPr>
            <a:r>
              <a:rPr/>
              <a:t>Drift #2 — step numbering</a:t>
            </a:r>
            <a:endParaRPr/>
          </a:p>
        </p:txBody>
      </p:sp>
      <p:sp>
        <p:nvSpPr>
          <p:cNvPr id="2012342467"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DRIFT #2</a:t>
            </a:r>
            <a:endParaRPr/>
          </a:p>
        </p:txBody>
      </p:sp>
      <p:sp>
        <p:nvSpPr>
          <p:cNvPr id="1215470914" name="Rectangle 3"/>
          <p:cNvSpPr/>
          <p:nvPr/>
        </p:nvSpPr>
        <p:spPr bwMode="auto">
          <a:xfrm>
            <a:off x="0" y="1234440"/>
            <a:ext cx="10012680" cy="4892039"/>
          </a:xfrm>
          <a:prstGeom prst="rect">
            <a:avLst/>
          </a:prstGeom>
          <a:solidFill>
            <a:srgbClr val="1B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70293376" name="TextBox 4"/>
          <p:cNvSpPr txBox="1"/>
          <p:nvPr/>
        </p:nvSpPr>
        <p:spPr bwMode="auto">
          <a:xfrm>
            <a:off x="182880" y="1325880"/>
            <a:ext cx="2743200" cy="274320"/>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STRUCTURED TEXT</a:t>
            </a:r>
            <a:endParaRPr/>
          </a:p>
        </p:txBody>
      </p:sp>
      <p:sp>
        <p:nvSpPr>
          <p:cNvPr id="548672014" name="TextBox 5"/>
          <p:cNvSpPr txBox="1"/>
          <p:nvPr/>
        </p:nvSpPr>
        <p:spPr bwMode="auto">
          <a:xfrm>
            <a:off x="274320" y="1691640"/>
            <a:ext cx="9509760" cy="4297680"/>
          </a:xfrm>
          <a:prstGeom prst="rect">
            <a:avLst/>
          </a:prstGeom>
          <a:noFill/>
        </p:spPr>
        <p:txBody>
          <a:bodyPr wrap="square" lIns="0" tIns="0" rIns="0" bIns="0" anchor="t">
            <a:spAutoFit/>
          </a:bodyPr>
          <a:lstStyle/>
          <a:p>
            <a:pPr algn="l">
              <a:lnSpc>
                <a:spcPct val="125000"/>
              </a:lnSpc>
              <a:defRPr/>
            </a:pPr>
            <a:r>
              <a:rPr sz="1300" b="0" i="0">
                <a:solidFill>
                  <a:srgbClr val="E6E8EB"/>
                </a:solidFill>
                <a:latin typeface="Consolas"/>
              </a:rPr>
              <a:t>// FB_StationFill, Cap, Inspect — clean 0/10/20/30</a:t>
            </a:r>
            <a:endParaRPr/>
          </a:p>
          <a:p>
            <a:pPr algn="l">
              <a:lnSpc>
                <a:spcPct val="125000"/>
              </a:lnSpc>
              <a:defRPr/>
            </a:pPr>
            <a:r>
              <a:rPr sz="1300" b="0" i="0">
                <a:solidFill>
                  <a:srgbClr val="E6E8EB"/>
                </a:solidFill>
                <a:latin typeface="Consolas"/>
              </a:rPr>
              <a:t>CASE State OF</a:t>
            </a:r>
            <a:endParaRPr/>
          </a:p>
          <a:p>
            <a:pPr algn="l">
              <a:lnSpc>
                <a:spcPct val="125000"/>
              </a:lnSpc>
              <a:defRPr/>
            </a:pPr>
            <a:r>
              <a:rPr sz="1300" b="0" i="0">
                <a:solidFill>
                  <a:srgbClr val="E6E8EB"/>
                </a:solidFill>
                <a:latin typeface="Consolas"/>
              </a:rPr>
              <a:t>    0:   // idle</a:t>
            </a:r>
            <a:endParaRPr/>
          </a:p>
          <a:p>
            <a:pPr algn="l">
              <a:lnSpc>
                <a:spcPct val="125000"/>
              </a:lnSpc>
              <a:defRPr/>
            </a:pPr>
            <a:r>
              <a:rPr sz="1300" b="0" i="0">
                <a:solidFill>
                  <a:srgbClr val="E6E8EB"/>
                </a:solidFill>
                <a:latin typeface="Consolas"/>
              </a:rPr>
              <a:t>    10:  // run</a:t>
            </a:r>
            <a:endParaRPr/>
          </a:p>
          <a:p>
            <a:pPr algn="l">
              <a:lnSpc>
                <a:spcPct val="125000"/>
              </a:lnSpc>
              <a:defRPr/>
            </a:pPr>
            <a:r>
              <a:rPr sz="1300" b="0" i="0">
                <a:solidFill>
                  <a:srgbClr val="E6E8EB"/>
                </a:solidFill>
                <a:latin typeface="Consolas"/>
              </a:rPr>
              <a:t>    20:  // complete</a:t>
            </a:r>
            <a:endParaRPr/>
          </a:p>
          <a:p>
            <a:pPr algn="l">
              <a:lnSpc>
                <a:spcPct val="125000"/>
              </a:lnSpc>
              <a:defRPr/>
            </a:pPr>
            <a:r>
              <a:rPr sz="1300" b="0" i="0">
                <a:solidFill>
                  <a:srgbClr val="E6E8EB"/>
                </a:solidFill>
                <a:latin typeface="Consolas"/>
              </a:rPr>
              <a:t>    30:  // fault</a:t>
            </a:r>
            <a:endParaRPr/>
          </a:p>
          <a:p>
            <a:pPr algn="l">
              <a:lnSpc>
                <a:spcPct val="125000"/>
              </a:lnSpc>
              <a:defRPr/>
            </a:pPr>
            <a:r>
              <a:rPr sz="1300" b="0" i="0">
                <a:solidFill>
                  <a:srgbClr val="E6E8EB"/>
                </a:solidFill>
                <a:latin typeface="Consolas"/>
              </a:rPr>
              <a:t>END_CASE</a:t>
            </a:r>
            <a:endParaRPr/>
          </a:p>
          <a:p>
            <a:pPr algn="l">
              <a:lnSpc>
                <a:spcPct val="125000"/>
              </a:lnSpc>
              <a:defRPr/>
            </a:pPr>
            <a:endParaRPr sz="1300" b="0" i="0">
              <a:solidFill>
                <a:srgbClr val="E6E8EB"/>
              </a:solidFill>
              <a:latin typeface="Consolas"/>
            </a:endParaRPr>
          </a:p>
          <a:p>
            <a:pPr algn="l">
              <a:lnSpc>
                <a:spcPct val="125000"/>
              </a:lnSpc>
              <a:defRPr/>
            </a:pPr>
            <a:r>
              <a:rPr sz="1300" b="0" i="0">
                <a:solidFill>
                  <a:srgbClr val="E6E8EB"/>
                </a:solidFill>
                <a:latin typeface="Consolas"/>
              </a:rPr>
              <a:t>// FB_StationLabel — uses 100/200/300</a:t>
            </a:r>
            <a:endParaRPr/>
          </a:p>
          <a:p>
            <a:pPr algn="l">
              <a:lnSpc>
                <a:spcPct val="125000"/>
              </a:lnSpc>
              <a:defRPr/>
            </a:pPr>
            <a:r>
              <a:rPr sz="1300" b="0" i="0">
                <a:solidFill>
                  <a:srgbClr val="E6E8EB"/>
                </a:solidFill>
                <a:latin typeface="Consolas"/>
              </a:rPr>
              <a:t>CASE State OF</a:t>
            </a:r>
            <a:endParaRPr/>
          </a:p>
          <a:p>
            <a:pPr algn="l">
              <a:lnSpc>
                <a:spcPct val="125000"/>
              </a:lnSpc>
              <a:defRPr/>
            </a:pPr>
            <a:r>
              <a:rPr sz="1300" b="0" i="0">
                <a:solidFill>
                  <a:srgbClr val="E6E8EB"/>
                </a:solidFill>
                <a:latin typeface="Consolas"/>
              </a:rPr>
              <a:t>    0:    // idle</a:t>
            </a:r>
            <a:endParaRPr/>
          </a:p>
          <a:p>
            <a:pPr algn="l">
              <a:lnSpc>
                <a:spcPct val="125000"/>
              </a:lnSpc>
              <a:defRPr/>
            </a:pPr>
            <a:r>
              <a:rPr sz="1300" b="0" i="0">
                <a:solidFill>
                  <a:srgbClr val="E6E8EB"/>
                </a:solidFill>
                <a:latin typeface="Consolas"/>
              </a:rPr>
              <a:t>    100:  // run</a:t>
            </a:r>
            <a:endParaRPr/>
          </a:p>
          <a:p>
            <a:pPr algn="l">
              <a:lnSpc>
                <a:spcPct val="125000"/>
              </a:lnSpc>
              <a:defRPr/>
            </a:pPr>
            <a:r>
              <a:rPr sz="1300" b="0" i="0">
                <a:solidFill>
                  <a:srgbClr val="E6E8EB"/>
                </a:solidFill>
                <a:latin typeface="Consolas"/>
              </a:rPr>
              <a:t>    200:  // complete</a:t>
            </a:r>
            <a:endParaRPr/>
          </a:p>
          <a:p>
            <a:pPr algn="l">
              <a:lnSpc>
                <a:spcPct val="125000"/>
              </a:lnSpc>
              <a:defRPr/>
            </a:pPr>
            <a:r>
              <a:rPr sz="1300" b="0" i="0">
                <a:solidFill>
                  <a:srgbClr val="E6E8EB"/>
                </a:solidFill>
                <a:latin typeface="Consolas"/>
              </a:rPr>
              <a:t>    300:  // fault</a:t>
            </a:r>
            <a:endParaRPr/>
          </a:p>
          <a:p>
            <a:pPr algn="l">
              <a:lnSpc>
                <a:spcPct val="125000"/>
              </a:lnSpc>
              <a:defRPr/>
            </a:pPr>
            <a:r>
              <a:rPr sz="1300" b="0" i="0">
                <a:solidFill>
                  <a:srgbClr val="E6E8EB"/>
                </a:solidFill>
                <a:latin typeface="Consolas"/>
              </a:rPr>
              <a:t>END_CASE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4793769" name="Title 1"/>
          <p:cNvSpPr>
            <a:spLocks noGrp="1"/>
          </p:cNvSpPr>
          <p:nvPr>
            <p:ph type="title"/>
          </p:nvPr>
        </p:nvSpPr>
        <p:spPr bwMode="auto"/>
        <p:txBody>
          <a:bodyPr/>
          <a:lstStyle/>
          <a:p>
            <a:pPr>
              <a:defRPr/>
            </a:pPr>
            <a:r>
              <a:rPr/>
              <a:t>Drift #3 — dead variable</a:t>
            </a:r>
            <a:endParaRPr/>
          </a:p>
        </p:txBody>
      </p:sp>
      <p:sp>
        <p:nvSpPr>
          <p:cNvPr id="600731657"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DRIFT #3</a:t>
            </a:r>
            <a:endParaRPr/>
          </a:p>
        </p:txBody>
      </p:sp>
      <p:sp>
        <p:nvSpPr>
          <p:cNvPr id="1184924806" name="Rectangle 3"/>
          <p:cNvSpPr/>
          <p:nvPr/>
        </p:nvSpPr>
        <p:spPr bwMode="auto">
          <a:xfrm>
            <a:off x="0" y="1234440"/>
            <a:ext cx="10012680" cy="4892039"/>
          </a:xfrm>
          <a:prstGeom prst="rect">
            <a:avLst/>
          </a:prstGeom>
          <a:solidFill>
            <a:srgbClr val="1B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49990914" name="TextBox 4"/>
          <p:cNvSpPr txBox="1"/>
          <p:nvPr/>
        </p:nvSpPr>
        <p:spPr bwMode="auto">
          <a:xfrm>
            <a:off x="182880" y="1325880"/>
            <a:ext cx="2743200" cy="274320"/>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STRUCTURED TEXT</a:t>
            </a:r>
            <a:endParaRPr/>
          </a:p>
        </p:txBody>
      </p:sp>
      <p:sp>
        <p:nvSpPr>
          <p:cNvPr id="521605935" name="TextBox 5"/>
          <p:cNvSpPr txBox="1"/>
          <p:nvPr/>
        </p:nvSpPr>
        <p:spPr bwMode="auto">
          <a:xfrm>
            <a:off x="274320" y="1691640"/>
            <a:ext cx="9509760" cy="4297680"/>
          </a:xfrm>
          <a:prstGeom prst="rect">
            <a:avLst/>
          </a:prstGeom>
          <a:noFill/>
        </p:spPr>
        <p:txBody>
          <a:bodyPr wrap="square" lIns="0" tIns="0" rIns="0" bIns="0" anchor="t">
            <a:spAutoFit/>
          </a:bodyPr>
          <a:lstStyle/>
          <a:p>
            <a:pPr algn="l">
              <a:lnSpc>
                <a:spcPct val="125000"/>
              </a:lnSpc>
              <a:defRPr/>
            </a:pPr>
            <a:r>
              <a:rPr sz="1600" b="0" i="0">
                <a:solidFill>
                  <a:srgbClr val="E6E8EB"/>
                </a:solidFill>
                <a:latin typeface="Consolas"/>
              </a:rPr>
              <a:t>// FB_StationInspect — declared, never read, never written</a:t>
            </a:r>
            <a:endParaRPr/>
          </a:p>
          <a:p>
            <a:pPr algn="l">
              <a:lnSpc>
                <a:spcPct val="125000"/>
              </a:lnSpc>
              <a:defRPr/>
            </a:pPr>
            <a:r>
              <a:rPr sz="1600" b="0" i="0">
                <a:solidFill>
                  <a:srgbClr val="E6E8EB"/>
                </a:solidFill>
                <a:latin typeface="Consolas"/>
              </a:rPr>
              <a:t>VAR</a:t>
            </a:r>
            <a:endParaRPr/>
          </a:p>
          <a:p>
            <a:pPr algn="l">
              <a:lnSpc>
                <a:spcPct val="125000"/>
              </a:lnSpc>
              <a:defRPr/>
            </a:pPr>
            <a:r>
              <a:rPr sz="1600" b="0" i="0">
                <a:solidFill>
                  <a:srgbClr val="E6E8EB"/>
                </a:solidFill>
                <a:latin typeface="Consolas"/>
              </a:rPr>
              <a:t>    State           : INT;</a:t>
            </a:r>
            <a:endParaRPr/>
          </a:p>
          <a:p>
            <a:pPr algn="l">
              <a:lnSpc>
                <a:spcPct val="125000"/>
              </a:lnSpc>
              <a:defRPr/>
            </a:pPr>
            <a:r>
              <a:rPr sz="1600" b="0" i="0">
                <a:solidFill>
                  <a:srgbClr val="E6E8EB"/>
                </a:solidFill>
                <a:latin typeface="Consolas"/>
              </a:rPr>
              <a:t>    AlarmActive     : BOOL;</a:t>
            </a:r>
            <a:endParaRPr/>
          </a:p>
          <a:p>
            <a:pPr algn="l">
              <a:lnSpc>
                <a:spcPct val="125000"/>
              </a:lnSpc>
              <a:defRPr/>
            </a:pPr>
            <a:r>
              <a:rPr sz="1600" b="0" i="0">
                <a:solidFill>
                  <a:srgbClr val="E6E8EB"/>
                </a:solidFill>
                <a:latin typeface="Consolas"/>
              </a:rPr>
              <a:t>    AlarmCode       : INT;</a:t>
            </a:r>
            <a:endParaRPr/>
          </a:p>
          <a:p>
            <a:pPr algn="l">
              <a:lnSpc>
                <a:spcPct val="125000"/>
              </a:lnSpc>
              <a:defRPr/>
            </a:pPr>
            <a:r>
              <a:rPr sz="1600" b="0" i="0">
                <a:solidFill>
                  <a:srgbClr val="E6E8EB"/>
                </a:solidFill>
                <a:latin typeface="Consolas"/>
              </a:rPr>
              <a:t>    ManualStep      : INT;   // &lt;-- nothing in this FB references it</a:t>
            </a:r>
            <a:endParaRPr/>
          </a:p>
          <a:p>
            <a:pPr algn="l">
              <a:lnSpc>
                <a:spcPct val="125000"/>
              </a:lnSpc>
              <a:defRPr/>
            </a:pPr>
            <a:r>
              <a:rPr sz="1600" b="0" i="0">
                <a:solidFill>
                  <a:srgbClr val="E6E8EB"/>
                </a:solidFill>
                <a:latin typeface="Consolas"/>
              </a:rPr>
              <a:t>    PartPresent     : BOOL;</a:t>
            </a:r>
            <a:endParaRPr/>
          </a:p>
          <a:p>
            <a:pPr algn="l">
              <a:lnSpc>
                <a:spcPct val="125000"/>
              </a:lnSpc>
              <a:defRPr/>
            </a:pPr>
            <a:r>
              <a:rPr sz="1600" b="0" i="0">
                <a:solidFill>
                  <a:srgbClr val="E6E8EB"/>
                </a:solidFill>
                <a:latin typeface="Consolas"/>
              </a:rPr>
              <a:t>    Result          : BOOL;</a:t>
            </a:r>
            <a:endParaRPr/>
          </a:p>
          <a:p>
            <a:pPr algn="l">
              <a:lnSpc>
                <a:spcPct val="125000"/>
              </a:lnSpc>
              <a:defRPr/>
            </a:pPr>
            <a:r>
              <a:rPr sz="1600" b="0" i="0">
                <a:solidFill>
                  <a:srgbClr val="E6E8EB"/>
                </a:solidFill>
                <a:latin typeface="Consolas"/>
              </a:rPr>
              <a:t>END_VAR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1138649208" name="Title 1"/>
          <p:cNvSpPr>
            <a:spLocks noGrp="1"/>
          </p:cNvSpPr>
          <p:nvPr>
            <p:ph type="title"/>
          </p:nvPr>
        </p:nvSpPr>
        <p:spPr bwMode="auto"/>
        <p:txBody>
          <a:bodyPr/>
          <a:lstStyle/>
          <a:p>
            <a:pPr>
              <a:defRPr/>
            </a:pPr>
            <a:r>
              <a:rPr/>
              <a:t>Block 1 · 1A discussion</a:t>
            </a:r>
            <a:endParaRPr/>
          </a:p>
        </p:txBody>
      </p:sp>
      <p:sp>
        <p:nvSpPr>
          <p:cNvPr id="1096107446" name="Rectangle 2"/>
          <p:cNvSpPr/>
          <p:nvPr/>
        </p:nvSpPr>
        <p:spPr bwMode="auto">
          <a:xfrm>
            <a:off x="0" y="1088136"/>
            <a:ext cx="10140696" cy="5330952"/>
          </a:xfrm>
          <a:prstGeom prst="rect">
            <a:avLst/>
          </a:prstGeom>
          <a:solidFill>
            <a:srgbClr val="E5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9960892" name="TextBox 3"/>
          <p:cNvSpPr txBox="1"/>
          <p:nvPr/>
        </p:nvSpPr>
        <p:spPr bwMode="auto">
          <a:xfrm>
            <a:off x="91440" y="1097280"/>
            <a:ext cx="1828800" cy="2011680"/>
          </a:xfrm>
          <a:prstGeom prst="rect">
            <a:avLst/>
          </a:prstGeom>
          <a:noFill/>
        </p:spPr>
        <p:txBody>
          <a:bodyPr wrap="square" lIns="0" tIns="0" rIns="0" bIns="0" anchor="t">
            <a:spAutoFit/>
          </a:bodyPr>
          <a:lstStyle/>
          <a:p>
            <a:pPr algn="l">
              <a:lnSpc>
                <a:spcPct val="114999"/>
              </a:lnSpc>
              <a:defRPr/>
            </a:pPr>
            <a:r>
              <a:rPr sz="16000" b="0" i="0">
                <a:solidFill>
                  <a:srgbClr val="770000"/>
                </a:solidFill>
                <a:latin typeface="Georgia"/>
              </a:rPr>
              <a:t>“</a:t>
            </a:r>
            <a:endParaRPr/>
          </a:p>
        </p:txBody>
      </p:sp>
      <p:sp>
        <p:nvSpPr>
          <p:cNvPr id="617891732" name="TextBox 4"/>
          <p:cNvSpPr txBox="1"/>
          <p:nvPr/>
        </p:nvSpPr>
        <p:spPr bwMode="auto">
          <a:xfrm>
            <a:off x="1371600" y="1645920"/>
            <a:ext cx="8503920" cy="3657600"/>
          </a:xfrm>
          <a:prstGeom prst="rect">
            <a:avLst/>
          </a:prstGeom>
          <a:noFill/>
        </p:spPr>
        <p:txBody>
          <a:bodyPr wrap="square" lIns="0" tIns="0" rIns="0" bIns="0" anchor="t">
            <a:spAutoFit/>
          </a:bodyPr>
          <a:lstStyle/>
          <a:p>
            <a:pPr algn="l">
              <a:lnSpc>
                <a:spcPct val="130000"/>
              </a:lnSpc>
              <a:defRPr/>
            </a:pPr>
            <a:r>
              <a:rPr sz="2800" b="0" i="1">
                <a:solidFill>
                  <a:srgbClr val="414D5C"/>
                </a:solidFill>
                <a:latin typeface="Arial"/>
              </a:rPr>
              <a:t>Anyone here written something that looks like this in the last six months?</a:t>
            </a:r>
            <a:endParaRPr/>
          </a:p>
        </p:txBody>
      </p:sp>
      <p:sp>
        <p:nvSpPr>
          <p:cNvPr id="1518321540" name="TextBox 5"/>
          <p:cNvSpPr txBox="1"/>
          <p:nvPr/>
        </p:nvSpPr>
        <p:spPr bwMode="auto">
          <a:xfrm>
            <a:off x="1371600" y="5760720"/>
            <a:ext cx="8503920" cy="502920"/>
          </a:xfrm>
          <a:prstGeom prst="rect">
            <a:avLst/>
          </a:prstGeom>
          <a:noFill/>
        </p:spPr>
        <p:txBody>
          <a:bodyPr wrap="square" lIns="0" tIns="0" rIns="0" bIns="0" anchor="t">
            <a:spAutoFit/>
          </a:bodyPr>
          <a:lstStyle/>
          <a:p>
            <a:pPr algn="l">
              <a:lnSpc>
                <a:spcPct val="114999"/>
              </a:lnSpc>
              <a:defRPr/>
            </a:pPr>
            <a:r>
              <a:rPr sz="1400" b="0" i="0">
                <a:solidFill>
                  <a:srgbClr val="627186"/>
                </a:solidFill>
                <a:latin typeface="Arial"/>
              </a:rPr>
              <a:t>— Hold on to that feeling — we're about to make it worse.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1140269190" name="Title 1"/>
          <p:cNvSpPr>
            <a:spLocks noGrp="1"/>
          </p:cNvSpPr>
          <p:nvPr>
            <p:ph type="title"/>
          </p:nvPr>
        </p:nvSpPr>
        <p:spPr bwMode="auto"/>
        <p:txBody>
          <a:bodyPr/>
          <a:lstStyle/>
          <a:p>
            <a:pPr>
              <a:defRPr/>
            </a:pPr>
            <a:r>
              <a:rPr lang="en-US"/>
              <a:t>Anticipated Feedback from Customer</a:t>
            </a:r>
            <a:endParaRPr/>
          </a:p>
        </p:txBody>
      </p:sp>
      <p:sp>
        <p:nvSpPr>
          <p:cNvPr id="709722728"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EF0000"/>
                </a:solidFill>
                <a:latin typeface="Arial"/>
              </a:rPr>
              <a:t>BLOCK 1 · 1A PRE-EMPTIVE PUSHBACK</a:t>
            </a:r>
            <a:endParaRPr/>
          </a:p>
        </p:txBody>
      </p:sp>
      <p:sp>
        <p:nvSpPr>
          <p:cNvPr id="646139651" name="Rectangle 3"/>
          <p:cNvSpPr/>
          <p:nvPr/>
        </p:nvSpPr>
        <p:spPr bwMode="auto">
          <a:xfrm>
            <a:off x="0" y="1188720"/>
            <a:ext cx="10012680" cy="1874519"/>
          </a:xfrm>
          <a:prstGeom prst="rect">
            <a:avLst/>
          </a:prstGeom>
          <a:solidFill>
            <a:srgbClr val="E5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86890369" name="Rectangle 4"/>
          <p:cNvSpPr/>
          <p:nvPr/>
        </p:nvSpPr>
        <p:spPr bwMode="auto">
          <a:xfrm>
            <a:off x="0" y="1188720"/>
            <a:ext cx="91440" cy="1874519"/>
          </a:xfrm>
          <a:prstGeom prst="rect">
            <a:avLst/>
          </a:prstGeom>
          <a:solidFill>
            <a:srgbClr val="E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83441127" name="TextBox 5"/>
          <p:cNvSpPr txBox="1"/>
          <p:nvPr/>
        </p:nvSpPr>
        <p:spPr bwMode="auto">
          <a:xfrm>
            <a:off x="274320" y="1325880"/>
            <a:ext cx="9601200" cy="320040"/>
          </a:xfrm>
          <a:prstGeom prst="rect">
            <a:avLst/>
          </a:prstGeom>
          <a:noFill/>
        </p:spPr>
        <p:txBody>
          <a:bodyPr wrap="square" lIns="0" tIns="0" rIns="0" bIns="0" anchor="t">
            <a:spAutoFit/>
          </a:bodyPr>
          <a:lstStyle/>
          <a:p>
            <a:pPr algn="l">
              <a:lnSpc>
                <a:spcPct val="114999"/>
              </a:lnSpc>
              <a:defRPr/>
            </a:pPr>
            <a:r>
              <a:rPr sz="1100" b="1" i="0">
                <a:solidFill>
                  <a:srgbClr val="EF0000"/>
                </a:solidFill>
                <a:latin typeface="Arial"/>
              </a:rPr>
              <a:t>CUSTOMER</a:t>
            </a:r>
            <a:endParaRPr/>
          </a:p>
        </p:txBody>
      </p:sp>
      <p:sp>
        <p:nvSpPr>
          <p:cNvPr id="505467651" name="TextBox 6"/>
          <p:cNvSpPr txBox="1"/>
          <p:nvPr/>
        </p:nvSpPr>
        <p:spPr bwMode="auto">
          <a:xfrm>
            <a:off x="274320" y="1691640"/>
            <a:ext cx="9601200" cy="1325880"/>
          </a:xfrm>
          <a:prstGeom prst="rect">
            <a:avLst/>
          </a:prstGeom>
          <a:noFill/>
        </p:spPr>
        <p:txBody>
          <a:bodyPr wrap="square" lIns="0" tIns="0" rIns="0" bIns="0" anchor="t">
            <a:spAutoFit/>
          </a:bodyPr>
          <a:lstStyle/>
          <a:p>
            <a:pPr algn="l">
              <a:lnSpc>
                <a:spcPct val="130000"/>
              </a:lnSpc>
              <a:defRPr/>
            </a:pPr>
            <a:r>
              <a:rPr sz="1800" b="0" i="1">
                <a:solidFill>
                  <a:srgbClr val="414D5C"/>
                </a:solidFill>
                <a:latin typeface="Arial"/>
              </a:rPr>
              <a:t>This is fine. We've shipped 50 machines like this. Why are we changing it?</a:t>
            </a:r>
            <a:endParaRPr/>
          </a:p>
        </p:txBody>
      </p:sp>
      <p:sp>
        <p:nvSpPr>
          <p:cNvPr id="456312361" name="Rectangle 7"/>
          <p:cNvSpPr/>
          <p:nvPr/>
        </p:nvSpPr>
        <p:spPr bwMode="auto">
          <a:xfrm>
            <a:off x="0" y="3246120"/>
            <a:ext cx="10012680" cy="3063240"/>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6346001" name="Rectangle 8"/>
          <p:cNvSpPr/>
          <p:nvPr/>
        </p:nvSpPr>
        <p:spPr bwMode="auto">
          <a:xfrm>
            <a:off x="0" y="3246120"/>
            <a:ext cx="91440" cy="306324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70433587" name="TextBox 9"/>
          <p:cNvSpPr txBox="1"/>
          <p:nvPr/>
        </p:nvSpPr>
        <p:spPr bwMode="auto">
          <a:xfrm>
            <a:off x="274320" y="3383280"/>
            <a:ext cx="9601200" cy="320040"/>
          </a:xfrm>
          <a:prstGeom prst="rect">
            <a:avLst/>
          </a:prstGeom>
          <a:noFill/>
        </p:spPr>
        <p:txBody>
          <a:bodyPr wrap="square" lIns="0" tIns="0" rIns="0" bIns="0" anchor="t">
            <a:spAutoFit/>
          </a:bodyPr>
          <a:lstStyle/>
          <a:p>
            <a:pPr algn="l">
              <a:lnSpc>
                <a:spcPct val="114999"/>
              </a:lnSpc>
              <a:defRPr/>
            </a:pPr>
            <a:r>
              <a:rPr sz="1100" b="1" i="0">
                <a:solidFill>
                  <a:srgbClr val="2D76AD"/>
                </a:solidFill>
                <a:latin typeface="Arial"/>
              </a:rPr>
              <a:t>FAE ANSWER</a:t>
            </a:r>
            <a:endParaRPr/>
          </a:p>
        </p:txBody>
      </p:sp>
      <p:sp>
        <p:nvSpPr>
          <p:cNvPr id="340926826" name="TextBox 10"/>
          <p:cNvSpPr txBox="1"/>
          <p:nvPr/>
        </p:nvSpPr>
        <p:spPr bwMode="auto">
          <a:xfrm>
            <a:off x="274320" y="3749040"/>
            <a:ext cx="9601200" cy="2468880"/>
          </a:xfrm>
          <a:prstGeom prst="rect">
            <a:avLst/>
          </a:prstGeom>
          <a:noFill/>
        </p:spPr>
        <p:txBody>
          <a:bodyPr wrap="square" lIns="0" tIns="0" rIns="0" bIns="0" anchor="t">
            <a:spAutoFit/>
          </a:bodyPr>
          <a:lstStyle/>
          <a:p>
            <a:pPr algn="l">
              <a:lnSpc>
                <a:spcPct val="135000"/>
              </a:lnSpc>
              <a:defRPr/>
            </a:pPr>
            <a:r>
              <a:rPr sz="1700" b="0" i="0">
                <a:solidFill>
                  <a:srgbClr val="FFFFFF"/>
                </a:solidFill>
                <a:latin typeface="Arial"/>
              </a:rPr>
              <a:t>You're right — it's fine for one machine. We're going to look at what happens when the same change has to land in four files instead of one. If that's never happened to you, this workshop won't change your mind. If it has, you'll recognize the pain.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4686128" name="Text Placeholder 1"/>
          <p:cNvSpPr>
            <a:spLocks noGrp="1"/>
          </p:cNvSpPr>
          <p:nvPr>
            <p:ph type="body" sz="quarter" idx="15"/>
          </p:nvPr>
        </p:nvSpPr>
        <p:spPr bwMode="auto">
          <a:xfrm>
            <a:off x="3" y="1090799"/>
            <a:ext cx="6095997" cy="5331600"/>
          </a:xfrm>
        </p:spPr>
        <p:txBody>
          <a:bodyPr wrap="square"/>
          <a:lstStyle/>
          <a:p>
            <a:pPr marL="0" indent="0" algn="l">
              <a:lnSpc>
                <a:spcPct val="130000"/>
              </a:lnSpc>
              <a:buNone/>
              <a:defRPr/>
            </a:pPr>
            <a:r>
              <a:rPr sz="2200" b="1">
                <a:solidFill>
                  <a:srgbClr val="770000"/>
                </a:solidFill>
                <a:latin typeface="Arial"/>
              </a:rPr>
              <a:t>Goal:</a:t>
            </a:r>
            <a:endParaRPr/>
          </a:p>
          <a:p>
            <a:pPr algn="l">
              <a:lnSpc>
                <a:spcPct val="130000"/>
              </a:lnSpc>
              <a:defRPr/>
            </a:pPr>
            <a:r>
              <a:rPr sz="2200" b="1">
                <a:solidFill>
                  <a:srgbClr val="770000"/>
                </a:solidFill>
                <a:latin typeface="Arial"/>
              </a:rPr>
              <a:t>  </a:t>
            </a:r>
            <a:r>
              <a:rPr sz="2200">
                <a:solidFill>
                  <a:srgbClr val="242A33"/>
                </a:solidFill>
                <a:latin typeface="Arial"/>
              </a:rPr>
              <a:t>Add a </a:t>
            </a:r>
            <a:r>
              <a:rPr sz="2200" b="1">
                <a:solidFill>
                  <a:srgbClr val="242A33"/>
                </a:solidFill>
                <a:latin typeface="Arial"/>
              </a:rPr>
              <a:t>ModePause</a:t>
            </a:r>
            <a:r>
              <a:rPr sz="2200">
                <a:solidFill>
                  <a:srgbClr val="242A33"/>
                </a:solidFill>
                <a:latin typeface="Arial"/>
              </a:rPr>
              <a:t> input mimicking 	</a:t>
            </a:r>
            <a:r>
              <a:rPr>
                <a:solidFill>
                  <a:srgbClr val="242A33"/>
                </a:solidFill>
                <a:latin typeface="Arial"/>
              </a:rPr>
              <a:t>ModeAuto</a:t>
            </a:r>
            <a:r>
              <a:rPr>
                <a:solidFill>
                  <a:srgbClr val="242A33"/>
                </a:solidFill>
                <a:latin typeface="Arial"/>
              </a:rPr>
              <a:t> and </a:t>
            </a:r>
            <a:r>
              <a:rPr>
                <a:solidFill>
                  <a:srgbClr val="242A33"/>
                </a:solidFill>
                <a:latin typeface="Arial"/>
              </a:rPr>
              <a:t>ModeManual</a:t>
            </a:r>
            <a:endParaRPr>
              <a:solidFill>
                <a:srgbClr val="242A33"/>
              </a:solidFill>
              <a:latin typeface="Arial"/>
            </a:endParaRPr>
          </a:p>
          <a:p>
            <a:pPr>
              <a:lnSpc>
                <a:spcPct val="130000"/>
              </a:lnSpc>
              <a:defRPr/>
            </a:pPr>
            <a:r>
              <a:rPr lang="en-US" b="1">
                <a:solidFill>
                  <a:srgbClr val="770000"/>
                </a:solidFill>
              </a:rPr>
              <a:t>  </a:t>
            </a:r>
            <a:r>
              <a:rPr lang="en-US">
                <a:solidFill>
                  <a:srgbClr val="242A33"/>
                </a:solidFill>
              </a:rPr>
              <a:t>Every station holds when </a:t>
            </a:r>
            <a:r>
              <a:rPr lang="en-US">
                <a:solidFill>
                  <a:srgbClr val="242A33"/>
                </a:solidFill>
              </a:rPr>
              <a:t>ModePause</a:t>
            </a:r>
            <a:r>
              <a:rPr lang="en-US">
                <a:solidFill>
                  <a:srgbClr val="242A33"/>
                </a:solidFill>
              </a:rPr>
              <a:t> 	is </a:t>
            </a:r>
            <a:r>
              <a:rPr lang="en-US" b="1">
                <a:solidFill>
                  <a:srgbClr val="242A33"/>
                </a:solidFill>
              </a:rPr>
              <a:t>TRUE</a:t>
            </a:r>
            <a:r>
              <a:rPr lang="en-US">
                <a:solidFill>
                  <a:srgbClr val="242A33"/>
                </a:solidFill>
              </a:rPr>
              <a:t>.</a:t>
            </a:r>
            <a:endParaRPr>
              <a:solidFill>
                <a:srgbClr val="242A33"/>
              </a:solidFill>
              <a:latin typeface="Arial"/>
            </a:endParaRPr>
          </a:p>
          <a:p>
            <a:pPr>
              <a:lnSpc>
                <a:spcPct val="130000"/>
              </a:lnSpc>
              <a:spcBef>
                <a:spcPts val="400"/>
              </a:spcBef>
              <a:defRPr/>
            </a:pPr>
            <a:r>
              <a:rPr sz="2200" b="1">
                <a:solidFill>
                  <a:srgbClr val="770000"/>
                </a:solidFill>
                <a:latin typeface="Arial"/>
              </a:rPr>
              <a:t>  </a:t>
            </a:r>
            <a:r>
              <a:rPr sz="2200" b="1">
                <a:solidFill>
                  <a:srgbClr val="242A33"/>
                </a:solidFill>
                <a:latin typeface="Arial"/>
              </a:rPr>
              <a:t>Exception </a:t>
            </a:r>
            <a:r>
              <a:rPr sz="2200">
                <a:solidFill>
                  <a:srgbClr val="242A33"/>
                </a:solidFill>
                <a:latin typeface="Arial"/>
              </a:rPr>
              <a:t>— Fill must ignore Pause 	mid-cycle.</a:t>
            </a:r>
            <a:r>
              <a:rPr lang="en-US"/>
              <a:t> </a:t>
            </a:r>
            <a:endParaRPr sz="2200">
              <a:solidFill>
                <a:srgbClr val="242A33"/>
              </a:solidFill>
              <a:latin typeface="Arial"/>
            </a:endParaRPr>
          </a:p>
        </p:txBody>
      </p:sp>
      <p:sp>
        <p:nvSpPr>
          <p:cNvPr id="1696918162" name="Title 2"/>
          <p:cNvSpPr>
            <a:spLocks noGrp="1"/>
          </p:cNvSpPr>
          <p:nvPr>
            <p:ph type="title"/>
          </p:nvPr>
        </p:nvSpPr>
        <p:spPr bwMode="auto"/>
        <p:txBody>
          <a:bodyPr/>
          <a:lstStyle/>
          <a:p>
            <a:pPr>
              <a:defRPr/>
            </a:pPr>
            <a:r>
              <a:rPr/>
              <a:t>Lab 1B: CR-1  ·  Add a Pause mode</a:t>
            </a:r>
            <a:endParaRPr/>
          </a:p>
        </p:txBody>
      </p:sp>
      <p:sp>
        <p:nvSpPr>
          <p:cNvPr id="395191151"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1B  ·  CR-1 HANDS-ON (20 MIN)</a:t>
            </a:r>
            <a:endParaRPr/>
          </a:p>
        </p:txBody>
      </p:sp>
      <p:sp>
        <p:nvSpPr>
          <p:cNvPr id="175647697" name="Text Placeholder 1"/>
          <p:cNvSpPr txBox="1"/>
          <p:nvPr/>
        </p:nvSpPr>
        <p:spPr bwMode="gray">
          <a:xfrm>
            <a:off x="6400803" y="1069200"/>
            <a:ext cx="5562597" cy="5331600"/>
          </a:xfrm>
          <a:prstGeom prst="rect">
            <a:avLst/>
          </a:prstGeom>
        </p:spPr>
        <p:txBody>
          <a:bodyPr vert="horz" wrap="square" lIns="450000" tIns="190800" rIns="91440" bIns="45720" rtlCol="0">
            <a:noAutofit/>
          </a:bodyPr>
          <a:lstStyle>
            <a:lvl1pPr marL="266700" marR="0" indent="-266700" algn="l" defTabSz="914400" rtl="0">
              <a:lnSpc>
                <a:spcPct val="100000"/>
              </a:lnSpc>
              <a:spcBef>
                <a:spcPts val="600"/>
              </a:spcBef>
              <a:spcAft>
                <a:spcPts val="0"/>
              </a:spcAft>
              <a:buClrTx/>
              <a:buSzTx/>
              <a:buFont typeface="Wingdings"/>
              <a:buChar char="§"/>
              <a:defRPr lang="en-US"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a:lstStyle>
          <a:p>
            <a:pPr marL="0" indent="0">
              <a:lnSpc>
                <a:spcPct val="130000"/>
              </a:lnSpc>
              <a:buFont typeface="Wingdings"/>
              <a:buNone/>
              <a:defRPr/>
            </a:pPr>
            <a:r>
              <a:rPr lang="en-US" b="1">
                <a:solidFill>
                  <a:srgbClr val="770000"/>
                </a:solidFill>
                <a:latin typeface="Arial"/>
              </a:rPr>
              <a:t>Instructions:</a:t>
            </a:r>
            <a:endParaRPr/>
          </a:p>
          <a:p>
            <a:pPr>
              <a:lnSpc>
                <a:spcPct val="130000"/>
              </a:lnSpc>
              <a:defRPr/>
            </a:pPr>
            <a:r>
              <a:rPr lang="en-US">
                <a:solidFill>
                  <a:srgbClr val="242A33"/>
                </a:solidFill>
                <a:latin typeface="Arial"/>
              </a:rPr>
              <a:t>Open branch release project </a:t>
            </a:r>
            <a:r>
              <a:rPr lang="en-US">
                <a:solidFill>
                  <a:srgbClr val="242A33"/>
                </a:solidFill>
                <a:latin typeface="Arial"/>
              </a:rPr>
              <a:t>FillingLine_Inheritance</a:t>
            </a:r>
            <a:endParaRPr lang="en-US">
              <a:solidFill>
                <a:srgbClr val="242A33"/>
              </a:solidFill>
              <a:latin typeface="Arial"/>
            </a:endParaRPr>
          </a:p>
          <a:p>
            <a:pPr>
              <a:lnSpc>
                <a:spcPct val="130000"/>
              </a:lnSpc>
              <a:defRPr/>
            </a:pPr>
            <a:r>
              <a:rPr lang="en-US">
                <a:solidFill>
                  <a:srgbClr val="242A33"/>
                </a:solidFill>
              </a:rPr>
              <a:t>Add </a:t>
            </a:r>
            <a:r>
              <a:rPr lang="en-US">
                <a:solidFill>
                  <a:srgbClr val="242A33"/>
                </a:solidFill>
              </a:rPr>
              <a:t>ModePause</a:t>
            </a:r>
            <a:r>
              <a:rPr lang="en-US">
                <a:solidFill>
                  <a:srgbClr val="242A33"/>
                </a:solidFill>
              </a:rPr>
              <a:t> to input of every function block</a:t>
            </a:r>
            <a:endParaRPr lang="en-US">
              <a:solidFill>
                <a:srgbClr val="242A33"/>
              </a:solidFill>
              <a:latin typeface="Arial"/>
            </a:endParaRPr>
          </a:p>
          <a:p>
            <a:pPr>
              <a:lnSpc>
                <a:spcPct val="130000"/>
              </a:lnSpc>
              <a:defRPr/>
            </a:pPr>
            <a:r>
              <a:rPr lang="en-US">
                <a:solidFill>
                  <a:srgbClr val="242A33"/>
                </a:solidFill>
                <a:latin typeface="Arial"/>
              </a:rPr>
              <a:t>Spend 5-10 minutes on working through solution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7564981" name="Title 1"/>
          <p:cNvSpPr>
            <a:spLocks noGrp="1"/>
          </p:cNvSpPr>
          <p:nvPr>
            <p:ph type="title"/>
          </p:nvPr>
        </p:nvSpPr>
        <p:spPr bwMode="auto"/>
        <p:txBody>
          <a:bodyPr/>
          <a:lstStyle/>
          <a:p>
            <a:pPr>
              <a:defRPr/>
            </a:pPr>
            <a:r>
              <a:rPr/>
              <a:t>CR-1 result</a:t>
            </a:r>
            <a:endParaRPr/>
          </a:p>
        </p:txBody>
      </p:sp>
      <p:sp>
        <p:nvSpPr>
          <p:cNvPr id="1447388220"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RESULT</a:t>
            </a:r>
            <a:endParaRPr/>
          </a:p>
        </p:txBody>
      </p:sp>
      <p:sp>
        <p:nvSpPr>
          <p:cNvPr id="1151400939" name="TextBox 3"/>
          <p:cNvSpPr txBox="1"/>
          <p:nvPr/>
        </p:nvSpPr>
        <p:spPr bwMode="auto">
          <a:xfrm>
            <a:off x="0" y="1188720"/>
            <a:ext cx="10012680" cy="365760"/>
          </a:xfrm>
          <a:prstGeom prst="rect">
            <a:avLst/>
          </a:prstGeom>
          <a:noFill/>
        </p:spPr>
        <p:txBody>
          <a:bodyPr wrap="square" lIns="0" tIns="0" rIns="0" bIns="0" anchor="t">
            <a:spAutoFit/>
          </a:bodyPr>
          <a:lstStyle/>
          <a:p>
            <a:pPr algn="l">
              <a:lnSpc>
                <a:spcPct val="114999"/>
              </a:lnSpc>
              <a:defRPr/>
            </a:pPr>
            <a:r>
              <a:rPr sz="1200" b="0" i="0">
                <a:solidFill>
                  <a:srgbClr val="627186"/>
                </a:solidFill>
                <a:latin typeface="Consolas"/>
              </a:rPr>
              <a:t>git diff  stage-1-procedural...stage-1-cr1-applied --stat</a:t>
            </a:r>
            <a:endParaRPr/>
          </a:p>
        </p:txBody>
      </p:sp>
      <p:sp>
        <p:nvSpPr>
          <p:cNvPr id="296123968" name="TextBox 4"/>
          <p:cNvSpPr txBox="1"/>
          <p:nvPr/>
        </p:nvSpPr>
        <p:spPr bwMode="auto">
          <a:xfrm>
            <a:off x="0" y="1691640"/>
            <a:ext cx="10012680" cy="984885"/>
          </a:xfrm>
          <a:prstGeom prst="rect">
            <a:avLst/>
          </a:prstGeom>
          <a:noFill/>
        </p:spPr>
        <p:txBody>
          <a:bodyPr wrap="square" lIns="0" tIns="0" rIns="0" bIns="0" anchor="t">
            <a:spAutoFit/>
          </a:bodyPr>
          <a:lstStyle/>
          <a:p>
            <a:pPr algn="l">
              <a:lnSpc>
                <a:spcPct val="100000"/>
              </a:lnSpc>
              <a:defRPr/>
            </a:pPr>
            <a:r>
              <a:rPr sz="6400" b="1" i="0">
                <a:solidFill>
                  <a:srgbClr val="770000"/>
                </a:solidFill>
                <a:latin typeface="Arial"/>
              </a:rPr>
              <a:t>5 files  ·  +</a:t>
            </a:r>
            <a:r>
              <a:rPr lang="en-US" sz="6400" b="1" i="0">
                <a:solidFill>
                  <a:srgbClr val="770000"/>
                </a:solidFill>
                <a:latin typeface="Arial"/>
              </a:rPr>
              <a:t>54</a:t>
            </a:r>
            <a:r>
              <a:rPr sz="6400" b="1" i="0">
                <a:solidFill>
                  <a:srgbClr val="770000"/>
                </a:solidFill>
                <a:latin typeface="Arial"/>
              </a:rPr>
              <a:t>  −13</a:t>
            </a:r>
            <a:endParaRPr/>
          </a:p>
        </p:txBody>
      </p:sp>
      <p:sp>
        <p:nvSpPr>
          <p:cNvPr id="1880152387" name="Rectangle 5"/>
          <p:cNvSpPr/>
          <p:nvPr/>
        </p:nvSpPr>
        <p:spPr bwMode="auto">
          <a:xfrm>
            <a:off x="0" y="3154680"/>
            <a:ext cx="1097280" cy="45720"/>
          </a:xfrm>
          <a:prstGeom prst="rect">
            <a:avLst/>
          </a:prstGeom>
          <a:solidFill>
            <a:srgbClr val="77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91749063" name="TextBox 6"/>
          <p:cNvSpPr txBox="1"/>
          <p:nvPr/>
        </p:nvSpPr>
        <p:spPr bwMode="auto">
          <a:xfrm>
            <a:off x="0" y="3474720"/>
            <a:ext cx="5791200" cy="1505540"/>
          </a:xfrm>
          <a:prstGeom prst="rect">
            <a:avLst/>
          </a:prstGeom>
          <a:noFill/>
        </p:spPr>
        <p:txBody>
          <a:bodyPr wrap="square" lIns="0" tIns="0" rIns="0" bIns="0">
            <a:spAutoFit/>
          </a:bodyPr>
          <a:lstStyle/>
          <a:p>
            <a:pPr algn="l">
              <a:lnSpc>
                <a:spcPct val="130000"/>
              </a:lnSpc>
              <a:defRPr/>
            </a:pPr>
            <a:r>
              <a:rPr sz="1800" b="1">
                <a:solidFill>
                  <a:srgbClr val="770000"/>
                </a:solidFill>
                <a:latin typeface="Arial"/>
              </a:rPr>
              <a:t>▸  </a:t>
            </a:r>
            <a:r>
              <a:rPr sz="1800">
                <a:solidFill>
                  <a:srgbClr val="242A33"/>
                </a:solidFill>
                <a:latin typeface="Arial"/>
              </a:rPr>
              <a:t>Same 25 lines of guard logic, paid four times</a:t>
            </a:r>
            <a:r>
              <a:rPr lang="en-US" sz="1800">
                <a:solidFill>
                  <a:srgbClr val="242A33"/>
                </a:solidFill>
                <a:latin typeface="Arial"/>
              </a:rPr>
              <a:t> </a:t>
            </a:r>
            <a:endParaRPr/>
          </a:p>
          <a:p>
            <a:pPr algn="l">
              <a:lnSpc>
                <a:spcPct val="130000"/>
              </a:lnSpc>
              <a:defRPr/>
            </a:pPr>
            <a:r>
              <a:rPr lang="en-US">
                <a:solidFill>
                  <a:srgbClr val="242A33"/>
                </a:solidFill>
                <a:latin typeface="Arial"/>
              </a:rPr>
              <a:t>	</a:t>
            </a:r>
            <a:r>
              <a:rPr lang="en-US" sz="1800">
                <a:solidFill>
                  <a:srgbClr val="242A33"/>
                </a:solidFill>
                <a:latin typeface="Arial"/>
              </a:rPr>
              <a:t>(aka cross-cutting)</a:t>
            </a:r>
            <a:endParaRPr sz="1800">
              <a:solidFill>
                <a:srgbClr val="242A33"/>
              </a:solidFill>
              <a:latin typeface="Arial"/>
            </a:endParaRPr>
          </a:p>
          <a:p>
            <a:pPr algn="l">
              <a:lnSpc>
                <a:spcPct val="130000"/>
              </a:lnSpc>
              <a:spcBef>
                <a:spcPts val="400"/>
              </a:spcBef>
              <a:defRPr/>
            </a:pPr>
            <a:r>
              <a:rPr sz="1800" b="1">
                <a:solidFill>
                  <a:srgbClr val="770000"/>
                </a:solidFill>
                <a:latin typeface="Arial"/>
              </a:rPr>
              <a:t>▸  </a:t>
            </a:r>
            <a:r>
              <a:rPr sz="1800" b="1">
                <a:solidFill>
                  <a:srgbClr val="242A33"/>
                </a:solidFill>
                <a:latin typeface="Arial"/>
              </a:rPr>
              <a:t>Fill's exception </a:t>
            </a:r>
            <a:r>
              <a:rPr sz="1800">
                <a:solidFill>
                  <a:srgbClr val="242A33"/>
                </a:solidFill>
                <a:latin typeface="Arial"/>
              </a:rPr>
              <a:t>— easy to miss, easy to copy wrong.</a:t>
            </a:r>
            <a:endParaRPr lang="en-US" sz="1800">
              <a:solidFill>
                <a:srgbClr val="242A33"/>
              </a:solidFill>
              <a:latin typeface="Arial"/>
            </a:endParaRPr>
          </a:p>
          <a:p>
            <a:pPr>
              <a:lnSpc>
                <a:spcPct val="130000"/>
              </a:lnSpc>
              <a:spcBef>
                <a:spcPts val="400"/>
              </a:spcBef>
              <a:defRPr/>
            </a:pPr>
            <a:r>
              <a:rPr lang="en-US" b="1">
                <a:solidFill>
                  <a:srgbClr val="770000"/>
                </a:solidFill>
              </a:rPr>
              <a:t>▸</a:t>
            </a:r>
            <a:r>
              <a:rPr sz="1800" b="1">
                <a:solidFill>
                  <a:srgbClr val="770000"/>
                </a:solidFill>
                <a:latin typeface="Arial"/>
              </a:rPr>
              <a:t> </a:t>
            </a:r>
            <a:r>
              <a:rPr sz="1800">
                <a:solidFill>
                  <a:srgbClr val="242A33"/>
                </a:solidFill>
                <a:latin typeface="Arial"/>
              </a:rPr>
              <a:t>Tomorrow's CR pays this cost too. And the next.</a:t>
            </a:r>
            <a:endParaRPr/>
          </a:p>
        </p:txBody>
      </p:sp>
      <p:sp>
        <p:nvSpPr>
          <p:cNvPr id="785363510" name="Right Brace 7"/>
          <p:cNvSpPr/>
          <p:nvPr/>
        </p:nvSpPr>
        <p:spPr bwMode="auto">
          <a:xfrm>
            <a:off x="5943600" y="3429000"/>
            <a:ext cx="152400" cy="1551260"/>
          </a:xfrm>
          <a:prstGeom prst="rightBrace">
            <a:avLst>
              <a:gd name="adj1" fmla="val 8333"/>
              <a:gd name="adj2" fmla="val 50000"/>
            </a:avLst>
          </a:prstGeom>
          <a:ln w="9525">
            <a:solidFill>
              <a:schemeClr val="tx1"/>
            </a:solidFill>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US"/>
          </a:p>
        </p:txBody>
      </p:sp>
      <p:sp>
        <p:nvSpPr>
          <p:cNvPr id="1483245697" name="TextBox 8"/>
          <p:cNvSpPr txBox="1"/>
          <p:nvPr/>
        </p:nvSpPr>
        <p:spPr bwMode="auto">
          <a:xfrm>
            <a:off x="6368469" y="3904566"/>
            <a:ext cx="4729180" cy="646331"/>
          </a:xfrm>
          <a:prstGeom prst="rect">
            <a:avLst/>
          </a:prstGeom>
          <a:noFill/>
        </p:spPr>
        <p:txBody>
          <a:bodyPr wrap="none" rtlCol="0">
            <a:spAutoFit/>
          </a:bodyPr>
          <a:lstStyle/>
          <a:p>
            <a:pPr>
              <a:defRPr/>
            </a:pPr>
            <a:r>
              <a:rPr lang="en-US"/>
              <a:t>Easy to underestimate what a risk a “simple”</a:t>
            </a:r>
            <a:endParaRPr/>
          </a:p>
          <a:p>
            <a:pPr>
              <a:defRPr/>
            </a:pPr>
            <a:r>
              <a:rPr lang="en-US"/>
              <a:t>change can be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4218018" name="Title 1"/>
          <p:cNvSpPr>
            <a:spLocks noGrp="1"/>
          </p:cNvSpPr>
          <p:nvPr>
            <p:ph type="title"/>
          </p:nvPr>
        </p:nvSpPr>
        <p:spPr bwMode="auto"/>
        <p:txBody>
          <a:bodyPr/>
          <a:lstStyle/>
          <a:p>
            <a:pPr>
              <a:defRPr/>
            </a:pPr>
            <a:r>
              <a:rPr/>
              <a:t>Block 1 · CR-1 the drift trap</a:t>
            </a:r>
            <a:endParaRPr/>
          </a:p>
        </p:txBody>
      </p:sp>
      <p:sp>
        <p:nvSpPr>
          <p:cNvPr id="389726262" name="Rectangle 2"/>
          <p:cNvSpPr/>
          <p:nvPr/>
        </p:nvSpPr>
        <p:spPr bwMode="auto">
          <a:xfrm>
            <a:off x="0" y="1088136"/>
            <a:ext cx="10140696" cy="5330952"/>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38801173" name="TextBox 3"/>
          <p:cNvSpPr txBox="1"/>
          <p:nvPr/>
        </p:nvSpPr>
        <p:spPr bwMode="auto">
          <a:xfrm>
            <a:off x="91440" y="1097280"/>
            <a:ext cx="1828800" cy="2011680"/>
          </a:xfrm>
          <a:prstGeom prst="rect">
            <a:avLst/>
          </a:prstGeom>
          <a:noFill/>
        </p:spPr>
        <p:txBody>
          <a:bodyPr wrap="square" lIns="0" tIns="0" rIns="0" bIns="0" anchor="t">
            <a:spAutoFit/>
          </a:bodyPr>
          <a:lstStyle/>
          <a:p>
            <a:pPr algn="l">
              <a:lnSpc>
                <a:spcPct val="114999"/>
              </a:lnSpc>
              <a:defRPr/>
            </a:pPr>
            <a:r>
              <a:rPr sz="16000" b="0" i="0">
                <a:solidFill>
                  <a:srgbClr val="2D76AD"/>
                </a:solidFill>
                <a:latin typeface="Georgia"/>
              </a:rPr>
              <a:t>“</a:t>
            </a:r>
            <a:endParaRPr/>
          </a:p>
        </p:txBody>
      </p:sp>
      <p:sp>
        <p:nvSpPr>
          <p:cNvPr id="945366928" name="TextBox 4"/>
          <p:cNvSpPr txBox="1"/>
          <p:nvPr/>
        </p:nvSpPr>
        <p:spPr bwMode="auto">
          <a:xfrm>
            <a:off x="1371600" y="1645920"/>
            <a:ext cx="8503920" cy="2182329"/>
          </a:xfrm>
          <a:prstGeom prst="rect">
            <a:avLst/>
          </a:prstGeom>
          <a:noFill/>
        </p:spPr>
        <p:txBody>
          <a:bodyPr wrap="square" lIns="0" tIns="0" rIns="0" bIns="0" anchor="t">
            <a:spAutoFit/>
          </a:bodyPr>
          <a:lstStyle/>
          <a:p>
            <a:pPr algn="l">
              <a:lnSpc>
                <a:spcPct val="130000"/>
              </a:lnSpc>
              <a:defRPr/>
            </a:pPr>
            <a:r>
              <a:rPr lang="en-US" sz="2800" b="0" i="1">
                <a:solidFill>
                  <a:srgbClr val="FFFFFF"/>
                </a:solidFill>
                <a:latin typeface="Arial"/>
              </a:rPr>
              <a:t>Quick check — how many of you copied Pause logic into Label from Cap? From Fill? From Inspect?  Now: check if </a:t>
            </a:r>
            <a:r>
              <a:rPr lang="en-US" sz="2800" b="0" i="1">
                <a:solidFill>
                  <a:srgbClr val="FFFFFF"/>
                </a:solidFill>
                <a:latin typeface="Arial"/>
              </a:rPr>
              <a:t>FB_Station</a:t>
            </a:r>
            <a:r>
              <a:rPr lang="en-US" sz="2800" i="1">
                <a:solidFill>
                  <a:srgbClr val="FFFFFF"/>
                </a:solidFill>
                <a:latin typeface="Arial"/>
              </a:rPr>
              <a:t>Fill</a:t>
            </a:r>
            <a:r>
              <a:rPr lang="en-US" sz="2800" i="1">
                <a:solidFill>
                  <a:srgbClr val="FFFFFF"/>
                </a:solidFill>
                <a:latin typeface="Arial"/>
              </a:rPr>
              <a:t> has a</a:t>
            </a:r>
            <a:r>
              <a:rPr lang="en-US" sz="2800" b="0" i="1">
                <a:solidFill>
                  <a:srgbClr val="FFFFFF"/>
                </a:solidFill>
                <a:latin typeface="Arial"/>
              </a:rPr>
              <a:t> level-based </a:t>
            </a:r>
            <a:r>
              <a:rPr lang="en-US" sz="2800" b="0" i="1">
                <a:solidFill>
                  <a:srgbClr val="FFFFFF"/>
                </a:solidFill>
                <a:latin typeface="Arial"/>
              </a:rPr>
              <a:t>AlarmAck</a:t>
            </a:r>
            <a:r>
              <a:rPr lang="en-US" sz="2800" b="0" i="1">
                <a:solidFill>
                  <a:srgbClr val="FFFFFF"/>
                </a:solidFill>
                <a:latin typeface="Arial"/>
              </a:rPr>
              <a:t> or if it has trigger-based </a:t>
            </a:r>
            <a:r>
              <a:rPr lang="en-US" sz="2800" b="0" i="1">
                <a:solidFill>
                  <a:srgbClr val="FFFFFF"/>
                </a:solidFill>
                <a:latin typeface="Arial"/>
              </a:rPr>
              <a:t>AlarmAck</a:t>
            </a:r>
            <a:r>
              <a:rPr lang="en-US" sz="2800" b="0" i="1">
                <a:solidFill>
                  <a:srgbClr val="FFFFFF"/>
                </a:solidFill>
                <a:latin typeface="Arial"/>
              </a:rPr>
              <a:t>?</a:t>
            </a:r>
            <a:endParaRPr/>
          </a:p>
        </p:txBody>
      </p:sp>
      <p:sp>
        <p:nvSpPr>
          <p:cNvPr id="1166020550" name="TextBox 5"/>
          <p:cNvSpPr txBox="1"/>
          <p:nvPr/>
        </p:nvSpPr>
        <p:spPr bwMode="auto">
          <a:xfrm>
            <a:off x="1371600" y="5760720"/>
            <a:ext cx="8503920" cy="502920"/>
          </a:xfrm>
          <a:prstGeom prst="rect">
            <a:avLst/>
          </a:prstGeom>
          <a:noFill/>
        </p:spPr>
        <p:txBody>
          <a:bodyPr wrap="square" lIns="0" tIns="0" rIns="0" bIns="0" anchor="t">
            <a:spAutoFit/>
          </a:bodyPr>
          <a:lstStyle/>
          <a:p>
            <a:pPr algn="l">
              <a:lnSpc>
                <a:spcPct val="114999"/>
              </a:lnSpc>
              <a:defRPr/>
            </a:pPr>
            <a:r>
              <a:rPr sz="1400" b="0" i="0">
                <a:solidFill>
                  <a:srgbClr val="E5E8EC"/>
                </a:solidFill>
                <a:latin typeface="Arial"/>
              </a:rPr>
              <a:t>— That's the procedural maintenance trap. Drift you didn't even know was there.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2136133601" name="Title 1"/>
          <p:cNvSpPr>
            <a:spLocks noGrp="1"/>
          </p:cNvSpPr>
          <p:nvPr>
            <p:ph type="title"/>
          </p:nvPr>
        </p:nvSpPr>
        <p:spPr bwMode="auto"/>
        <p:txBody>
          <a:bodyPr/>
          <a:lstStyle/>
          <a:p>
            <a:pPr>
              <a:defRPr/>
            </a:pPr>
            <a:r>
              <a:rPr lang="en-US"/>
              <a:t>Anticipated Feedback from Customer</a:t>
            </a:r>
            <a:endParaRPr/>
          </a:p>
        </p:txBody>
      </p:sp>
      <p:sp>
        <p:nvSpPr>
          <p:cNvPr id="164826194"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EF0000"/>
                </a:solidFill>
                <a:latin typeface="Arial"/>
              </a:rPr>
              <a:t>BLOCK 1 · CR-1 PRE-EMPTIVE PUSHBACK</a:t>
            </a:r>
            <a:endParaRPr/>
          </a:p>
        </p:txBody>
      </p:sp>
      <p:sp>
        <p:nvSpPr>
          <p:cNvPr id="1141491692" name="Rectangle 3"/>
          <p:cNvSpPr/>
          <p:nvPr/>
        </p:nvSpPr>
        <p:spPr bwMode="auto">
          <a:xfrm>
            <a:off x="0" y="1188720"/>
            <a:ext cx="10012680" cy="1874519"/>
          </a:xfrm>
          <a:prstGeom prst="rect">
            <a:avLst/>
          </a:prstGeom>
          <a:solidFill>
            <a:srgbClr val="E5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43281843" name="Rectangle 4"/>
          <p:cNvSpPr/>
          <p:nvPr/>
        </p:nvSpPr>
        <p:spPr bwMode="auto">
          <a:xfrm>
            <a:off x="0" y="1188720"/>
            <a:ext cx="91440" cy="1874519"/>
          </a:xfrm>
          <a:prstGeom prst="rect">
            <a:avLst/>
          </a:prstGeom>
          <a:solidFill>
            <a:srgbClr val="E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6801990" name="TextBox 5"/>
          <p:cNvSpPr txBox="1"/>
          <p:nvPr/>
        </p:nvSpPr>
        <p:spPr bwMode="auto">
          <a:xfrm>
            <a:off x="274320" y="1325880"/>
            <a:ext cx="9601200" cy="320040"/>
          </a:xfrm>
          <a:prstGeom prst="rect">
            <a:avLst/>
          </a:prstGeom>
          <a:noFill/>
        </p:spPr>
        <p:txBody>
          <a:bodyPr wrap="square" lIns="0" tIns="0" rIns="0" bIns="0" anchor="t">
            <a:spAutoFit/>
          </a:bodyPr>
          <a:lstStyle/>
          <a:p>
            <a:pPr algn="l">
              <a:lnSpc>
                <a:spcPct val="114999"/>
              </a:lnSpc>
              <a:defRPr/>
            </a:pPr>
            <a:r>
              <a:rPr sz="1100" b="1" i="0">
                <a:solidFill>
                  <a:srgbClr val="EF0000"/>
                </a:solidFill>
                <a:latin typeface="Arial"/>
              </a:rPr>
              <a:t>CUSTOMER</a:t>
            </a:r>
            <a:endParaRPr/>
          </a:p>
        </p:txBody>
      </p:sp>
      <p:sp>
        <p:nvSpPr>
          <p:cNvPr id="1600080178" name="TextBox 6"/>
          <p:cNvSpPr txBox="1"/>
          <p:nvPr/>
        </p:nvSpPr>
        <p:spPr bwMode="auto">
          <a:xfrm>
            <a:off x="274320" y="1691640"/>
            <a:ext cx="9601200" cy="1325880"/>
          </a:xfrm>
          <a:prstGeom prst="rect">
            <a:avLst/>
          </a:prstGeom>
          <a:noFill/>
        </p:spPr>
        <p:txBody>
          <a:bodyPr wrap="square" lIns="0" tIns="0" rIns="0" bIns="0" anchor="t">
            <a:spAutoFit/>
          </a:bodyPr>
          <a:lstStyle/>
          <a:p>
            <a:pPr algn="l">
              <a:lnSpc>
                <a:spcPct val="130000"/>
              </a:lnSpc>
              <a:defRPr/>
            </a:pPr>
            <a:r>
              <a:rPr sz="1800" b="0" i="1">
                <a:solidFill>
                  <a:srgbClr val="414D5C"/>
                </a:solidFill>
                <a:latin typeface="Arial"/>
              </a:rPr>
              <a:t>My team's careful. We use code review. Drift won't happen.</a:t>
            </a:r>
            <a:endParaRPr/>
          </a:p>
        </p:txBody>
      </p:sp>
      <p:sp>
        <p:nvSpPr>
          <p:cNvPr id="1440751996" name="Rectangle 7"/>
          <p:cNvSpPr/>
          <p:nvPr/>
        </p:nvSpPr>
        <p:spPr bwMode="auto">
          <a:xfrm>
            <a:off x="0" y="3246120"/>
            <a:ext cx="10012680" cy="3063240"/>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73338472" name="Rectangle 8"/>
          <p:cNvSpPr/>
          <p:nvPr/>
        </p:nvSpPr>
        <p:spPr bwMode="auto">
          <a:xfrm>
            <a:off x="0" y="3246120"/>
            <a:ext cx="91440" cy="306324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1626492" name="TextBox 9"/>
          <p:cNvSpPr txBox="1"/>
          <p:nvPr/>
        </p:nvSpPr>
        <p:spPr bwMode="auto">
          <a:xfrm>
            <a:off x="274320" y="3383280"/>
            <a:ext cx="9601200" cy="320040"/>
          </a:xfrm>
          <a:prstGeom prst="rect">
            <a:avLst/>
          </a:prstGeom>
          <a:noFill/>
        </p:spPr>
        <p:txBody>
          <a:bodyPr wrap="square" lIns="0" tIns="0" rIns="0" bIns="0" anchor="t">
            <a:spAutoFit/>
          </a:bodyPr>
          <a:lstStyle/>
          <a:p>
            <a:pPr algn="l">
              <a:lnSpc>
                <a:spcPct val="114999"/>
              </a:lnSpc>
              <a:defRPr/>
            </a:pPr>
            <a:r>
              <a:rPr sz="1100" b="1" i="0">
                <a:solidFill>
                  <a:srgbClr val="2D76AD"/>
                </a:solidFill>
                <a:latin typeface="Arial"/>
              </a:rPr>
              <a:t>FAE ANSWER</a:t>
            </a:r>
            <a:endParaRPr/>
          </a:p>
        </p:txBody>
      </p:sp>
      <p:sp>
        <p:nvSpPr>
          <p:cNvPr id="1772095059" name="TextBox 10"/>
          <p:cNvSpPr txBox="1"/>
          <p:nvPr/>
        </p:nvSpPr>
        <p:spPr bwMode="auto">
          <a:xfrm>
            <a:off x="274320" y="3749040"/>
            <a:ext cx="9601200" cy="2468880"/>
          </a:xfrm>
          <a:prstGeom prst="rect">
            <a:avLst/>
          </a:prstGeom>
          <a:noFill/>
        </p:spPr>
        <p:txBody>
          <a:bodyPr wrap="square" lIns="0" tIns="0" rIns="0" bIns="0" anchor="t">
            <a:spAutoFit/>
          </a:bodyPr>
          <a:lstStyle/>
          <a:p>
            <a:pPr algn="l">
              <a:lnSpc>
                <a:spcPct val="135000"/>
              </a:lnSpc>
              <a:defRPr/>
            </a:pPr>
            <a:r>
              <a:rPr sz="1700" b="0" i="0">
                <a:solidFill>
                  <a:srgbClr val="FFFFFF"/>
                </a:solidFill>
                <a:latin typeface="Arial"/>
              </a:rPr>
              <a:t>Code review against duplicated logic catches drift sometimes. Drift you don't catch is the kind that ships. The architecture either enforces consistency or it doesn't — and code review is your last line of defense, not your first.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4119141" name="Text Placeholder 1"/>
          <p:cNvSpPr>
            <a:spLocks noGrp="1"/>
          </p:cNvSpPr>
          <p:nvPr>
            <p:ph type="body" sz="quarter" idx="15"/>
          </p:nvPr>
        </p:nvSpPr>
        <p:spPr bwMode="auto">
          <a:xfrm>
            <a:off x="6096000" y="1066800"/>
            <a:ext cx="6096000" cy="5791200"/>
          </a:xfrm>
        </p:spPr>
        <p:txBody>
          <a:bodyPr wrap="square"/>
          <a:lstStyle/>
          <a:p>
            <a:pPr marL="0" indent="0" algn="l">
              <a:lnSpc>
                <a:spcPct val="130000"/>
              </a:lnSpc>
              <a:buNone/>
              <a:defRPr/>
            </a:pPr>
            <a:r>
              <a:rPr sz="2000" b="1">
                <a:solidFill>
                  <a:srgbClr val="770000"/>
                </a:solidFill>
                <a:latin typeface="Arial"/>
              </a:rPr>
              <a:t>Instructions:</a:t>
            </a:r>
            <a:endParaRPr/>
          </a:p>
          <a:p>
            <a:pPr>
              <a:lnSpc>
                <a:spcPct val="130000"/>
              </a:lnSpc>
              <a:defRPr/>
            </a:pPr>
            <a:r>
              <a:rPr sz="2000">
                <a:latin typeface="Arial"/>
              </a:rPr>
              <a:t>Time does not permit attempt to write the code</a:t>
            </a:r>
            <a:r>
              <a:rPr sz="2000" b="1">
                <a:solidFill>
                  <a:srgbClr val="770000"/>
                </a:solidFill>
                <a:latin typeface="Arial"/>
              </a:rPr>
              <a:t> (expect 60+ lines of code changes)</a:t>
            </a:r>
            <a:endParaRPr/>
          </a:p>
          <a:p>
            <a:pPr>
              <a:lnSpc>
                <a:spcPct val="130000"/>
              </a:lnSpc>
              <a:defRPr/>
            </a:pPr>
            <a:r>
              <a:rPr sz="2000">
                <a:latin typeface="Arial"/>
              </a:rPr>
              <a:t>Compare work in the release branch</a:t>
            </a:r>
            <a:r>
              <a:rPr sz="2000" b="1">
                <a:solidFill>
                  <a:srgbClr val="770000"/>
                </a:solidFill>
                <a:latin typeface="Arial"/>
              </a:rPr>
              <a:t> </a:t>
            </a:r>
            <a:r>
              <a:rPr sz="2000">
                <a:latin typeface="Arial"/>
              </a:rPr>
              <a:t>vs work in CR2-applied branch</a:t>
            </a:r>
            <a:endParaRPr sz="2000" b="1">
              <a:solidFill>
                <a:srgbClr val="770000"/>
              </a:solidFill>
              <a:latin typeface="Arial"/>
            </a:endParaRPr>
          </a:p>
          <a:p>
            <a:pPr>
              <a:lnSpc>
                <a:spcPct val="130000"/>
              </a:lnSpc>
              <a:defRPr/>
            </a:pPr>
            <a:r>
              <a:rPr lang="en-US" sz="2000" b="1">
                <a:solidFill>
                  <a:srgbClr val="770000"/>
                </a:solidFill>
              </a:rPr>
              <a:t>Notice: </a:t>
            </a:r>
            <a:r>
              <a:rPr lang="en-US" sz="2000">
                <a:solidFill>
                  <a:srgbClr val="242A33"/>
                </a:solidFill>
              </a:rPr>
              <a:t>Changes are only in </a:t>
            </a:r>
            <a:r>
              <a:rPr lang="en-US" sz="2000">
                <a:solidFill>
                  <a:srgbClr val="242A33"/>
                </a:solidFill>
              </a:rPr>
              <a:t>FB_StationInspect</a:t>
            </a:r>
            <a:r>
              <a:rPr lang="en-US" sz="2000">
                <a:solidFill>
                  <a:srgbClr val="242A33"/>
                </a:solidFill>
              </a:rPr>
              <a:t>. </a:t>
            </a:r>
            <a:endParaRPr/>
          </a:p>
        </p:txBody>
      </p:sp>
      <p:sp>
        <p:nvSpPr>
          <p:cNvPr id="130355629" name="Title 2"/>
          <p:cNvSpPr>
            <a:spLocks noGrp="1"/>
          </p:cNvSpPr>
          <p:nvPr>
            <p:ph type="title"/>
          </p:nvPr>
        </p:nvSpPr>
        <p:spPr bwMode="auto"/>
        <p:txBody>
          <a:bodyPr/>
          <a:lstStyle/>
          <a:p>
            <a:pPr>
              <a:defRPr/>
            </a:pPr>
            <a:r>
              <a:rPr/>
              <a:t>Lab 1C: CR-2  ·  Flag Bad Parts without Stopping the Line</a:t>
            </a:r>
            <a:endParaRPr/>
          </a:p>
        </p:txBody>
      </p:sp>
      <p:sp>
        <p:nvSpPr>
          <p:cNvPr id="1521844280"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1C  ·  CR-2 HANDS-ON (20 MIN)</a:t>
            </a:r>
            <a:endParaRPr/>
          </a:p>
        </p:txBody>
      </p:sp>
      <p:sp>
        <p:nvSpPr>
          <p:cNvPr id="356225546" name="Text Placeholder 1"/>
          <p:cNvSpPr txBox="1"/>
          <p:nvPr/>
        </p:nvSpPr>
        <p:spPr bwMode="gray">
          <a:xfrm>
            <a:off x="0" y="1066800"/>
            <a:ext cx="6096000" cy="5614801"/>
          </a:xfrm>
          <a:prstGeom prst="rect">
            <a:avLst/>
          </a:prstGeom>
        </p:spPr>
        <p:txBody>
          <a:bodyPr vert="horz" wrap="square" lIns="450000" tIns="190800" rIns="91440" bIns="45720" rtlCol="0">
            <a:noAutofit/>
          </a:bodyPr>
          <a:lstStyle>
            <a:lvl1pPr marL="266700" marR="0" indent="-266700" algn="l" defTabSz="914400" rtl="0">
              <a:lnSpc>
                <a:spcPct val="100000"/>
              </a:lnSpc>
              <a:spcBef>
                <a:spcPts val="600"/>
              </a:spcBef>
              <a:spcAft>
                <a:spcPts val="0"/>
              </a:spcAft>
              <a:buClrTx/>
              <a:buSzTx/>
              <a:buFont typeface="Wingdings"/>
              <a:buChar char="§"/>
              <a:defRPr lang="en-US"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a:lstStyle>
          <a:p>
            <a:pPr marL="0" indent="0">
              <a:lnSpc>
                <a:spcPct val="130000"/>
              </a:lnSpc>
              <a:buFont typeface="Wingdings"/>
              <a:buNone/>
              <a:defRPr/>
            </a:pPr>
            <a:r>
              <a:rPr lang="en-US" sz="2000" b="1">
                <a:solidFill>
                  <a:srgbClr val="770000"/>
                </a:solidFill>
                <a:latin typeface="Arial"/>
              </a:rPr>
              <a:t>Goal:</a:t>
            </a:r>
            <a:endParaRPr/>
          </a:p>
          <a:p>
            <a:pPr>
              <a:lnSpc>
                <a:spcPct val="130000"/>
              </a:lnSpc>
              <a:defRPr/>
            </a:pPr>
            <a:r>
              <a:rPr lang="en-US" sz="2000" b="1">
                <a:solidFill>
                  <a:srgbClr val="770000"/>
                </a:solidFill>
                <a:latin typeface="Arial"/>
              </a:rPr>
              <a:t>  </a:t>
            </a:r>
            <a:r>
              <a:rPr lang="en-US" sz="2000">
                <a:solidFill>
                  <a:srgbClr val="242A33"/>
                </a:solidFill>
                <a:latin typeface="Arial"/>
              </a:rPr>
              <a:t>Flag visual defects </a:t>
            </a:r>
            <a:r>
              <a:rPr lang="en-US" sz="2000" b="1">
                <a:latin typeface="Arial"/>
              </a:rPr>
              <a:t>without</a:t>
            </a:r>
            <a:r>
              <a:rPr lang="en-US" sz="2000">
                <a:solidFill>
                  <a:srgbClr val="242A33"/>
                </a:solidFill>
                <a:latin typeface="Arial"/>
              </a:rPr>
              <a:t> stopping the 	line.</a:t>
            </a:r>
            <a:endParaRPr/>
          </a:p>
          <a:p>
            <a:pPr>
              <a:lnSpc>
                <a:spcPct val="130000"/>
              </a:lnSpc>
              <a:spcBef>
                <a:spcPts val="400"/>
              </a:spcBef>
              <a:defRPr/>
            </a:pPr>
            <a:r>
              <a:rPr lang="en-US" sz="2000" b="1">
                <a:solidFill>
                  <a:srgbClr val="770000"/>
                </a:solidFill>
                <a:latin typeface="Arial"/>
              </a:rPr>
              <a:t>  </a:t>
            </a:r>
            <a:r>
              <a:rPr lang="en-US" sz="2000" u="sng">
                <a:solidFill>
                  <a:srgbClr val="242A33"/>
                </a:solidFill>
                <a:latin typeface="Arial"/>
              </a:rPr>
              <a:t>Camera</a:t>
            </a:r>
            <a:r>
              <a:rPr lang="en-US" sz="2000">
                <a:solidFill>
                  <a:srgbClr val="242A33"/>
                </a:solidFill>
                <a:latin typeface="Arial"/>
              </a:rPr>
              <a:t> and </a:t>
            </a:r>
            <a:r>
              <a:rPr lang="en-US" sz="2000" u="sng">
                <a:solidFill>
                  <a:srgbClr val="242A33"/>
                </a:solidFill>
                <a:latin typeface="Arial"/>
              </a:rPr>
              <a:t>reject pre-arm </a:t>
            </a:r>
            <a:r>
              <a:rPr lang="en-US" sz="2000">
                <a:solidFill>
                  <a:srgbClr val="242A33"/>
                </a:solidFill>
                <a:latin typeface="Arial"/>
              </a:rPr>
              <a:t>must occur at 	the same time (</a:t>
            </a:r>
            <a:r>
              <a:rPr lang="en-US" sz="2000" b="1">
                <a:solidFill>
                  <a:srgbClr val="242A33"/>
                </a:solidFill>
                <a:latin typeface="Arial"/>
              </a:rPr>
              <a:t>parallel</a:t>
            </a:r>
            <a:r>
              <a:rPr lang="en-US" sz="2000">
                <a:solidFill>
                  <a:srgbClr val="242A33"/>
                </a:solidFill>
                <a:latin typeface="Arial"/>
              </a:rPr>
              <a:t>), not 	sequentially.</a:t>
            </a:r>
            <a:endParaRPr/>
          </a:p>
          <a:p>
            <a:pPr>
              <a:lnSpc>
                <a:spcPct val="130000"/>
              </a:lnSpc>
              <a:spcBef>
                <a:spcPts val="400"/>
              </a:spcBef>
              <a:defRPr/>
            </a:pPr>
            <a:r>
              <a:rPr lang="en-US" sz="2000" b="1">
                <a:solidFill>
                  <a:srgbClr val="770000"/>
                </a:solidFill>
              </a:rPr>
              <a:t> </a:t>
            </a:r>
            <a:r>
              <a:rPr lang="en-US" sz="2000"/>
              <a:t>Learn diff </a:t>
            </a:r>
            <a:endParaRPr lang="en-US" sz="2000">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7056816" name="Title 1"/>
          <p:cNvSpPr>
            <a:spLocks noGrp="1"/>
          </p:cNvSpPr>
          <p:nvPr>
            <p:ph type="title"/>
          </p:nvPr>
        </p:nvSpPr>
        <p:spPr bwMode="auto"/>
        <p:txBody>
          <a:bodyPr/>
          <a:lstStyle/>
          <a:p>
            <a:pPr>
              <a:defRPr/>
            </a:pPr>
            <a:r>
              <a:rPr/>
              <a:t>CR-2 result</a:t>
            </a:r>
            <a:endParaRPr/>
          </a:p>
        </p:txBody>
      </p:sp>
      <p:sp>
        <p:nvSpPr>
          <p:cNvPr id="1612458589"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RESULT</a:t>
            </a:r>
            <a:endParaRPr/>
          </a:p>
        </p:txBody>
      </p:sp>
      <p:sp>
        <p:nvSpPr>
          <p:cNvPr id="700197449" name="TextBox 3"/>
          <p:cNvSpPr txBox="1"/>
          <p:nvPr/>
        </p:nvSpPr>
        <p:spPr bwMode="auto">
          <a:xfrm>
            <a:off x="0" y="1188720"/>
            <a:ext cx="10012680" cy="365760"/>
          </a:xfrm>
          <a:prstGeom prst="rect">
            <a:avLst/>
          </a:prstGeom>
          <a:noFill/>
        </p:spPr>
        <p:txBody>
          <a:bodyPr wrap="square" lIns="0" tIns="0" rIns="0" bIns="0" anchor="t">
            <a:spAutoFit/>
          </a:bodyPr>
          <a:lstStyle/>
          <a:p>
            <a:pPr algn="l">
              <a:lnSpc>
                <a:spcPct val="114999"/>
              </a:lnSpc>
              <a:defRPr/>
            </a:pPr>
            <a:r>
              <a:rPr sz="1200" b="0" i="0">
                <a:solidFill>
                  <a:srgbClr val="627186"/>
                </a:solidFill>
                <a:latin typeface="Consolas"/>
              </a:rPr>
              <a:t>git diff  stage-1-procedural...stage-1-cr2-applied --stat</a:t>
            </a:r>
            <a:endParaRPr/>
          </a:p>
        </p:txBody>
      </p:sp>
      <p:sp>
        <p:nvSpPr>
          <p:cNvPr id="646180468" name="TextBox 4"/>
          <p:cNvSpPr txBox="1"/>
          <p:nvPr/>
        </p:nvSpPr>
        <p:spPr bwMode="auto">
          <a:xfrm>
            <a:off x="0" y="1691640"/>
            <a:ext cx="10012680" cy="984885"/>
          </a:xfrm>
          <a:prstGeom prst="rect">
            <a:avLst/>
          </a:prstGeom>
          <a:noFill/>
        </p:spPr>
        <p:txBody>
          <a:bodyPr wrap="square" lIns="0" tIns="0" rIns="0" bIns="0" anchor="t">
            <a:spAutoFit/>
          </a:bodyPr>
          <a:lstStyle/>
          <a:p>
            <a:pPr algn="l">
              <a:lnSpc>
                <a:spcPct val="100000"/>
              </a:lnSpc>
              <a:defRPr/>
            </a:pPr>
            <a:r>
              <a:rPr sz="6400" b="1" i="0">
                <a:solidFill>
                  <a:srgbClr val="770000"/>
                </a:solidFill>
                <a:latin typeface="Arial"/>
              </a:rPr>
              <a:t>2 files  ·  +</a:t>
            </a:r>
            <a:r>
              <a:rPr lang="en-US" sz="6400" b="1" i="0">
                <a:solidFill>
                  <a:srgbClr val="770000"/>
                </a:solidFill>
                <a:latin typeface="Arial"/>
              </a:rPr>
              <a:t>48</a:t>
            </a:r>
            <a:r>
              <a:rPr sz="6400" b="1" i="0">
                <a:solidFill>
                  <a:srgbClr val="770000"/>
                </a:solidFill>
                <a:latin typeface="Arial"/>
              </a:rPr>
              <a:t>  −</a:t>
            </a:r>
            <a:r>
              <a:rPr lang="en-US" sz="6400" b="1">
                <a:solidFill>
                  <a:srgbClr val="770000"/>
                </a:solidFill>
                <a:latin typeface="Arial"/>
              </a:rPr>
              <a:t>12</a:t>
            </a:r>
            <a:endParaRPr sz="6400" b="1" i="0">
              <a:solidFill>
                <a:srgbClr val="770000"/>
              </a:solidFill>
              <a:latin typeface="Arial"/>
            </a:endParaRPr>
          </a:p>
        </p:txBody>
      </p:sp>
      <p:sp>
        <p:nvSpPr>
          <p:cNvPr id="845665325" name="Rectangle 5"/>
          <p:cNvSpPr/>
          <p:nvPr/>
        </p:nvSpPr>
        <p:spPr bwMode="auto">
          <a:xfrm>
            <a:off x="0" y="3154680"/>
            <a:ext cx="1097280" cy="45720"/>
          </a:xfrm>
          <a:prstGeom prst="rect">
            <a:avLst/>
          </a:prstGeom>
          <a:solidFill>
            <a:srgbClr val="77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45306134" name="TextBox 6"/>
          <p:cNvSpPr txBox="1"/>
          <p:nvPr/>
        </p:nvSpPr>
        <p:spPr bwMode="auto">
          <a:xfrm>
            <a:off x="0" y="3474720"/>
            <a:ext cx="10012680" cy="2651760"/>
          </a:xfrm>
          <a:prstGeom prst="rect">
            <a:avLst/>
          </a:prstGeom>
          <a:noFill/>
        </p:spPr>
        <p:txBody>
          <a:bodyPr wrap="square" lIns="0" tIns="0" rIns="0" bIns="0">
            <a:spAutoFit/>
          </a:bodyPr>
          <a:lstStyle/>
          <a:p>
            <a:pPr algn="l">
              <a:lnSpc>
                <a:spcPct val="130000"/>
              </a:lnSpc>
              <a:defRPr/>
            </a:pPr>
            <a:r>
              <a:rPr sz="1800" b="1">
                <a:solidFill>
                  <a:srgbClr val="770000"/>
                </a:solidFill>
                <a:latin typeface="Arial"/>
              </a:rPr>
              <a:t>▸  </a:t>
            </a:r>
            <a:r>
              <a:rPr sz="1800">
                <a:solidFill>
                  <a:srgbClr val="242A33"/>
                </a:solidFill>
                <a:latin typeface="Arial"/>
              </a:rPr>
              <a:t>Inspect's CASE machine rewritten end-to-end.</a:t>
            </a:r>
            <a:endParaRPr/>
          </a:p>
          <a:p>
            <a:pPr algn="l">
              <a:lnSpc>
                <a:spcPct val="130000"/>
              </a:lnSpc>
              <a:spcBef>
                <a:spcPts val="400"/>
              </a:spcBef>
              <a:defRPr/>
            </a:pPr>
            <a:r>
              <a:rPr sz="1800" b="1">
                <a:solidFill>
                  <a:srgbClr val="770000"/>
                </a:solidFill>
                <a:latin typeface="Arial"/>
              </a:rPr>
              <a:t>▸  </a:t>
            </a:r>
            <a:r>
              <a:rPr sz="1800" b="1">
                <a:solidFill>
                  <a:srgbClr val="242A33"/>
                </a:solidFill>
                <a:latin typeface="Arial"/>
              </a:rPr>
              <a:t>Parallel coordination buried in CASE </a:t>
            </a:r>
            <a:r>
              <a:rPr sz="1800">
                <a:solidFill>
                  <a:srgbClr val="242A33"/>
                </a:solidFill>
                <a:latin typeface="Arial"/>
              </a:rPr>
              <a:t>— nothing reusable.</a:t>
            </a:r>
            <a:endParaRPr/>
          </a:p>
          <a:p>
            <a:pPr algn="l">
              <a:lnSpc>
                <a:spcPct val="130000"/>
              </a:lnSpc>
              <a:spcBef>
                <a:spcPts val="400"/>
              </a:spcBef>
              <a:defRPr/>
            </a:pPr>
            <a:r>
              <a:rPr sz="1800" b="1">
                <a:solidFill>
                  <a:srgbClr val="770000"/>
                </a:solidFill>
                <a:latin typeface="Arial"/>
              </a:rPr>
              <a:t>▸  </a:t>
            </a:r>
            <a:r>
              <a:rPr sz="1800">
                <a:solidFill>
                  <a:srgbClr val="242A33"/>
                </a:solidFill>
                <a:latin typeface="Arial"/>
              </a:rPr>
              <a:t>The next station that needs parallel pays this cost again.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1773779" name="Title 2"/>
          <p:cNvSpPr>
            <a:spLocks noGrp="1"/>
          </p:cNvSpPr>
          <p:nvPr>
            <p:ph type="title"/>
          </p:nvPr>
        </p:nvSpPr>
        <p:spPr bwMode="auto"/>
        <p:txBody>
          <a:bodyPr/>
          <a:lstStyle/>
          <a:p>
            <a:pPr>
              <a:defRPr/>
            </a:pPr>
            <a:r>
              <a:rPr/>
              <a:t>Lab 1D: CR-3  ·  Selective cycle logging</a:t>
            </a:r>
            <a:endParaRPr/>
          </a:p>
        </p:txBody>
      </p:sp>
      <p:sp>
        <p:nvSpPr>
          <p:cNvPr id="751813470"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1D  ·  CR-3 HANDS-ON (15 MIN)</a:t>
            </a:r>
            <a:endParaRPr/>
          </a:p>
        </p:txBody>
      </p:sp>
      <p:sp>
        <p:nvSpPr>
          <p:cNvPr id="1976145036" name="Text Placeholder 1"/>
          <p:cNvSpPr txBox="1"/>
          <p:nvPr/>
        </p:nvSpPr>
        <p:spPr bwMode="gray">
          <a:xfrm>
            <a:off x="0" y="1066800"/>
            <a:ext cx="6248397" cy="5767201"/>
          </a:xfrm>
          <a:prstGeom prst="rect">
            <a:avLst/>
          </a:prstGeom>
        </p:spPr>
        <p:txBody>
          <a:bodyPr vert="horz" wrap="square" lIns="450000" tIns="190800" rIns="91440" bIns="45720" rtlCol="0">
            <a:noAutofit/>
          </a:bodyPr>
          <a:lstStyle>
            <a:lvl1pPr marL="266700" marR="0" indent="-266700" algn="l" defTabSz="914400" rtl="0">
              <a:lnSpc>
                <a:spcPct val="100000"/>
              </a:lnSpc>
              <a:spcBef>
                <a:spcPts val="600"/>
              </a:spcBef>
              <a:spcAft>
                <a:spcPts val="0"/>
              </a:spcAft>
              <a:buClrTx/>
              <a:buSzTx/>
              <a:buFont typeface="Wingdings"/>
              <a:buChar char="§"/>
              <a:defRPr lang="en-US"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a:lstStyle>
          <a:p>
            <a:pPr marL="0" indent="0">
              <a:lnSpc>
                <a:spcPct val="130000"/>
              </a:lnSpc>
              <a:buNone/>
              <a:defRPr/>
            </a:pPr>
            <a:r>
              <a:rPr lang="en-US" sz="2000" b="1">
                <a:solidFill>
                  <a:srgbClr val="770000"/>
                </a:solidFill>
              </a:rPr>
              <a:t>Goal:</a:t>
            </a:r>
            <a:endParaRPr lang="en-US" sz="2000" b="1">
              <a:solidFill>
                <a:srgbClr val="770000"/>
              </a:solidFill>
              <a:latin typeface="Arial"/>
            </a:endParaRPr>
          </a:p>
          <a:p>
            <a:pPr>
              <a:lnSpc>
                <a:spcPct val="130000"/>
              </a:lnSpc>
              <a:defRPr/>
            </a:pPr>
            <a:r>
              <a:rPr lang="en-US" sz="2000" b="1">
                <a:solidFill>
                  <a:srgbClr val="770000"/>
                </a:solidFill>
                <a:latin typeface="Arial"/>
              </a:rPr>
              <a:t>▸  </a:t>
            </a:r>
            <a:r>
              <a:rPr lang="en-US" sz="2000">
                <a:solidFill>
                  <a:srgbClr val="242A33"/>
                </a:solidFill>
                <a:latin typeface="Arial"/>
              </a:rPr>
              <a:t>Log cycle data for Fill and Inspect. Cap and Label don't need it.</a:t>
            </a:r>
            <a:endParaRPr/>
          </a:p>
          <a:p>
            <a:pPr>
              <a:lnSpc>
                <a:spcPct val="130000"/>
              </a:lnSpc>
              <a:spcBef>
                <a:spcPts val="400"/>
              </a:spcBef>
              <a:defRPr/>
            </a:pPr>
            <a:r>
              <a:rPr lang="en-US" sz="2000" b="1">
                <a:solidFill>
                  <a:srgbClr val="770000"/>
                </a:solidFill>
                <a:latin typeface="Arial"/>
              </a:rPr>
              <a:t>▸  </a:t>
            </a:r>
            <a:r>
              <a:rPr lang="en-US" sz="2000" b="1">
                <a:solidFill>
                  <a:srgbClr val="242A33"/>
                </a:solidFill>
                <a:latin typeface="Arial"/>
              </a:rPr>
              <a:t>Independent work for future to really hammer home the </a:t>
            </a:r>
            <a:r>
              <a:rPr lang="en-US" sz="2000" b="1">
                <a:solidFill>
                  <a:srgbClr val="242A33"/>
                </a:solidFill>
                <a:latin typeface="Arial"/>
              </a:rPr>
              <a:t>repetiveness</a:t>
            </a:r>
            <a:r>
              <a:rPr lang="en-US" sz="2000" b="1">
                <a:solidFill>
                  <a:srgbClr val="242A33"/>
                </a:solidFill>
                <a:latin typeface="Arial"/>
              </a:rPr>
              <a:t> of procedural coding</a:t>
            </a:r>
            <a:endParaRPr lang="en-US" sz="2000">
              <a:solidFill>
                <a:srgbClr val="242A33"/>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1024271" name="Title 1"/>
          <p:cNvSpPr>
            <a:spLocks noGrp="1"/>
          </p:cNvSpPr>
          <p:nvPr>
            <p:ph type="title"/>
          </p:nvPr>
        </p:nvSpPr>
        <p:spPr bwMode="auto"/>
        <p:txBody>
          <a:bodyPr/>
          <a:lstStyle/>
          <a:p>
            <a:pPr>
              <a:defRPr/>
            </a:pPr>
            <a:r>
              <a:rPr/>
              <a:t>CR-3 result — small, but defend it as fine?</a:t>
            </a:r>
            <a:endParaRPr/>
          </a:p>
        </p:txBody>
      </p:sp>
      <p:sp>
        <p:nvSpPr>
          <p:cNvPr id="1121679706"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RESULT</a:t>
            </a:r>
            <a:endParaRPr/>
          </a:p>
        </p:txBody>
      </p:sp>
      <p:sp>
        <p:nvSpPr>
          <p:cNvPr id="6271138" name="TextBox 3"/>
          <p:cNvSpPr txBox="1"/>
          <p:nvPr/>
        </p:nvSpPr>
        <p:spPr bwMode="auto">
          <a:xfrm>
            <a:off x="0" y="1188720"/>
            <a:ext cx="10012680" cy="365760"/>
          </a:xfrm>
          <a:prstGeom prst="rect">
            <a:avLst/>
          </a:prstGeom>
          <a:noFill/>
        </p:spPr>
        <p:txBody>
          <a:bodyPr wrap="square" lIns="0" tIns="0" rIns="0" bIns="0" anchor="t">
            <a:spAutoFit/>
          </a:bodyPr>
          <a:lstStyle/>
          <a:p>
            <a:pPr algn="l">
              <a:lnSpc>
                <a:spcPct val="114999"/>
              </a:lnSpc>
              <a:defRPr/>
            </a:pPr>
            <a:r>
              <a:rPr sz="1200" b="0" i="0">
                <a:solidFill>
                  <a:srgbClr val="627186"/>
                </a:solidFill>
                <a:latin typeface="Consolas"/>
              </a:rPr>
              <a:t>git diff  stage-1-procedural...stage-1-cr3-applied --stat</a:t>
            </a:r>
            <a:endParaRPr/>
          </a:p>
        </p:txBody>
      </p:sp>
      <p:sp>
        <p:nvSpPr>
          <p:cNvPr id="1357617246" name="TextBox 4"/>
          <p:cNvSpPr txBox="1"/>
          <p:nvPr/>
        </p:nvSpPr>
        <p:spPr bwMode="auto">
          <a:xfrm>
            <a:off x="0" y="1691640"/>
            <a:ext cx="10012680" cy="984885"/>
          </a:xfrm>
          <a:prstGeom prst="rect">
            <a:avLst/>
          </a:prstGeom>
          <a:noFill/>
        </p:spPr>
        <p:txBody>
          <a:bodyPr wrap="square" lIns="0" tIns="0" rIns="0" bIns="0" anchor="t">
            <a:spAutoFit/>
          </a:bodyPr>
          <a:lstStyle/>
          <a:p>
            <a:pPr algn="l">
              <a:lnSpc>
                <a:spcPct val="100000"/>
              </a:lnSpc>
              <a:defRPr/>
            </a:pPr>
            <a:r>
              <a:rPr sz="6400" b="1" i="0">
                <a:solidFill>
                  <a:srgbClr val="770000"/>
                </a:solidFill>
                <a:latin typeface="Arial"/>
              </a:rPr>
              <a:t>2 files  ·  +</a:t>
            </a:r>
            <a:r>
              <a:rPr lang="en-US" sz="6400" b="1">
                <a:solidFill>
                  <a:srgbClr val="770000"/>
                </a:solidFill>
                <a:latin typeface="Arial"/>
              </a:rPr>
              <a:t>9</a:t>
            </a:r>
            <a:r>
              <a:rPr sz="6400" b="1" i="0">
                <a:solidFill>
                  <a:srgbClr val="770000"/>
                </a:solidFill>
                <a:latin typeface="Arial"/>
              </a:rPr>
              <a:t>  −</a:t>
            </a:r>
            <a:r>
              <a:rPr lang="en-US" sz="6400" b="1">
                <a:solidFill>
                  <a:srgbClr val="770000"/>
                </a:solidFill>
                <a:latin typeface="Arial"/>
              </a:rPr>
              <a:t>1</a:t>
            </a:r>
            <a:endParaRPr sz="6400" b="1" i="0">
              <a:solidFill>
                <a:srgbClr val="770000"/>
              </a:solidFill>
              <a:latin typeface="Arial"/>
            </a:endParaRPr>
          </a:p>
        </p:txBody>
      </p:sp>
      <p:sp>
        <p:nvSpPr>
          <p:cNvPr id="1912710219" name="Rectangle 5"/>
          <p:cNvSpPr/>
          <p:nvPr/>
        </p:nvSpPr>
        <p:spPr bwMode="auto">
          <a:xfrm>
            <a:off x="0" y="3154680"/>
            <a:ext cx="1097280" cy="45720"/>
          </a:xfrm>
          <a:prstGeom prst="rect">
            <a:avLst/>
          </a:prstGeom>
          <a:solidFill>
            <a:srgbClr val="77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462655757" name="TextBox 6"/>
          <p:cNvSpPr txBox="1"/>
          <p:nvPr/>
        </p:nvSpPr>
        <p:spPr bwMode="auto">
          <a:xfrm>
            <a:off x="0" y="3474720"/>
            <a:ext cx="10012680" cy="2651760"/>
          </a:xfrm>
          <a:prstGeom prst="rect">
            <a:avLst/>
          </a:prstGeom>
          <a:noFill/>
        </p:spPr>
        <p:txBody>
          <a:bodyPr wrap="square" lIns="0" tIns="0" rIns="0" bIns="0">
            <a:spAutoFit/>
          </a:bodyPr>
          <a:lstStyle/>
          <a:p>
            <a:pPr algn="l">
              <a:lnSpc>
                <a:spcPct val="130000"/>
              </a:lnSpc>
              <a:defRPr/>
            </a:pPr>
            <a:r>
              <a:rPr sz="1800" b="1">
                <a:solidFill>
                  <a:srgbClr val="770000"/>
                </a:solidFill>
                <a:latin typeface="Arial"/>
              </a:rPr>
              <a:t>▸  </a:t>
            </a:r>
            <a:r>
              <a:rPr sz="1800">
                <a:solidFill>
                  <a:srgbClr val="242A33"/>
                </a:solidFill>
                <a:latin typeface="Arial"/>
              </a:rPr>
              <a:t>Identical buffer code in two places.</a:t>
            </a:r>
            <a:endParaRPr/>
          </a:p>
          <a:p>
            <a:pPr algn="l">
              <a:lnSpc>
                <a:spcPct val="130000"/>
              </a:lnSpc>
              <a:spcBef>
                <a:spcPts val="400"/>
              </a:spcBef>
              <a:defRPr/>
            </a:pPr>
            <a:r>
              <a:rPr sz="1800" b="1">
                <a:solidFill>
                  <a:srgbClr val="770000"/>
                </a:solidFill>
                <a:latin typeface="Arial"/>
              </a:rPr>
              <a:t>▸  </a:t>
            </a:r>
            <a:r>
              <a:rPr sz="1800" b="1">
                <a:solidFill>
                  <a:srgbClr val="242A33"/>
                </a:solidFill>
                <a:latin typeface="Arial"/>
              </a:rPr>
              <a:t>Logger evolves in 6 months </a:t>
            </a:r>
            <a:r>
              <a:rPr sz="1800">
                <a:solidFill>
                  <a:srgbClr val="242A33"/>
                </a:solidFill>
                <a:latin typeface="Arial"/>
              </a:rPr>
              <a:t>— two places to change. Forget one? Drift.</a:t>
            </a:r>
            <a:endParaRPr/>
          </a:p>
          <a:p>
            <a:pPr algn="l">
              <a:lnSpc>
                <a:spcPct val="130000"/>
              </a:lnSpc>
              <a:spcBef>
                <a:spcPts val="400"/>
              </a:spcBef>
              <a:defRPr/>
            </a:pPr>
            <a:r>
              <a:rPr sz="1800" b="1">
                <a:solidFill>
                  <a:srgbClr val="770000"/>
                </a:solidFill>
                <a:latin typeface="Arial"/>
              </a:rPr>
              <a:t>▸  </a:t>
            </a:r>
            <a:r>
              <a:rPr sz="1800">
                <a:solidFill>
                  <a:srgbClr val="242A33"/>
                </a:solidFill>
                <a:latin typeface="Arial"/>
              </a:rPr>
              <a:t>Smallest line count. Loses on every other dimension.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4642267" name="Title 2"/>
          <p:cNvSpPr>
            <a:spLocks noGrp="1"/>
          </p:cNvSpPr>
          <p:nvPr>
            <p:ph type="title"/>
          </p:nvPr>
        </p:nvSpPr>
        <p:spPr bwMode="auto"/>
        <p:txBody>
          <a:bodyPr/>
          <a:lstStyle/>
          <a:p>
            <a:pPr>
              <a:defRPr/>
            </a:pPr>
            <a:r>
              <a:rPr/>
              <a:t>Block 1 debrief — Pros and Cons</a:t>
            </a:r>
            <a:endParaRPr/>
          </a:p>
        </p:txBody>
      </p:sp>
      <p:sp>
        <p:nvSpPr>
          <p:cNvPr id="524665871"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1E DEBRIEF (15 MIN)</a:t>
            </a:r>
            <a:endParaRPr/>
          </a:p>
        </p:txBody>
      </p:sp>
      <p:graphicFrame>
        <p:nvGraphicFramePr>
          <p:cNvPr id="2118915413" name="Table 4"/>
          <p:cNvGraphicFramePr>
            <a:graphicFrameLocks xmlns:a="http://schemas.openxmlformats.org/drawingml/2006/main" noGrp="1"/>
          </p:cNvGraphicFramePr>
          <p:nvPr/>
        </p:nvGraphicFramePr>
        <p:xfrm rot="0">
          <a:off x="533400" y="1523999"/>
          <a:ext cx="10253980" cy="5084276"/>
        </p:xfrm>
        <a:graphic>
          <a:graphicData uri="http://schemas.openxmlformats.org/drawingml/2006/table">
            <a:tbl>
              <a:tblPr firstRow="1" firstCol="0" lastRow="0" lastCol="0" bandRow="1" bandCol="0">
                <a:tableStyleId>{0817EA92-75D0-4044-A80A-286907CE0DDC}</a:tableStyleId>
              </a:tblPr>
              <a:tblGrid>
                <a:gridCol w="4729480"/>
                <a:gridCol w="5524500"/>
              </a:tblGrid>
              <a:tr h="813869">
                <a:tc>
                  <a:txBody>
                    <a:bodyPr/>
                    <a:p>
                      <a:pPr algn="ctr">
                        <a:defRPr/>
                      </a:pPr>
                      <a:r>
                        <a:rPr lang="en-US" sz="2800"/>
                        <a:t>Pros</a:t>
                      </a:r>
                      <a:endParaRPr/>
                    </a:p>
                  </a:txBody>
                  <a:tcPr anchor="ctr"/>
                </a:tc>
                <a:tc>
                  <a:txBody>
                    <a:bodyPr/>
                    <a:p>
                      <a:pPr algn="ctr">
                        <a:defRPr/>
                      </a:pPr>
                      <a:r>
                        <a:rPr lang="en-US" sz="2800"/>
                        <a:t>Cons</a:t>
                      </a:r>
                      <a:endParaRPr lang="en-US"/>
                    </a:p>
                  </a:txBody>
                  <a:tcPr anchor="ctr"/>
                </a:tc>
              </a:tr>
              <a:tr h="813869">
                <a:tc>
                  <a:txBody>
                    <a:bodyPr/>
                    <a:p>
                      <a:pPr>
                        <a:defRPr/>
                      </a:pPr>
                      <a:r>
                        <a:rPr lang="en-US" b="1"/>
                        <a:t>Simple and familiar</a:t>
                      </a:r>
                      <a:endParaRPr/>
                    </a:p>
                    <a:p>
                      <a:pPr>
                        <a:defRPr/>
                      </a:pPr>
                      <a:r>
                        <a:rPr lang="en-US"/>
                        <a:t>Every controls engineer knows this structure</a:t>
                      </a:r>
                      <a:endParaRPr/>
                    </a:p>
                  </a:txBody>
                  <a:tcPr/>
                </a:tc>
                <a:tc>
                  <a:txBody>
                    <a:bodyPr/>
                    <a:p>
                      <a:pPr>
                        <a:defRPr/>
                      </a:pPr>
                      <a:r>
                        <a:rPr lang="en-US" b="1"/>
                        <a:t>Same change made in every station file</a:t>
                      </a:r>
                      <a:endParaRPr/>
                    </a:p>
                    <a:p>
                      <a:pPr>
                        <a:defRPr/>
                      </a:pPr>
                      <a:r>
                        <a:rPr lang="en-US"/>
                        <a:t>No mechanism to enforce consistency</a:t>
                      </a:r>
                      <a:endParaRPr/>
                    </a:p>
                    <a:p>
                      <a:pPr>
                        <a:defRPr/>
                      </a:pPr>
                      <a:endParaRPr lang="en-US"/>
                    </a:p>
                  </a:txBody>
                  <a:tcPr/>
                </a:tc>
              </a:tr>
              <a:tr h="813869">
                <a:tc>
                  <a:txBody>
                    <a:bodyPr/>
                    <a:p>
                      <a:pPr>
                        <a:defRPr/>
                      </a:pPr>
                      <a:r>
                        <a:rPr lang="en-US" b="1"/>
                        <a:t>Easy to read</a:t>
                      </a:r>
                      <a:endParaRPr/>
                    </a:p>
                    <a:p>
                      <a:pPr>
                        <a:defRPr/>
                      </a:pPr>
                      <a:r>
                        <a:rPr lang="en-US"/>
                        <a:t>Entire station behavior is visible in one file</a:t>
                      </a:r>
                      <a:endParaRPr/>
                    </a:p>
                  </a:txBody>
                  <a:tcPr/>
                </a:tc>
                <a:tc>
                  <a:txBody>
                    <a:bodyPr/>
                    <a:p>
                      <a:pPr>
                        <a:defRPr/>
                      </a:pPr>
                      <a:r>
                        <a:rPr lang="en-US" b="1"/>
                        <a:t>Copy-paste is the only tool for sharing logic</a:t>
                      </a:r>
                      <a:r>
                        <a:rPr lang="en-US"/>
                        <a:t> </a:t>
                      </a:r>
                      <a:endParaRPr/>
                    </a:p>
                    <a:p>
                      <a:pPr>
                        <a:defRPr/>
                      </a:pPr>
                      <a:r>
                        <a:rPr lang="en-US"/>
                        <a:t>Drift is inevitable</a:t>
                      </a:r>
                      <a:endParaRPr/>
                    </a:p>
                  </a:txBody>
                  <a:tcPr/>
                </a:tc>
              </a:tr>
              <a:tr h="813869">
                <a:tc>
                  <a:txBody>
                    <a:bodyPr/>
                    <a:p>
                      <a:pPr>
                        <a:defRPr/>
                      </a:pPr>
                      <a:r>
                        <a:rPr lang="en-US" b="1"/>
                        <a:t>No framework knowledge required</a:t>
                      </a:r>
                      <a:endParaRPr/>
                    </a:p>
                  </a:txBody>
                  <a:tcPr/>
                </a:tc>
                <a:tc>
                  <a:txBody>
                    <a:bodyPr/>
                    <a:p>
                      <a:pPr>
                        <a:defRPr/>
                      </a:pPr>
                      <a:r>
                        <a:rPr lang="en-US" b="1"/>
                        <a:t>Discipline is the only defense against inconsistency</a:t>
                      </a:r>
                      <a:endParaRPr/>
                    </a:p>
                    <a:p>
                      <a:pPr>
                        <a:defRPr/>
                      </a:pPr>
                      <a:r>
                        <a:rPr lang="en-US"/>
                        <a:t>And discipline is bounded</a:t>
                      </a:r>
                      <a:endParaRPr/>
                    </a:p>
                  </a:txBody>
                  <a:tcPr/>
                </a:tc>
              </a:tr>
              <a:tr h="813869">
                <a:tc>
                  <a:txBody>
                    <a:bodyPr/>
                    <a:p>
                      <a:pPr>
                        <a:defRPr/>
                      </a:pPr>
                      <a:r>
                        <a:rPr lang="en-US" b="1"/>
                        <a:t>Fast to write for first implementation</a:t>
                      </a:r>
                      <a:endParaRPr/>
                    </a:p>
                    <a:p>
                      <a:pPr>
                        <a:defRPr/>
                      </a:pPr>
                      <a:endParaRPr lang="en-US"/>
                    </a:p>
                  </a:txBody>
                  <a:tcPr/>
                </a:tc>
                <a:tc>
                  <a:txBody>
                    <a:bodyPr/>
                    <a:p>
                      <a:pPr>
                        <a:defRPr/>
                      </a:pPr>
                      <a:r>
                        <a:rPr lang="en-US" b="1"/>
                        <a:t>Cross-cutting changes ripple across every station file</a:t>
                      </a:r>
                      <a:endParaRPr/>
                    </a:p>
                  </a:txBody>
                  <a:tcPr/>
                </a:tc>
              </a:tr>
              <a:tr h="813869">
                <a:tc>
                  <a:txBody>
                    <a:bodyPr/>
                    <a:p>
                      <a:pPr>
                        <a:defRPr/>
                      </a:pPr>
                      <a:r>
                        <a:rPr lang="en-US" b="1"/>
                        <a:t>Easy to debug</a:t>
                      </a:r>
                      <a:r>
                        <a:rPr lang="en-US"/>
                        <a:t> </a:t>
                      </a:r>
                      <a:endParaRPr/>
                    </a:p>
                    <a:p>
                      <a:pPr>
                        <a:defRPr/>
                      </a:pPr>
                      <a:r>
                        <a:rPr lang="en-US"/>
                        <a:t>No inheritance chain to trace</a:t>
                      </a:r>
                      <a:endParaRPr/>
                    </a:p>
                  </a:txBody>
                  <a:tcPr/>
                </a:tc>
                <a:tc>
                  <a:txBody>
                    <a:bodyPr/>
                    <a:p>
                      <a:pPr>
                        <a:defRPr/>
                      </a:pPr>
                      <a:r>
                        <a:rPr lang="en-US" b="1"/>
                        <a:t>One requirement, five files to touch – and counting</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6958669" name="Title 1"/>
          <p:cNvSpPr>
            <a:spLocks noGrp="1"/>
          </p:cNvSpPr>
          <p:nvPr>
            <p:ph type="title"/>
          </p:nvPr>
        </p:nvSpPr>
        <p:spPr bwMode="auto"/>
        <p:txBody>
          <a:bodyPr/>
          <a:lstStyle/>
          <a:p>
            <a:pPr>
              <a:defRPr/>
            </a:pPr>
            <a:r>
              <a:rPr/>
              <a:t>Block 1 → Block 2 break</a:t>
            </a:r>
            <a:endParaRPr/>
          </a:p>
        </p:txBody>
      </p:sp>
      <p:sp>
        <p:nvSpPr>
          <p:cNvPr id="455236270" name="Rectangle 2"/>
          <p:cNvSpPr/>
          <p:nvPr/>
        </p:nvSpPr>
        <p:spPr bwMode="auto">
          <a:xfrm>
            <a:off x="0" y="1088136"/>
            <a:ext cx="10140696" cy="5330952"/>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8852344" name="TextBox 3"/>
          <p:cNvSpPr txBox="1"/>
          <p:nvPr/>
        </p:nvSpPr>
        <p:spPr bwMode="auto">
          <a:xfrm>
            <a:off x="0" y="1371600"/>
            <a:ext cx="10012680" cy="457200"/>
          </a:xfrm>
          <a:prstGeom prst="rect">
            <a:avLst/>
          </a:prstGeom>
          <a:noFill/>
        </p:spPr>
        <p:txBody>
          <a:bodyPr wrap="square" lIns="0" tIns="0" rIns="0" bIns="0" anchor="t">
            <a:spAutoFit/>
          </a:bodyPr>
          <a:lstStyle/>
          <a:p>
            <a:pPr algn="l">
              <a:lnSpc>
                <a:spcPct val="114999"/>
              </a:lnSpc>
              <a:defRPr/>
            </a:pPr>
            <a:r>
              <a:rPr sz="1400" b="1" i="0">
                <a:solidFill>
                  <a:srgbClr val="770000"/>
                </a:solidFill>
                <a:latin typeface="Arial"/>
              </a:rPr>
              <a:t>BREAK</a:t>
            </a:r>
            <a:endParaRPr/>
          </a:p>
        </p:txBody>
      </p:sp>
      <p:sp>
        <p:nvSpPr>
          <p:cNvPr id="1562498049" name="TextBox 4"/>
          <p:cNvSpPr txBox="1"/>
          <p:nvPr/>
        </p:nvSpPr>
        <p:spPr bwMode="auto">
          <a:xfrm>
            <a:off x="0" y="2011680"/>
            <a:ext cx="10012680" cy="1477328"/>
          </a:xfrm>
          <a:prstGeom prst="rect">
            <a:avLst/>
          </a:prstGeom>
          <a:noFill/>
        </p:spPr>
        <p:txBody>
          <a:bodyPr wrap="square" lIns="0" tIns="0" rIns="0" bIns="0" anchor="t">
            <a:spAutoFit/>
          </a:bodyPr>
          <a:lstStyle/>
          <a:p>
            <a:pPr algn="l">
              <a:lnSpc>
                <a:spcPct val="100000"/>
              </a:lnSpc>
              <a:defRPr/>
            </a:pPr>
            <a:r>
              <a:rPr sz="9600" b="1" i="0">
                <a:solidFill>
                  <a:srgbClr val="FFFFFF"/>
                </a:solidFill>
                <a:latin typeface="Arial"/>
              </a:rPr>
              <a:t>1</a:t>
            </a:r>
            <a:r>
              <a:rPr lang="en-US" sz="9600" b="1" i="0">
                <a:solidFill>
                  <a:srgbClr val="FFFFFF"/>
                </a:solidFill>
                <a:latin typeface="Arial"/>
              </a:rPr>
              <a:t>5</a:t>
            </a:r>
            <a:r>
              <a:rPr sz="9600" b="1" i="0">
                <a:solidFill>
                  <a:srgbClr val="FFFFFF"/>
                </a:solidFill>
                <a:latin typeface="Arial"/>
              </a:rPr>
              <a:t> min</a:t>
            </a:r>
            <a:endParaRPr/>
          </a:p>
        </p:txBody>
      </p:sp>
      <p:sp>
        <p:nvSpPr>
          <p:cNvPr id="104880755" name="TextBox 5"/>
          <p:cNvSpPr txBox="1"/>
          <p:nvPr/>
        </p:nvSpPr>
        <p:spPr bwMode="auto">
          <a:xfrm>
            <a:off x="0" y="4114800"/>
            <a:ext cx="10012680" cy="1828800"/>
          </a:xfrm>
          <a:prstGeom prst="rect">
            <a:avLst/>
          </a:prstGeom>
          <a:noFill/>
        </p:spPr>
        <p:txBody>
          <a:bodyPr wrap="square" lIns="0" tIns="0" rIns="0" bIns="0" anchor="t">
            <a:spAutoFit/>
          </a:bodyPr>
          <a:lstStyle/>
          <a:p>
            <a:pPr algn="l">
              <a:lnSpc>
                <a:spcPct val="140000"/>
              </a:lnSpc>
              <a:defRPr/>
            </a:pPr>
            <a:r>
              <a:rPr sz="2000" b="0" i="1">
                <a:solidFill>
                  <a:srgbClr val="E5E8EC"/>
                </a:solidFill>
                <a:latin typeface="Arial"/>
              </a:rPr>
              <a:t>Coffee, bathroom, social conversation. The next block has the densest concept load.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8602326" name="Title 2"/>
          <p:cNvSpPr>
            <a:spLocks noGrp="1"/>
          </p:cNvSpPr>
          <p:nvPr>
            <p:ph type="title"/>
          </p:nvPr>
        </p:nvSpPr>
        <p:spPr bwMode="auto"/>
        <p:txBody>
          <a:bodyPr/>
          <a:lstStyle/>
          <a:p>
            <a:pPr>
              <a:defRPr/>
            </a:pPr>
            <a:r>
              <a:rPr/>
              <a:t>Block 2</a:t>
            </a:r>
            <a:endParaRPr/>
          </a:p>
        </p:txBody>
      </p:sp>
      <p:sp>
        <p:nvSpPr>
          <p:cNvPr id="375229300" name="Rectangle 3"/>
          <p:cNvSpPr/>
          <p:nvPr/>
        </p:nvSpPr>
        <p:spPr bwMode="auto">
          <a:xfrm>
            <a:off x="0" y="1188720"/>
            <a:ext cx="164592" cy="5120640"/>
          </a:xfrm>
          <a:prstGeom prst="rect">
            <a:avLst/>
          </a:prstGeom>
          <a:solidFill>
            <a:srgbClr val="6271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62140828" name="TextBox 4"/>
          <p:cNvSpPr txBox="1"/>
          <p:nvPr/>
        </p:nvSpPr>
        <p:spPr bwMode="auto">
          <a:xfrm>
            <a:off x="411480" y="1280160"/>
            <a:ext cx="9601200" cy="1554480"/>
          </a:xfrm>
          <a:prstGeom prst="rect">
            <a:avLst/>
          </a:prstGeom>
          <a:noFill/>
        </p:spPr>
        <p:txBody>
          <a:bodyPr wrap="square" lIns="0" tIns="0" rIns="0" bIns="0" anchor="t">
            <a:spAutoFit/>
          </a:bodyPr>
          <a:lstStyle/>
          <a:p>
            <a:pPr algn="l">
              <a:lnSpc>
                <a:spcPct val="105000"/>
              </a:lnSpc>
              <a:defRPr/>
            </a:pPr>
            <a:r>
              <a:rPr sz="4600" b="1" i="0">
                <a:solidFill>
                  <a:srgbClr val="414D5C"/>
                </a:solidFill>
                <a:latin typeface="Arial"/>
              </a:rPr>
              <a:t>Stage 2 — Inheritance</a:t>
            </a:r>
            <a:endParaRPr/>
          </a:p>
        </p:txBody>
      </p:sp>
      <p:sp>
        <p:nvSpPr>
          <p:cNvPr id="1198741500" name="TextBox 5"/>
          <p:cNvSpPr txBox="1"/>
          <p:nvPr/>
        </p:nvSpPr>
        <p:spPr bwMode="auto">
          <a:xfrm>
            <a:off x="411480" y="2926080"/>
            <a:ext cx="9601200" cy="291490"/>
          </a:xfrm>
          <a:prstGeom prst="rect">
            <a:avLst/>
          </a:prstGeom>
          <a:noFill/>
        </p:spPr>
        <p:txBody>
          <a:bodyPr wrap="square" lIns="0" tIns="0" rIns="0" bIns="0" anchor="t">
            <a:spAutoFit/>
          </a:bodyPr>
          <a:lstStyle/>
          <a:p>
            <a:pPr algn="l">
              <a:lnSpc>
                <a:spcPct val="114999"/>
              </a:lnSpc>
              <a:defRPr/>
            </a:pPr>
            <a:r>
              <a:rPr lang="en-US" sz="1800" b="1" i="0">
                <a:solidFill>
                  <a:srgbClr val="627186"/>
                </a:solidFill>
                <a:latin typeface="Arial"/>
              </a:rPr>
              <a:t>75</a:t>
            </a:r>
            <a:r>
              <a:rPr sz="1800" b="1" i="0">
                <a:solidFill>
                  <a:srgbClr val="627186"/>
                </a:solidFill>
                <a:latin typeface="Arial"/>
              </a:rPr>
              <a:t> min</a:t>
            </a:r>
            <a:endParaRPr/>
          </a:p>
        </p:txBody>
      </p:sp>
      <p:sp>
        <p:nvSpPr>
          <p:cNvPr id="1883409169" name="TextBox 6"/>
          <p:cNvSpPr txBox="1"/>
          <p:nvPr/>
        </p:nvSpPr>
        <p:spPr bwMode="auto">
          <a:xfrm>
            <a:off x="411480" y="3749039"/>
            <a:ext cx="9601200" cy="2286000"/>
          </a:xfrm>
          <a:prstGeom prst="rect">
            <a:avLst/>
          </a:prstGeom>
          <a:noFill/>
        </p:spPr>
        <p:txBody>
          <a:bodyPr wrap="square" lIns="0" tIns="0" rIns="0" bIns="0" anchor="t">
            <a:spAutoFit/>
          </a:bodyPr>
          <a:lstStyle/>
          <a:p>
            <a:pPr algn="l">
              <a:lnSpc>
                <a:spcPct val="140000"/>
              </a:lnSpc>
              <a:defRPr/>
            </a:pPr>
            <a:r>
              <a:rPr sz="2000" b="0" i="1">
                <a:solidFill>
                  <a:srgbClr val="242A33"/>
                </a:solidFill>
                <a:latin typeface="Arial"/>
              </a:rPr>
              <a:t>The duplication evaporates.</a:t>
            </a:r>
            <a:endParaRPr/>
          </a:p>
          <a:p>
            <a:pPr algn="l">
              <a:lnSpc>
                <a:spcPct val="140000"/>
              </a:lnSpc>
              <a:defRPr/>
            </a:pPr>
            <a:r>
              <a:rPr sz="2000" b="0" i="1">
                <a:solidFill>
                  <a:srgbClr val="242A33"/>
                </a:solidFill>
                <a:latin typeface="Arial"/>
              </a:rPr>
              <a:t>Then the base class becomes the constraint.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2643444" name="Text Placeholder 1"/>
          <p:cNvSpPr>
            <a:spLocks noGrp="1"/>
          </p:cNvSpPr>
          <p:nvPr>
            <p:ph type="body" sz="quarter" idx="15"/>
          </p:nvPr>
        </p:nvSpPr>
        <p:spPr bwMode="auto"/>
        <p:txBody>
          <a:bodyPr wrap="square"/>
          <a:lstStyle/>
          <a:p>
            <a:pPr algn="l">
              <a:lnSpc>
                <a:spcPct val="130000"/>
              </a:lnSpc>
              <a:defRPr/>
            </a:pPr>
            <a:r>
              <a:rPr sz="2000" b="1">
                <a:solidFill>
                  <a:srgbClr val="627186"/>
                </a:solidFill>
                <a:latin typeface="Arial"/>
              </a:rPr>
              <a:t>▸  </a:t>
            </a:r>
            <a:r>
              <a:rPr sz="2000" b="1">
                <a:solidFill>
                  <a:srgbClr val="242A33"/>
                </a:solidFill>
                <a:latin typeface="Arial"/>
              </a:rPr>
              <a:t>Origin </a:t>
            </a:r>
            <a:r>
              <a:rPr sz="2000">
                <a:solidFill>
                  <a:srgbClr val="242A33"/>
                </a:solidFill>
                <a:latin typeface="Arial"/>
              </a:rPr>
              <a:t>— Simula 67, Smalltalk 1972; mainstream via C++ / Java.</a:t>
            </a:r>
            <a:endParaRPr/>
          </a:p>
          <a:p>
            <a:pPr algn="l">
              <a:lnSpc>
                <a:spcPct val="130000"/>
              </a:lnSpc>
              <a:spcBef>
                <a:spcPts val="400"/>
              </a:spcBef>
              <a:defRPr/>
            </a:pPr>
            <a:r>
              <a:rPr sz="2000" b="1">
                <a:solidFill>
                  <a:srgbClr val="627186"/>
                </a:solidFill>
                <a:latin typeface="Arial"/>
              </a:rPr>
              <a:t>▸  </a:t>
            </a:r>
            <a:r>
              <a:rPr sz="2000" b="1">
                <a:solidFill>
                  <a:srgbClr val="242A33"/>
                </a:solidFill>
                <a:latin typeface="Arial"/>
              </a:rPr>
              <a:t>Mental model </a:t>
            </a:r>
            <a:r>
              <a:rPr sz="2000">
                <a:solidFill>
                  <a:srgbClr val="242A33"/>
                </a:solidFill>
                <a:latin typeface="Arial"/>
              </a:rPr>
              <a:t>— base encodes shared; children override to specialize.</a:t>
            </a:r>
            <a:endParaRPr/>
          </a:p>
          <a:p>
            <a:pPr algn="l">
              <a:lnSpc>
                <a:spcPct val="130000"/>
              </a:lnSpc>
              <a:spcBef>
                <a:spcPts val="400"/>
              </a:spcBef>
              <a:defRPr/>
            </a:pPr>
            <a:r>
              <a:rPr sz="2000" b="1">
                <a:solidFill>
                  <a:srgbClr val="627186"/>
                </a:solidFill>
                <a:latin typeface="Arial"/>
              </a:rPr>
              <a:t>▸  </a:t>
            </a:r>
            <a:r>
              <a:rPr sz="2000" b="1">
                <a:solidFill>
                  <a:srgbClr val="242A33"/>
                </a:solidFill>
                <a:latin typeface="Arial"/>
              </a:rPr>
              <a:t>IEC 61131-3 </a:t>
            </a:r>
            <a:r>
              <a:rPr sz="2000">
                <a:solidFill>
                  <a:srgbClr val="242A33"/>
                </a:solidFill>
                <a:latin typeface="Arial"/>
              </a:rPr>
              <a:t>— inheritance included in 3</a:t>
            </a:r>
            <a:r>
              <a:rPr sz="2000" baseline="30000">
                <a:solidFill>
                  <a:srgbClr val="242A33"/>
                </a:solidFill>
                <a:latin typeface="Arial"/>
              </a:rPr>
              <a:t>rd</a:t>
            </a:r>
            <a:r>
              <a:rPr sz="2000">
                <a:solidFill>
                  <a:srgbClr val="242A33"/>
                </a:solidFill>
                <a:latin typeface="Arial"/>
              </a:rPr>
              <a:t> edition (2013)</a:t>
            </a:r>
            <a:endParaRPr/>
          </a:p>
          <a:p>
            <a:pPr algn="l">
              <a:lnSpc>
                <a:spcPct val="130000"/>
              </a:lnSpc>
              <a:spcBef>
                <a:spcPts val="400"/>
              </a:spcBef>
              <a:defRPr/>
            </a:pPr>
            <a:r>
              <a:rPr sz="2000" b="1">
                <a:solidFill>
                  <a:srgbClr val="627186"/>
                </a:solidFill>
                <a:latin typeface="Arial"/>
              </a:rPr>
              <a:t>▸  </a:t>
            </a:r>
            <a:r>
              <a:rPr sz="2000" b="1">
                <a:solidFill>
                  <a:srgbClr val="242A33"/>
                </a:solidFill>
                <a:latin typeface="Arial"/>
              </a:rPr>
              <a:t>Promise </a:t>
            </a:r>
            <a:r>
              <a:rPr sz="2000">
                <a:solidFill>
                  <a:srgbClr val="242A33"/>
                </a:solidFill>
                <a:latin typeface="Arial"/>
              </a:rPr>
              <a:t>— write the common path once.</a:t>
            </a:r>
            <a:endParaRPr/>
          </a:p>
          <a:p>
            <a:pPr algn="l">
              <a:lnSpc>
                <a:spcPct val="130000"/>
              </a:lnSpc>
              <a:spcBef>
                <a:spcPts val="400"/>
              </a:spcBef>
              <a:defRPr/>
            </a:pPr>
            <a:r>
              <a:rPr sz="2000" b="1">
                <a:solidFill>
                  <a:srgbClr val="627186"/>
                </a:solidFill>
                <a:latin typeface="Arial"/>
              </a:rPr>
              <a:t>▸  </a:t>
            </a:r>
            <a:r>
              <a:rPr sz="2000" b="1">
                <a:solidFill>
                  <a:srgbClr val="242A33"/>
                </a:solidFill>
                <a:latin typeface="Arial"/>
              </a:rPr>
              <a:t>Catch </a:t>
            </a:r>
            <a:r>
              <a:rPr sz="2000">
                <a:solidFill>
                  <a:srgbClr val="242A33"/>
                </a:solidFill>
                <a:latin typeface="Arial"/>
              </a:rPr>
              <a:t>— the common path becomes a </a:t>
            </a:r>
            <a:r>
              <a:rPr sz="2000" u="sng">
                <a:solidFill>
                  <a:srgbClr val="242A33"/>
                </a:solidFill>
                <a:latin typeface="Arial"/>
              </a:rPr>
              <a:t>constraint</a:t>
            </a:r>
            <a:r>
              <a:rPr sz="2000">
                <a:solidFill>
                  <a:srgbClr val="242A33"/>
                </a:solidFill>
                <a:latin typeface="Arial"/>
              </a:rPr>
              <a:t>.</a:t>
            </a:r>
            <a:endParaRPr/>
          </a:p>
        </p:txBody>
      </p:sp>
      <p:sp>
        <p:nvSpPr>
          <p:cNvPr id="1007385673" name="Title 2"/>
          <p:cNvSpPr>
            <a:spLocks noGrp="1"/>
          </p:cNvSpPr>
          <p:nvPr>
            <p:ph type="title"/>
          </p:nvPr>
        </p:nvSpPr>
        <p:spPr bwMode="auto"/>
        <p:txBody>
          <a:bodyPr/>
          <a:lstStyle/>
          <a:p>
            <a:pPr>
              <a:defRPr/>
            </a:pPr>
            <a:r>
              <a:rPr/>
              <a:t>The inheritance paradigm</a:t>
            </a:r>
            <a:endParaRPr/>
          </a:p>
        </p:txBody>
      </p:sp>
      <p:sp>
        <p:nvSpPr>
          <p:cNvPr id="1948516289"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627186"/>
                </a:solidFill>
                <a:latin typeface="Arial"/>
              </a:rPr>
              <a:t>BLOCK 2 · 2A WALKTHROUGH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0438720" name="Text Placeholder 1"/>
          <p:cNvSpPr>
            <a:spLocks noGrp="1"/>
          </p:cNvSpPr>
          <p:nvPr>
            <p:ph type="body" sz="quarter" idx="15"/>
          </p:nvPr>
        </p:nvSpPr>
        <p:spPr bwMode="auto">
          <a:xfrm>
            <a:off x="30479" y="1090798"/>
            <a:ext cx="5870403" cy="5767201"/>
          </a:xfrm>
        </p:spPr>
        <p:txBody>
          <a:bodyPr/>
          <a:lstStyle/>
          <a:p>
            <a:pPr marL="0" indent="0">
              <a:buNone/>
              <a:defRPr/>
            </a:pPr>
            <a:r>
              <a:rPr lang="en-US" sz="2400" b="1">
                <a:solidFill>
                  <a:srgbClr val="770000"/>
                </a:solidFill>
              </a:rPr>
              <a:t>Goal:</a:t>
            </a:r>
            <a:endParaRPr lang="en-US"/>
          </a:p>
          <a:p>
            <a:pPr>
              <a:defRPr/>
            </a:pPr>
            <a:r>
              <a:rPr lang="en-US"/>
              <a:t>Get familiar with the inheritance sample structure</a:t>
            </a:r>
            <a:endParaRPr/>
          </a:p>
          <a:p>
            <a:pPr>
              <a:defRPr/>
            </a:pPr>
            <a:r>
              <a:rPr lang="en-US"/>
              <a:t>Understand OOP keywords: EXTENDS, THIS^, SUPER^</a:t>
            </a:r>
            <a:endParaRPr/>
          </a:p>
          <a:p>
            <a:pPr>
              <a:defRPr/>
            </a:pPr>
            <a:r>
              <a:rPr lang="en-US"/>
              <a:t>Understand overriding base class methods</a:t>
            </a:r>
            <a:endParaRPr/>
          </a:p>
          <a:p>
            <a:pPr>
              <a:defRPr/>
            </a:pPr>
            <a:r>
              <a:rPr lang="en-US"/>
              <a:t>See a glimpse of SPT Component Base</a:t>
            </a:r>
            <a:endParaRPr/>
          </a:p>
        </p:txBody>
      </p:sp>
      <p:sp>
        <p:nvSpPr>
          <p:cNvPr id="1098877030" name="Title 2"/>
          <p:cNvSpPr>
            <a:spLocks noGrp="1"/>
          </p:cNvSpPr>
          <p:nvPr>
            <p:ph type="title"/>
          </p:nvPr>
        </p:nvSpPr>
        <p:spPr bwMode="auto"/>
        <p:txBody>
          <a:bodyPr/>
          <a:lstStyle/>
          <a:p>
            <a:pPr>
              <a:defRPr/>
            </a:pPr>
            <a:r>
              <a:rPr lang="en-US"/>
              <a:t>Lab 2A: Inheritance Code Inspection</a:t>
            </a:r>
            <a:endParaRPr/>
          </a:p>
        </p:txBody>
      </p:sp>
      <p:sp>
        <p:nvSpPr>
          <p:cNvPr id="42966255" name="Text Placeholder 1"/>
          <p:cNvSpPr txBox="1"/>
          <p:nvPr/>
        </p:nvSpPr>
        <p:spPr bwMode="gray">
          <a:xfrm>
            <a:off x="6172200" y="1066800"/>
            <a:ext cx="5870403" cy="5791200"/>
          </a:xfrm>
          <a:prstGeom prst="rect">
            <a:avLst/>
          </a:prstGeom>
        </p:spPr>
        <p:txBody>
          <a:bodyPr vert="horz" lIns="450000" tIns="190800" rIns="91440" bIns="45720" rtlCol="0">
            <a:noAutofit/>
          </a:bodyPr>
          <a:lstStyle>
            <a:lvl1pPr marL="266700" marR="0" indent="-266700" algn="l" defTabSz="914400" rtl="0">
              <a:lnSpc>
                <a:spcPct val="100000"/>
              </a:lnSpc>
              <a:spcBef>
                <a:spcPts val="600"/>
              </a:spcBef>
              <a:spcAft>
                <a:spcPts val="0"/>
              </a:spcAft>
              <a:buClrTx/>
              <a:buSzTx/>
              <a:buFont typeface="Wingdings"/>
              <a:buChar char="§"/>
              <a:defRPr lang="en-US"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a:lstStyle>
          <a:p>
            <a:pPr marL="0" indent="0">
              <a:buFont typeface="Wingdings"/>
              <a:buNone/>
              <a:defRPr/>
            </a:pPr>
            <a:r>
              <a:rPr lang="en-US" sz="2400" b="1">
                <a:solidFill>
                  <a:srgbClr val="770000"/>
                </a:solidFill>
              </a:rPr>
              <a:t>Instructions:</a:t>
            </a:r>
            <a:endParaRPr lang="en-US"/>
          </a:p>
          <a:p>
            <a:pPr>
              <a:defRPr/>
            </a:pPr>
            <a:r>
              <a:rPr lang="en-US"/>
              <a:t>Open the release branch of the solution</a:t>
            </a:r>
            <a:endParaRPr/>
          </a:p>
          <a:p>
            <a:pPr>
              <a:defRPr/>
            </a:pPr>
            <a:r>
              <a:rPr lang="en-US"/>
              <a:t>Go to the </a:t>
            </a:r>
            <a:r>
              <a:rPr lang="en-US"/>
              <a:t>FillingLine_Inheritance</a:t>
            </a:r>
            <a:r>
              <a:rPr lang="en-US"/>
              <a:t> Project</a:t>
            </a:r>
            <a:endParaRPr/>
          </a:p>
          <a:p>
            <a:pPr>
              <a:defRPr/>
            </a:pPr>
            <a:r>
              <a:rPr lang="en-US"/>
              <a:t>Install project libraries if necessary </a:t>
            </a:r>
            <a:endParaRPr/>
          </a:p>
          <a:p>
            <a:pPr>
              <a:defRPr/>
            </a:pPr>
            <a:r>
              <a:rPr lang="en-US"/>
              <a:t>Open </a:t>
            </a:r>
            <a:r>
              <a:rPr lang="en-US"/>
              <a:t>FB_StationBase</a:t>
            </a:r>
            <a:r>
              <a:rPr lang="en-US"/>
              <a:t> and identify where the common procedural code blocks have been placed</a:t>
            </a:r>
            <a:endParaRPr/>
          </a:p>
          <a:p>
            <a:pPr>
              <a:defRPr/>
            </a:pPr>
            <a:r>
              <a:rPr lang="en-US"/>
              <a:t>Compare size of </a:t>
            </a:r>
            <a:r>
              <a:rPr lang="en-US"/>
              <a:t>FB_StationFill</a:t>
            </a:r>
            <a:r>
              <a:rPr lang="en-US"/>
              <a:t> in procedural vs inheritance projects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7476811" name="Text Placeholder 1"/>
          <p:cNvSpPr>
            <a:spLocks noGrp="1"/>
          </p:cNvSpPr>
          <p:nvPr>
            <p:ph type="body" sz="quarter" idx="15"/>
          </p:nvPr>
        </p:nvSpPr>
        <p:spPr bwMode="auto">
          <a:xfrm>
            <a:off x="30479" y="1090798"/>
            <a:ext cx="10485121" cy="5767201"/>
          </a:xfrm>
        </p:spPr>
        <p:txBody>
          <a:bodyPr/>
          <a:lstStyle/>
          <a:p>
            <a:pPr>
              <a:lnSpc>
                <a:spcPct val="130000"/>
              </a:lnSpc>
              <a:defRPr/>
            </a:pPr>
            <a:r>
              <a:rPr lang="en-US" sz="2400" b="1">
                <a:solidFill>
                  <a:srgbClr val="770000"/>
                </a:solidFill>
              </a:rPr>
              <a:t>  </a:t>
            </a:r>
            <a:r>
              <a:rPr lang="en-US" sz="2400" b="1">
                <a:solidFill>
                  <a:srgbClr val="242A33"/>
                </a:solidFill>
              </a:rPr>
              <a:t>Mode block </a:t>
            </a:r>
            <a:r>
              <a:rPr lang="en-US" sz="2400">
                <a:solidFill>
                  <a:srgbClr val="242A33"/>
                </a:solidFill>
              </a:rPr>
              <a:t>— ???</a:t>
            </a:r>
            <a:endParaRPr/>
          </a:p>
          <a:p>
            <a:pPr>
              <a:lnSpc>
                <a:spcPct val="130000"/>
              </a:lnSpc>
              <a:spcBef>
                <a:spcPts val="400"/>
              </a:spcBef>
              <a:defRPr/>
            </a:pPr>
            <a:r>
              <a:rPr lang="en-US" sz="2400" b="1">
                <a:solidFill>
                  <a:srgbClr val="770000"/>
                </a:solidFill>
              </a:rPr>
              <a:t>  </a:t>
            </a:r>
            <a:r>
              <a:rPr lang="en-US" sz="2400" b="1">
                <a:solidFill>
                  <a:srgbClr val="242A33"/>
                </a:solidFill>
              </a:rPr>
              <a:t>Alarm-ack block </a:t>
            </a:r>
            <a:r>
              <a:rPr lang="en-US" sz="2400">
                <a:solidFill>
                  <a:srgbClr val="242A33"/>
                </a:solidFill>
              </a:rPr>
              <a:t>— ???</a:t>
            </a:r>
            <a:endParaRPr/>
          </a:p>
          <a:p>
            <a:pPr>
              <a:lnSpc>
                <a:spcPct val="130000"/>
              </a:lnSpc>
              <a:spcBef>
                <a:spcPts val="400"/>
              </a:spcBef>
              <a:defRPr/>
            </a:pPr>
            <a:r>
              <a:rPr lang="en-US" sz="2400" b="1">
                <a:solidFill>
                  <a:srgbClr val="770000"/>
                </a:solidFill>
              </a:rPr>
              <a:t>  </a:t>
            </a:r>
            <a:r>
              <a:rPr lang="en-US" sz="2400" b="1">
                <a:solidFill>
                  <a:srgbClr val="242A33"/>
                </a:solidFill>
              </a:rPr>
              <a:t>Reset block </a:t>
            </a:r>
            <a:r>
              <a:rPr lang="en-US" sz="2400">
                <a:solidFill>
                  <a:srgbClr val="242A33"/>
                </a:solidFill>
              </a:rPr>
              <a:t>— ???</a:t>
            </a:r>
            <a:endParaRPr/>
          </a:p>
          <a:p>
            <a:pPr>
              <a:lnSpc>
                <a:spcPct val="130000"/>
              </a:lnSpc>
              <a:spcBef>
                <a:spcPts val="400"/>
              </a:spcBef>
              <a:defRPr/>
            </a:pPr>
            <a:r>
              <a:rPr lang="en-US" sz="2400" b="1">
                <a:solidFill>
                  <a:srgbClr val="770000"/>
                </a:solidFill>
              </a:rPr>
              <a:t>  </a:t>
            </a:r>
            <a:r>
              <a:rPr lang="en-US" sz="2400" b="1">
                <a:solidFill>
                  <a:srgbClr val="242A33"/>
                </a:solidFill>
              </a:rPr>
              <a:t>HMI mapping </a:t>
            </a:r>
            <a:r>
              <a:rPr lang="en-US" sz="2400">
                <a:solidFill>
                  <a:srgbClr val="242A33"/>
                </a:solidFill>
              </a:rPr>
              <a:t>— ???</a:t>
            </a:r>
            <a:endParaRPr/>
          </a:p>
          <a:p>
            <a:pPr>
              <a:lnSpc>
                <a:spcPct val="130000"/>
              </a:lnSpc>
              <a:spcBef>
                <a:spcPts val="400"/>
              </a:spcBef>
              <a:defRPr/>
            </a:pPr>
            <a:r>
              <a:rPr lang="en-US" sz="2400" b="1">
                <a:solidFill>
                  <a:srgbClr val="770000"/>
                </a:solidFill>
              </a:rPr>
              <a:t>  </a:t>
            </a:r>
            <a:r>
              <a:rPr lang="en-US" sz="2400" b="1">
                <a:solidFill>
                  <a:srgbClr val="242A33"/>
                </a:solidFill>
              </a:rPr>
              <a:t>State machine </a:t>
            </a:r>
            <a:r>
              <a:rPr lang="en-US" sz="2400">
                <a:solidFill>
                  <a:srgbClr val="242A33"/>
                </a:solidFill>
              </a:rPr>
              <a:t>— ???</a:t>
            </a:r>
            <a:endParaRPr/>
          </a:p>
        </p:txBody>
      </p:sp>
      <p:sp>
        <p:nvSpPr>
          <p:cNvPr id="1238240147" name="Title 2"/>
          <p:cNvSpPr>
            <a:spLocks noGrp="1"/>
          </p:cNvSpPr>
          <p:nvPr>
            <p:ph type="title"/>
          </p:nvPr>
        </p:nvSpPr>
        <p:spPr bwMode="auto"/>
        <p:txBody>
          <a:bodyPr/>
          <a:lstStyle/>
          <a:p>
            <a:pPr>
              <a:defRPr/>
            </a:pPr>
            <a:r>
              <a:rPr lang="en-US"/>
              <a:t>Procedural Code Blocks -&gt; Base Class Methods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7771916" name="Text Placeholder 1"/>
          <p:cNvSpPr>
            <a:spLocks noGrp="1"/>
          </p:cNvSpPr>
          <p:nvPr>
            <p:ph type="body" sz="quarter" idx="15"/>
          </p:nvPr>
        </p:nvSpPr>
        <p:spPr bwMode="auto">
          <a:xfrm>
            <a:off x="30479" y="1090798"/>
            <a:ext cx="10485121" cy="5767201"/>
          </a:xfrm>
        </p:spPr>
        <p:txBody>
          <a:bodyPr/>
          <a:lstStyle/>
          <a:p>
            <a:pPr>
              <a:lnSpc>
                <a:spcPct val="130000"/>
              </a:lnSpc>
              <a:defRPr/>
            </a:pPr>
            <a:r>
              <a:rPr lang="en-US" sz="2400" b="1">
                <a:solidFill>
                  <a:srgbClr val="770000"/>
                </a:solidFill>
              </a:rPr>
              <a:t>▸  </a:t>
            </a:r>
            <a:r>
              <a:rPr lang="en-US" sz="2400" b="1">
                <a:solidFill>
                  <a:srgbClr val="242A33"/>
                </a:solidFill>
              </a:rPr>
              <a:t>Mode block </a:t>
            </a:r>
            <a:r>
              <a:rPr lang="en-US" sz="2400">
                <a:solidFill>
                  <a:srgbClr val="242A33"/>
                </a:solidFill>
              </a:rPr>
              <a:t>— Monitoring()</a:t>
            </a:r>
            <a:endParaRPr/>
          </a:p>
          <a:p>
            <a:pPr>
              <a:lnSpc>
                <a:spcPct val="130000"/>
              </a:lnSpc>
              <a:spcBef>
                <a:spcPts val="400"/>
              </a:spcBef>
              <a:defRPr/>
            </a:pPr>
            <a:r>
              <a:rPr lang="en-US" sz="2400" b="1">
                <a:solidFill>
                  <a:srgbClr val="770000"/>
                </a:solidFill>
              </a:rPr>
              <a:t>▸  </a:t>
            </a:r>
            <a:r>
              <a:rPr lang="en-US" sz="2400" b="1">
                <a:solidFill>
                  <a:srgbClr val="242A33"/>
                </a:solidFill>
              </a:rPr>
              <a:t>Alarm-ack block </a:t>
            </a:r>
            <a:r>
              <a:rPr lang="en-US" sz="2400">
                <a:solidFill>
                  <a:srgbClr val="242A33"/>
                </a:solidFill>
              </a:rPr>
              <a:t>— Monitoring()</a:t>
            </a:r>
            <a:endParaRPr/>
          </a:p>
          <a:p>
            <a:pPr>
              <a:lnSpc>
                <a:spcPct val="130000"/>
              </a:lnSpc>
              <a:spcBef>
                <a:spcPts val="400"/>
              </a:spcBef>
              <a:defRPr/>
            </a:pPr>
            <a:r>
              <a:rPr lang="en-US" sz="2400" b="1">
                <a:solidFill>
                  <a:srgbClr val="770000"/>
                </a:solidFill>
              </a:rPr>
              <a:t>▸  </a:t>
            </a:r>
            <a:r>
              <a:rPr lang="en-US" sz="2400" b="1">
                <a:solidFill>
                  <a:srgbClr val="242A33"/>
                </a:solidFill>
              </a:rPr>
              <a:t>Reset block </a:t>
            </a:r>
            <a:r>
              <a:rPr lang="en-US" sz="2400">
                <a:solidFill>
                  <a:srgbClr val="242A33"/>
                </a:solidFill>
              </a:rPr>
              <a:t>— Reset()</a:t>
            </a:r>
            <a:endParaRPr/>
          </a:p>
          <a:p>
            <a:pPr>
              <a:lnSpc>
                <a:spcPct val="130000"/>
              </a:lnSpc>
              <a:spcBef>
                <a:spcPts val="400"/>
              </a:spcBef>
              <a:defRPr/>
            </a:pPr>
            <a:r>
              <a:rPr lang="en-US" sz="2400" b="1">
                <a:solidFill>
                  <a:srgbClr val="770000"/>
                </a:solidFill>
              </a:rPr>
              <a:t>▸  </a:t>
            </a:r>
            <a:r>
              <a:rPr lang="en-US" sz="2400" b="1">
                <a:solidFill>
                  <a:srgbClr val="242A33"/>
                </a:solidFill>
              </a:rPr>
              <a:t>HMI mapping </a:t>
            </a:r>
            <a:r>
              <a:rPr lang="en-US" sz="2400">
                <a:solidFill>
                  <a:srgbClr val="242A33"/>
                </a:solidFill>
              </a:rPr>
              <a:t>— </a:t>
            </a:r>
            <a:r>
              <a:rPr lang="en-US" sz="2400">
                <a:solidFill>
                  <a:srgbClr val="242A33"/>
                </a:solidFill>
              </a:rPr>
              <a:t>UpdateHmiStatus</a:t>
            </a:r>
            <a:r>
              <a:rPr lang="en-US" sz="2400">
                <a:solidFill>
                  <a:srgbClr val="242A33"/>
                </a:solidFill>
              </a:rPr>
              <a:t>()</a:t>
            </a:r>
            <a:endParaRPr/>
          </a:p>
          <a:p>
            <a:pPr>
              <a:lnSpc>
                <a:spcPct val="130000"/>
              </a:lnSpc>
              <a:spcBef>
                <a:spcPts val="400"/>
              </a:spcBef>
              <a:defRPr/>
            </a:pPr>
            <a:r>
              <a:rPr lang="en-US" sz="2400" b="1">
                <a:solidFill>
                  <a:srgbClr val="770000"/>
                </a:solidFill>
              </a:rPr>
              <a:t>▸  </a:t>
            </a:r>
            <a:r>
              <a:rPr lang="en-US" sz="2400" b="1">
                <a:solidFill>
                  <a:srgbClr val="242A33"/>
                </a:solidFill>
              </a:rPr>
              <a:t>State machine </a:t>
            </a:r>
            <a:r>
              <a:rPr lang="en-US" sz="2400">
                <a:solidFill>
                  <a:srgbClr val="242A33"/>
                </a:solidFill>
              </a:rPr>
              <a:t>— ???</a:t>
            </a:r>
            <a:endParaRPr/>
          </a:p>
        </p:txBody>
      </p:sp>
      <p:sp>
        <p:nvSpPr>
          <p:cNvPr id="1300449087" name="Title 2"/>
          <p:cNvSpPr>
            <a:spLocks noGrp="1"/>
          </p:cNvSpPr>
          <p:nvPr>
            <p:ph type="title"/>
          </p:nvPr>
        </p:nvSpPr>
        <p:spPr bwMode="auto"/>
        <p:txBody>
          <a:bodyPr/>
          <a:lstStyle/>
          <a:p>
            <a:pPr>
              <a:defRPr/>
            </a:pPr>
            <a:r>
              <a:rPr lang="en-US"/>
              <a:t>Procedural Code Blocks -&gt; Base Class Methods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4471079" name="Text Placeholder 1"/>
          <p:cNvSpPr>
            <a:spLocks noGrp="1"/>
          </p:cNvSpPr>
          <p:nvPr>
            <p:ph type="body" sz="quarter" idx="15"/>
          </p:nvPr>
        </p:nvSpPr>
        <p:spPr bwMode="auto">
          <a:xfrm>
            <a:off x="30479" y="1090798"/>
            <a:ext cx="10485121" cy="5767201"/>
          </a:xfrm>
        </p:spPr>
        <p:txBody>
          <a:bodyPr/>
          <a:lstStyle/>
          <a:p>
            <a:pPr>
              <a:lnSpc>
                <a:spcPct val="130000"/>
              </a:lnSpc>
              <a:defRPr/>
            </a:pPr>
            <a:r>
              <a:rPr lang="en-US" sz="2400" b="1">
                <a:solidFill>
                  <a:srgbClr val="770000"/>
                </a:solidFill>
              </a:rPr>
              <a:t>▸  </a:t>
            </a:r>
            <a:r>
              <a:rPr lang="en-US" sz="2400" b="1">
                <a:solidFill>
                  <a:srgbClr val="242A33"/>
                </a:solidFill>
              </a:rPr>
              <a:t>Mode block </a:t>
            </a:r>
            <a:r>
              <a:rPr lang="en-US" sz="2400">
                <a:solidFill>
                  <a:srgbClr val="242A33"/>
                </a:solidFill>
              </a:rPr>
              <a:t>— Monitoring()</a:t>
            </a:r>
            <a:endParaRPr/>
          </a:p>
          <a:p>
            <a:pPr>
              <a:lnSpc>
                <a:spcPct val="130000"/>
              </a:lnSpc>
              <a:spcBef>
                <a:spcPts val="400"/>
              </a:spcBef>
              <a:defRPr/>
            </a:pPr>
            <a:r>
              <a:rPr lang="en-US" sz="2400" b="1">
                <a:solidFill>
                  <a:srgbClr val="770000"/>
                </a:solidFill>
              </a:rPr>
              <a:t>▸  </a:t>
            </a:r>
            <a:r>
              <a:rPr lang="en-US" sz="2400" b="1">
                <a:solidFill>
                  <a:srgbClr val="242A33"/>
                </a:solidFill>
              </a:rPr>
              <a:t>Alarm-ack block </a:t>
            </a:r>
            <a:r>
              <a:rPr lang="en-US" sz="2400">
                <a:solidFill>
                  <a:srgbClr val="242A33"/>
                </a:solidFill>
              </a:rPr>
              <a:t>— Monitoring()</a:t>
            </a:r>
            <a:endParaRPr/>
          </a:p>
          <a:p>
            <a:pPr>
              <a:lnSpc>
                <a:spcPct val="130000"/>
              </a:lnSpc>
              <a:spcBef>
                <a:spcPts val="400"/>
              </a:spcBef>
              <a:defRPr/>
            </a:pPr>
            <a:r>
              <a:rPr lang="en-US" sz="2400" b="1">
                <a:solidFill>
                  <a:srgbClr val="770000"/>
                </a:solidFill>
              </a:rPr>
              <a:t>▸  </a:t>
            </a:r>
            <a:r>
              <a:rPr lang="en-US" sz="2400" b="1">
                <a:solidFill>
                  <a:srgbClr val="242A33"/>
                </a:solidFill>
              </a:rPr>
              <a:t>Reset block </a:t>
            </a:r>
            <a:r>
              <a:rPr lang="en-US" sz="2400">
                <a:solidFill>
                  <a:srgbClr val="242A33"/>
                </a:solidFill>
              </a:rPr>
              <a:t>— Reset()</a:t>
            </a:r>
            <a:endParaRPr/>
          </a:p>
          <a:p>
            <a:pPr>
              <a:lnSpc>
                <a:spcPct val="130000"/>
              </a:lnSpc>
              <a:spcBef>
                <a:spcPts val="400"/>
              </a:spcBef>
              <a:defRPr/>
            </a:pPr>
            <a:r>
              <a:rPr lang="en-US" sz="2400" b="1">
                <a:solidFill>
                  <a:srgbClr val="770000"/>
                </a:solidFill>
              </a:rPr>
              <a:t>▸  </a:t>
            </a:r>
            <a:r>
              <a:rPr lang="en-US" sz="2400" b="1">
                <a:solidFill>
                  <a:srgbClr val="242A33"/>
                </a:solidFill>
              </a:rPr>
              <a:t>HMI mapping </a:t>
            </a:r>
            <a:r>
              <a:rPr lang="en-US" sz="2400">
                <a:solidFill>
                  <a:srgbClr val="242A33"/>
                </a:solidFill>
              </a:rPr>
              <a:t>— </a:t>
            </a:r>
            <a:r>
              <a:rPr lang="en-US" sz="2400">
                <a:solidFill>
                  <a:srgbClr val="242A33"/>
                </a:solidFill>
              </a:rPr>
              <a:t>UpdateHmiStatus</a:t>
            </a:r>
            <a:r>
              <a:rPr lang="en-US" sz="2400">
                <a:solidFill>
                  <a:srgbClr val="242A33"/>
                </a:solidFill>
              </a:rPr>
              <a:t>()</a:t>
            </a:r>
            <a:endParaRPr/>
          </a:p>
          <a:p>
            <a:pPr>
              <a:lnSpc>
                <a:spcPct val="130000"/>
              </a:lnSpc>
              <a:spcBef>
                <a:spcPts val="400"/>
              </a:spcBef>
              <a:defRPr/>
            </a:pPr>
            <a:r>
              <a:rPr lang="en-US" sz="2400" b="1">
                <a:solidFill>
                  <a:srgbClr val="770000"/>
                </a:solidFill>
              </a:rPr>
              <a:t>▸  </a:t>
            </a:r>
            <a:r>
              <a:rPr lang="en-US" sz="2400" b="1">
                <a:solidFill>
                  <a:srgbClr val="242A33"/>
                </a:solidFill>
              </a:rPr>
              <a:t>State machine </a:t>
            </a:r>
            <a:r>
              <a:rPr lang="en-US" sz="2400">
                <a:solidFill>
                  <a:srgbClr val="242A33"/>
                </a:solidFill>
              </a:rPr>
              <a:t>— </a:t>
            </a:r>
            <a:r>
              <a:rPr lang="en-US" sz="2400">
                <a:solidFill>
                  <a:srgbClr val="242A33"/>
                </a:solidFill>
              </a:rPr>
              <a:t>ExecuteSequence</a:t>
            </a:r>
            <a:r>
              <a:rPr lang="en-US" sz="2400">
                <a:solidFill>
                  <a:srgbClr val="242A33"/>
                </a:solidFill>
              </a:rPr>
              <a:t>() of derived FB overrides base</a:t>
            </a:r>
            <a:endParaRPr/>
          </a:p>
        </p:txBody>
      </p:sp>
      <p:sp>
        <p:nvSpPr>
          <p:cNvPr id="1231541880" name="Title 2"/>
          <p:cNvSpPr>
            <a:spLocks noGrp="1"/>
          </p:cNvSpPr>
          <p:nvPr>
            <p:ph type="title"/>
          </p:nvPr>
        </p:nvSpPr>
        <p:spPr bwMode="auto"/>
        <p:txBody>
          <a:bodyPr/>
          <a:lstStyle/>
          <a:p>
            <a:pPr>
              <a:defRPr/>
            </a:pPr>
            <a:r>
              <a:rPr lang="en-US"/>
              <a:t>Overriding Base FB Methods</a:t>
            </a:r>
            <a:endParaRPr/>
          </a:p>
        </p:txBody>
      </p:sp>
      <p:sp>
        <p:nvSpPr>
          <p:cNvPr id="1439854738" name="Rectangle 3"/>
          <p:cNvSpPr/>
          <p:nvPr/>
        </p:nvSpPr>
        <p:spPr bwMode="auto">
          <a:xfrm>
            <a:off x="30479" y="1219200"/>
            <a:ext cx="8046721" cy="2209800"/>
          </a:xfrm>
          <a:prstGeom prst="rect">
            <a:avLst/>
          </a:prstGeom>
          <a:solidFill>
            <a:schemeClr val="bg1">
              <a:alpha val="5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a:lnSpc>
                <a:spcPct val="100000"/>
              </a:lnSpc>
              <a:spcBef>
                <a:spcPts val="600"/>
              </a:spcBef>
              <a:spcAft>
                <a:spcPts val="0"/>
              </a:spcAft>
              <a:buClrTx/>
              <a:buSzTx/>
              <a:buFont typeface="Wingdings"/>
              <a:buChar char="§"/>
              <a:defRPr/>
            </a:pPr>
            <a:endParaRPr lang="en-US" sz="1800">
              <a:solidFill>
                <a:schemeClr val="tx1"/>
              </a:solidFill>
              <a:latin typeface="+mj-lt"/>
              <a:ea typeface="+mn-ea"/>
              <a:cs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114069" name="Title 1"/>
          <p:cNvSpPr>
            <a:spLocks noGrp="1"/>
          </p:cNvSpPr>
          <p:nvPr>
            <p:ph type="title"/>
          </p:nvPr>
        </p:nvSpPr>
        <p:spPr bwMode="auto"/>
        <p:txBody>
          <a:bodyPr/>
          <a:lstStyle/>
          <a:p>
            <a:pPr>
              <a:defRPr/>
            </a:pPr>
            <a:r>
              <a:rPr/>
              <a:t>Inheritance mechanics — four things to recognize</a:t>
            </a:r>
            <a:endParaRPr/>
          </a:p>
        </p:txBody>
      </p:sp>
      <p:sp>
        <p:nvSpPr>
          <p:cNvPr id="705940818"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627186"/>
                </a:solidFill>
                <a:latin typeface="Arial"/>
              </a:rPr>
              <a:t>BLOCK 2 · 2A WALKTHROUGH</a:t>
            </a:r>
            <a:endParaRPr/>
          </a:p>
        </p:txBody>
      </p:sp>
      <p:sp>
        <p:nvSpPr>
          <p:cNvPr id="2003600684" name="Rectangle 3"/>
          <p:cNvSpPr/>
          <p:nvPr/>
        </p:nvSpPr>
        <p:spPr bwMode="auto">
          <a:xfrm>
            <a:off x="0" y="1234440"/>
            <a:ext cx="10012680" cy="4892039"/>
          </a:xfrm>
          <a:prstGeom prst="rect">
            <a:avLst/>
          </a:prstGeom>
          <a:solidFill>
            <a:srgbClr val="1B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1932965" name="TextBox 4"/>
          <p:cNvSpPr txBox="1"/>
          <p:nvPr/>
        </p:nvSpPr>
        <p:spPr bwMode="auto">
          <a:xfrm>
            <a:off x="182880" y="1325880"/>
            <a:ext cx="2743200" cy="274320"/>
          </a:xfrm>
          <a:prstGeom prst="rect">
            <a:avLst/>
          </a:prstGeom>
          <a:noFill/>
        </p:spPr>
        <p:txBody>
          <a:bodyPr wrap="square" lIns="0" tIns="0" rIns="0" bIns="0" anchor="t">
            <a:spAutoFit/>
          </a:bodyPr>
          <a:lstStyle/>
          <a:p>
            <a:pPr algn="l">
              <a:lnSpc>
                <a:spcPct val="114999"/>
              </a:lnSpc>
              <a:defRPr/>
            </a:pPr>
            <a:r>
              <a:rPr sz="1000" b="1" i="0">
                <a:solidFill>
                  <a:srgbClr val="627186"/>
                </a:solidFill>
                <a:latin typeface="Arial"/>
              </a:rPr>
              <a:t>STRUCTURED TEXT</a:t>
            </a:r>
            <a:endParaRPr/>
          </a:p>
        </p:txBody>
      </p:sp>
      <p:sp>
        <p:nvSpPr>
          <p:cNvPr id="383683175" name="TextBox 5"/>
          <p:cNvSpPr txBox="1"/>
          <p:nvPr/>
        </p:nvSpPr>
        <p:spPr bwMode="auto">
          <a:xfrm>
            <a:off x="274320" y="1691640"/>
            <a:ext cx="9509760" cy="4297680"/>
          </a:xfrm>
          <a:prstGeom prst="rect">
            <a:avLst/>
          </a:prstGeom>
          <a:noFill/>
        </p:spPr>
        <p:txBody>
          <a:bodyPr wrap="square" lIns="0" tIns="0" rIns="0" bIns="0" anchor="t">
            <a:spAutoFit/>
          </a:bodyPr>
          <a:lstStyle/>
          <a:p>
            <a:pPr algn="l">
              <a:lnSpc>
                <a:spcPct val="125000"/>
              </a:lnSpc>
              <a:defRPr/>
            </a:pPr>
            <a:r>
              <a:rPr sz="1200" b="0" i="0">
                <a:solidFill>
                  <a:srgbClr val="E6E8EB"/>
                </a:solidFill>
                <a:latin typeface="Consolas"/>
              </a:rPr>
              <a:t>// 1. EXTENDS — child declares parent</a:t>
            </a:r>
            <a:endParaRPr/>
          </a:p>
          <a:p>
            <a:pPr algn="l">
              <a:lnSpc>
                <a:spcPct val="125000"/>
              </a:lnSpc>
              <a:defRPr/>
            </a:pPr>
            <a:r>
              <a:rPr sz="1200" b="0" i="0">
                <a:solidFill>
                  <a:srgbClr val="E6E8EB"/>
                </a:solidFill>
                <a:latin typeface="Consolas"/>
              </a:rPr>
              <a:t>FUNCTION_BLOCK FB_StationFill EXTENDS FB_StationBase</a:t>
            </a:r>
            <a:endParaRPr/>
          </a:p>
          <a:p>
            <a:pPr algn="l">
              <a:lnSpc>
                <a:spcPct val="125000"/>
              </a:lnSpc>
              <a:defRPr/>
            </a:pPr>
            <a:endParaRPr sz="1200" b="0" i="0">
              <a:solidFill>
                <a:srgbClr val="E6E8EB"/>
              </a:solidFill>
              <a:latin typeface="Consolas"/>
            </a:endParaRPr>
          </a:p>
          <a:p>
            <a:pPr algn="l">
              <a:lnSpc>
                <a:spcPct val="125000"/>
              </a:lnSpc>
              <a:defRPr/>
            </a:pPr>
            <a:r>
              <a:rPr sz="1200" b="0" i="0">
                <a:solidFill>
                  <a:srgbClr val="E6E8EB"/>
                </a:solidFill>
                <a:latin typeface="Consolas"/>
              </a:rPr>
              <a:t>// 2. SUPER^ — explicit base call</a:t>
            </a:r>
            <a:endParaRPr/>
          </a:p>
          <a:p>
            <a:pPr algn="l">
              <a:lnSpc>
                <a:spcPct val="125000"/>
              </a:lnSpc>
              <a:defRPr/>
            </a:pPr>
            <a:r>
              <a:rPr sz="1200" b="0" i="0">
                <a:solidFill>
                  <a:srgbClr val="E6E8EB"/>
                </a:solidFill>
                <a:latin typeface="Consolas"/>
              </a:rPr>
              <a:t>METHOD PROTECTED CyclicLogic</a:t>
            </a:r>
            <a:endParaRPr/>
          </a:p>
          <a:p>
            <a:pPr algn="l">
              <a:lnSpc>
                <a:spcPct val="125000"/>
              </a:lnSpc>
              <a:defRPr/>
            </a:pPr>
            <a:r>
              <a:rPr sz="1200" b="0" i="0">
                <a:solidFill>
                  <a:srgbClr val="E6E8EB"/>
                </a:solidFill>
                <a:latin typeface="Consolas"/>
              </a:rPr>
              <a:t>    SUPER^.CyclicLogic();    // run the base's mode/ack/reset</a:t>
            </a:r>
            <a:endParaRPr/>
          </a:p>
          <a:p>
            <a:pPr algn="l">
              <a:lnSpc>
                <a:spcPct val="125000"/>
              </a:lnSpc>
              <a:defRPr/>
            </a:pPr>
            <a:r>
              <a:rPr sz="1200" b="0" i="0">
                <a:solidFill>
                  <a:srgbClr val="E6E8EB"/>
                </a:solidFill>
                <a:latin typeface="Consolas"/>
              </a:rPr>
              <a:t>    THIS^.ExecuteSequence(); // then run my sequence</a:t>
            </a:r>
            <a:endParaRPr/>
          </a:p>
          <a:p>
            <a:pPr algn="l">
              <a:lnSpc>
                <a:spcPct val="125000"/>
              </a:lnSpc>
              <a:defRPr/>
            </a:pPr>
            <a:endParaRPr sz="1200" b="0" i="0">
              <a:solidFill>
                <a:srgbClr val="E6E8EB"/>
              </a:solidFill>
              <a:latin typeface="Consolas"/>
            </a:endParaRPr>
          </a:p>
          <a:p>
            <a:pPr algn="l">
              <a:lnSpc>
                <a:spcPct val="125000"/>
              </a:lnSpc>
              <a:defRPr/>
            </a:pPr>
            <a:r>
              <a:rPr sz="1200" b="0" i="0">
                <a:solidFill>
                  <a:srgbClr val="E6E8EB"/>
                </a:solidFill>
                <a:latin typeface="Consolas"/>
              </a:rPr>
              <a:t>// 3. Method override — child's version replaces base's</a:t>
            </a:r>
            <a:endParaRPr/>
          </a:p>
          <a:p>
            <a:pPr algn="l">
              <a:lnSpc>
                <a:spcPct val="125000"/>
              </a:lnSpc>
              <a:defRPr/>
            </a:pPr>
            <a:r>
              <a:rPr sz="1200" b="0" i="0">
                <a:solidFill>
                  <a:srgbClr val="E6E8EB"/>
                </a:solidFill>
                <a:latin typeface="Consolas"/>
              </a:rPr>
              <a:t>METHOD PROTECTED ExecuteSequence</a:t>
            </a:r>
            <a:endParaRPr/>
          </a:p>
          <a:p>
            <a:pPr algn="l">
              <a:lnSpc>
                <a:spcPct val="125000"/>
              </a:lnSpc>
              <a:defRPr/>
            </a:pPr>
            <a:r>
              <a:rPr sz="1200" b="0" i="0">
                <a:solidFill>
                  <a:srgbClr val="E6E8EB"/>
                </a:solidFill>
                <a:latin typeface="Consolas"/>
              </a:rPr>
              <a:t>    CASE State OF</a:t>
            </a:r>
            <a:endParaRPr/>
          </a:p>
          <a:p>
            <a:pPr algn="l">
              <a:lnSpc>
                <a:spcPct val="125000"/>
              </a:lnSpc>
              <a:defRPr/>
            </a:pPr>
            <a:r>
              <a:rPr sz="1200" b="0" i="0">
                <a:solidFill>
                  <a:srgbClr val="E6E8EB"/>
                </a:solidFill>
                <a:latin typeface="Consolas"/>
              </a:rPr>
              <a:t>        0:  IF Mode.AllowRun THEN State := 10; END_IF</a:t>
            </a:r>
            <a:endParaRPr/>
          </a:p>
          <a:p>
            <a:pPr algn="l">
              <a:lnSpc>
                <a:spcPct val="125000"/>
              </a:lnSpc>
              <a:defRPr/>
            </a:pPr>
            <a:r>
              <a:rPr sz="1200" b="0" i="0">
                <a:solidFill>
                  <a:srgbClr val="E6E8EB"/>
                </a:solidFill>
                <a:latin typeface="Consolas"/>
              </a:rPr>
              <a:t>        10: // ... fill logic</a:t>
            </a:r>
            <a:endParaRPr/>
          </a:p>
          <a:p>
            <a:pPr algn="l">
              <a:lnSpc>
                <a:spcPct val="125000"/>
              </a:lnSpc>
              <a:defRPr/>
            </a:pPr>
            <a:r>
              <a:rPr sz="1200" b="0" i="0">
                <a:solidFill>
                  <a:srgbClr val="E6E8EB"/>
                </a:solidFill>
                <a:latin typeface="Consolas"/>
              </a:rPr>
              <a:t>        20: State := 0;</a:t>
            </a:r>
            <a:endParaRPr/>
          </a:p>
          <a:p>
            <a:pPr algn="l">
              <a:lnSpc>
                <a:spcPct val="125000"/>
              </a:lnSpc>
              <a:defRPr/>
            </a:pPr>
            <a:r>
              <a:rPr sz="1200" b="0" i="0">
                <a:solidFill>
                  <a:srgbClr val="E6E8EB"/>
                </a:solidFill>
                <a:latin typeface="Consolas"/>
              </a:rPr>
              <a:t>    END_CASE</a:t>
            </a:r>
            <a:endParaRPr/>
          </a:p>
          <a:p>
            <a:pPr algn="l">
              <a:lnSpc>
                <a:spcPct val="125000"/>
              </a:lnSpc>
              <a:defRPr/>
            </a:pPr>
            <a:endParaRPr sz="1200" b="0" i="0">
              <a:solidFill>
                <a:srgbClr val="E6E8EB"/>
              </a:solidFill>
              <a:latin typeface="Consolas"/>
            </a:endParaRPr>
          </a:p>
          <a:p>
            <a:pPr algn="l">
              <a:lnSpc>
                <a:spcPct val="125000"/>
              </a:lnSpc>
              <a:defRPr/>
            </a:pPr>
            <a:r>
              <a:rPr sz="1200" b="0" i="0">
                <a:solidFill>
                  <a:srgbClr val="E6E8EB"/>
                </a:solidFill>
                <a:latin typeface="Consolas"/>
              </a:rPr>
              <a:t>// 4. FB_init — construction-time parameters</a:t>
            </a:r>
            <a:endParaRPr/>
          </a:p>
          <a:p>
            <a:pPr algn="l">
              <a:lnSpc>
                <a:spcPct val="125000"/>
              </a:lnSpc>
              <a:defRPr/>
            </a:pPr>
            <a:r>
              <a:rPr sz="1200" b="0" i="0">
                <a:solidFill>
                  <a:srgbClr val="E6E8EB"/>
                </a:solidFill>
                <a:latin typeface="Consolas"/>
              </a:rPr>
              <a:t>METHOD FB_init : BOOL</a:t>
            </a:r>
            <a:endParaRPr/>
          </a:p>
          <a:p>
            <a:pPr algn="l">
              <a:lnSpc>
                <a:spcPct val="125000"/>
              </a:lnSpc>
              <a:defRPr/>
            </a:pPr>
            <a:r>
              <a:rPr sz="1200" b="0" i="0">
                <a:solidFill>
                  <a:srgbClr val="E6E8EB"/>
                </a:solidFill>
                <a:latin typeface="Consolas"/>
              </a:rPr>
              <a:t>VAR_INPUT</a:t>
            </a:r>
            <a:endParaRPr/>
          </a:p>
          <a:p>
            <a:pPr algn="l">
              <a:lnSpc>
                <a:spcPct val="125000"/>
              </a:lnSpc>
              <a:defRPr/>
            </a:pPr>
            <a:r>
              <a:rPr sz="1200" b="0" i="0">
                <a:solidFill>
                  <a:srgbClr val="E6E8EB"/>
                </a:solidFill>
                <a:latin typeface="Consolas"/>
              </a:rPr>
              <a:t>    bInitRetains : BOOL;</a:t>
            </a:r>
            <a:endParaRPr/>
          </a:p>
          <a:p>
            <a:pPr algn="l">
              <a:lnSpc>
                <a:spcPct val="125000"/>
              </a:lnSpc>
              <a:defRPr/>
            </a:pPr>
            <a:r>
              <a:rPr sz="1200" b="0" i="0">
                <a:solidFill>
                  <a:srgbClr val="E6E8EB"/>
                </a:solidFill>
                <a:latin typeface="Consolas"/>
              </a:rPr>
              <a:t>    bInCopyCode  : BOOL;</a:t>
            </a:r>
            <a:endParaRPr/>
          </a:p>
          <a:p>
            <a:pPr algn="l">
              <a:lnSpc>
                <a:spcPct val="125000"/>
              </a:lnSpc>
              <a:defRPr/>
            </a:pPr>
            <a:r>
              <a:rPr sz="1200" b="0" i="0">
                <a:solidFill>
                  <a:srgbClr val="E6E8EB"/>
                </a:solidFill>
                <a:latin typeface="Consolas"/>
              </a:rPr>
              <a:t>    Name         : STRING(20);</a:t>
            </a:r>
            <a:endParaRPr/>
          </a:p>
          <a:p>
            <a:pPr algn="l">
              <a:lnSpc>
                <a:spcPct val="125000"/>
              </a:lnSpc>
              <a:defRPr/>
            </a:pPr>
            <a:r>
              <a:rPr sz="1200" b="0" i="0">
                <a:solidFill>
                  <a:srgbClr val="E6E8EB"/>
                </a:solidFill>
                <a:latin typeface="Consolas"/>
              </a:rPr>
              <a:t>END_VAR</a:t>
            </a:r>
            <a:endParaRPr/>
          </a:p>
          <a:p>
            <a:pPr algn="l">
              <a:lnSpc>
                <a:spcPct val="125000"/>
              </a:lnSpc>
              <a:defRPr/>
            </a:pPr>
            <a:r>
              <a:rPr sz="1200" b="0" i="0">
                <a:solidFill>
                  <a:srgbClr val="E6E8EB"/>
                </a:solidFill>
                <a:latin typeface="Consolas"/>
              </a:rPr>
              <a:t>SUPER^.FB_init(bInitRetains, bInCopyCode);</a:t>
            </a:r>
            <a:endParaRPr/>
          </a:p>
          <a:p>
            <a:pPr algn="l">
              <a:lnSpc>
                <a:spcPct val="125000"/>
              </a:lnSpc>
              <a:defRPr/>
            </a:pPr>
            <a:r>
              <a:rPr sz="1200" b="0" i="0">
                <a:solidFill>
                  <a:srgbClr val="E6E8EB"/>
                </a:solidFill>
                <a:latin typeface="Consolas"/>
              </a:rPr>
              <a:t>THIS^.Name := Name;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7225179" name="Text Placeholder 1"/>
          <p:cNvSpPr>
            <a:spLocks noGrp="1"/>
          </p:cNvSpPr>
          <p:nvPr>
            <p:ph type="body" sz="quarter" idx="15"/>
          </p:nvPr>
        </p:nvSpPr>
        <p:spPr bwMode="auto">
          <a:xfrm>
            <a:off x="2" y="1090799"/>
            <a:ext cx="11887196" cy="5331600"/>
          </a:xfrm>
        </p:spPr>
        <p:txBody>
          <a:bodyPr wrap="square"/>
          <a:lstStyle/>
          <a:p>
            <a:pPr algn="l">
              <a:lnSpc>
                <a:spcPct val="130000"/>
              </a:lnSpc>
              <a:defRPr/>
            </a:pPr>
            <a:r>
              <a:rPr sz="2000" b="1">
                <a:solidFill>
                  <a:srgbClr val="627186"/>
                </a:solidFill>
                <a:latin typeface="Arial"/>
              </a:rPr>
              <a:t>▸  </a:t>
            </a:r>
            <a:r>
              <a:rPr sz="2000" b="1">
                <a:solidFill>
                  <a:srgbClr val="242A33"/>
                </a:solidFill>
                <a:latin typeface="Arial"/>
              </a:rPr>
              <a:t>FB_StationFill</a:t>
            </a:r>
            <a:r>
              <a:rPr sz="2000" b="1">
                <a:solidFill>
                  <a:srgbClr val="242A33"/>
                </a:solidFill>
                <a:latin typeface="Arial"/>
              </a:rPr>
              <a:t> </a:t>
            </a:r>
            <a:r>
              <a:rPr sz="2000">
                <a:solidFill>
                  <a:srgbClr val="242A33"/>
                </a:solidFill>
                <a:latin typeface="Arial"/>
              </a:rPr>
              <a:t>— 107 lines → 67. </a:t>
            </a:r>
            <a:r>
              <a:rPr sz="2000" b="1">
                <a:solidFill>
                  <a:srgbClr val="242A33"/>
                </a:solidFill>
                <a:latin typeface="Arial"/>
              </a:rPr>
              <a:t>42% smaller</a:t>
            </a:r>
            <a:endParaRPr/>
          </a:p>
          <a:p>
            <a:pPr algn="l">
              <a:lnSpc>
                <a:spcPct val="130000"/>
              </a:lnSpc>
              <a:spcBef>
                <a:spcPts val="400"/>
              </a:spcBef>
              <a:defRPr/>
            </a:pPr>
            <a:r>
              <a:rPr sz="2000" b="1">
                <a:solidFill>
                  <a:srgbClr val="627186"/>
                </a:solidFill>
                <a:latin typeface="Arial"/>
              </a:rPr>
              <a:t>▸  </a:t>
            </a:r>
            <a:r>
              <a:rPr sz="2000" b="1">
                <a:solidFill>
                  <a:srgbClr val="242A33"/>
                </a:solidFill>
                <a:latin typeface="Arial"/>
              </a:rPr>
              <a:t>Drift #1 fixed </a:t>
            </a:r>
            <a:r>
              <a:rPr sz="2000">
                <a:solidFill>
                  <a:srgbClr val="242A33"/>
                </a:solidFill>
                <a:latin typeface="Arial"/>
              </a:rPr>
              <a:t>— base normalizes alarm-ack to R_TRIG.</a:t>
            </a:r>
            <a:endParaRPr/>
          </a:p>
          <a:p>
            <a:pPr algn="l">
              <a:lnSpc>
                <a:spcPct val="130000"/>
              </a:lnSpc>
              <a:spcBef>
                <a:spcPts val="400"/>
              </a:spcBef>
              <a:defRPr/>
            </a:pPr>
            <a:r>
              <a:rPr sz="2000" b="1">
                <a:solidFill>
                  <a:srgbClr val="627186"/>
                </a:solidFill>
                <a:latin typeface="Arial"/>
              </a:rPr>
              <a:t>▸  </a:t>
            </a:r>
            <a:r>
              <a:rPr sz="2000" b="1">
                <a:solidFill>
                  <a:srgbClr val="242A33"/>
                </a:solidFill>
                <a:latin typeface="Arial"/>
              </a:rPr>
              <a:t>Drift #2 fixed </a:t>
            </a:r>
            <a:r>
              <a:rPr sz="2000">
                <a:solidFill>
                  <a:srgbClr val="242A33"/>
                </a:solidFill>
                <a:latin typeface="Arial"/>
              </a:rPr>
              <a:t>— Label normalized to 0/10/20/30.</a:t>
            </a:r>
            <a:endParaRPr/>
          </a:p>
          <a:p>
            <a:pPr algn="l">
              <a:lnSpc>
                <a:spcPct val="130000"/>
              </a:lnSpc>
              <a:spcBef>
                <a:spcPts val="400"/>
              </a:spcBef>
              <a:defRPr/>
            </a:pPr>
            <a:r>
              <a:rPr sz="2000" b="1">
                <a:solidFill>
                  <a:srgbClr val="627186"/>
                </a:solidFill>
                <a:latin typeface="Arial"/>
              </a:rPr>
              <a:t>▸  </a:t>
            </a:r>
            <a:r>
              <a:rPr sz="2000" b="1">
                <a:solidFill>
                  <a:srgbClr val="242A33"/>
                </a:solidFill>
                <a:latin typeface="Arial"/>
              </a:rPr>
              <a:t>Drift #3 fixed </a:t>
            </a:r>
            <a:r>
              <a:rPr sz="2000">
                <a:solidFill>
                  <a:srgbClr val="242A33"/>
                </a:solidFill>
                <a:latin typeface="Arial"/>
              </a:rPr>
              <a:t>— dead </a:t>
            </a:r>
            <a:r>
              <a:rPr sz="2000">
                <a:solidFill>
                  <a:srgbClr val="242A33"/>
                </a:solidFill>
                <a:latin typeface="Arial"/>
              </a:rPr>
              <a:t>ManualStep</a:t>
            </a:r>
            <a:r>
              <a:rPr sz="2000">
                <a:solidFill>
                  <a:srgbClr val="242A33"/>
                </a:solidFill>
                <a:latin typeface="Arial"/>
              </a:rPr>
              <a:t> doesn't propagate.</a:t>
            </a:r>
            <a:endParaRPr/>
          </a:p>
        </p:txBody>
      </p:sp>
      <p:sp>
        <p:nvSpPr>
          <p:cNvPr id="1103550224" name="Title 2"/>
          <p:cNvSpPr>
            <a:spLocks noGrp="1"/>
          </p:cNvSpPr>
          <p:nvPr>
            <p:ph type="title"/>
          </p:nvPr>
        </p:nvSpPr>
        <p:spPr bwMode="auto"/>
        <p:txBody>
          <a:bodyPr/>
          <a:lstStyle/>
          <a:p>
            <a:pPr>
              <a:defRPr/>
            </a:pPr>
            <a:r>
              <a:rPr/>
              <a:t>Same behavior, different architecture</a:t>
            </a:r>
            <a:endParaRPr/>
          </a:p>
        </p:txBody>
      </p:sp>
      <p:sp>
        <p:nvSpPr>
          <p:cNvPr id="1242646265"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627186"/>
                </a:solidFill>
                <a:latin typeface="Arial"/>
              </a:rPr>
              <a:t>BLOCK 2 · 2A WALKTHROUGH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1502851" name="Text Placeholder 1"/>
          <p:cNvSpPr>
            <a:spLocks noGrp="1"/>
          </p:cNvSpPr>
          <p:nvPr>
            <p:ph type="body" sz="quarter" idx="15"/>
          </p:nvPr>
        </p:nvSpPr>
        <p:spPr bwMode="auto"/>
        <p:txBody>
          <a:bodyPr wrap="square"/>
          <a:lstStyle/>
          <a:p>
            <a:pPr algn="l">
              <a:lnSpc>
                <a:spcPct val="130000"/>
              </a:lnSpc>
              <a:defRPr/>
            </a:pPr>
            <a:r>
              <a:rPr lang="en-US" sz="2000" b="1">
                <a:solidFill>
                  <a:srgbClr val="C00000"/>
                </a:solidFill>
                <a:latin typeface="Arial"/>
              </a:rPr>
              <a:t>Where is Monitoring() called?</a:t>
            </a:r>
            <a:endParaRPr sz="2000" b="1">
              <a:solidFill>
                <a:srgbClr val="C00000"/>
              </a:solidFill>
              <a:latin typeface="Arial"/>
            </a:endParaRPr>
          </a:p>
        </p:txBody>
      </p:sp>
      <p:sp>
        <p:nvSpPr>
          <p:cNvPr id="1641835513" name="Title 2"/>
          <p:cNvSpPr>
            <a:spLocks noGrp="1"/>
          </p:cNvSpPr>
          <p:nvPr>
            <p:ph type="title"/>
          </p:nvPr>
        </p:nvSpPr>
        <p:spPr bwMode="auto"/>
        <p:txBody>
          <a:bodyPr/>
          <a:lstStyle/>
          <a:p>
            <a:pPr>
              <a:defRPr/>
            </a:pPr>
            <a:r>
              <a:rPr lang="en-US"/>
              <a:t>Monitoring() Execution</a:t>
            </a:r>
            <a:endParaRPr/>
          </a:p>
        </p:txBody>
      </p:sp>
      <p:sp>
        <p:nvSpPr>
          <p:cNvPr id="1203535928"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627186"/>
                </a:solidFill>
                <a:latin typeface="Arial"/>
              </a:rPr>
              <a:t>BLOCK 2 · 2A WALKTHROUGH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528845228" name="Title 1"/>
          <p:cNvSpPr>
            <a:spLocks noGrp="1"/>
          </p:cNvSpPr>
          <p:nvPr>
            <p:ph type="title"/>
          </p:nvPr>
        </p:nvSpPr>
        <p:spPr bwMode="auto"/>
        <p:txBody>
          <a:bodyPr/>
          <a:lstStyle/>
          <a:p>
            <a:pPr>
              <a:defRPr/>
            </a:pPr>
            <a:r>
              <a:rPr lang="en-US"/>
              <a:t>Anticipated Customer Feedback</a:t>
            </a:r>
            <a:endParaRPr/>
          </a:p>
        </p:txBody>
      </p:sp>
      <p:sp>
        <p:nvSpPr>
          <p:cNvPr id="223593946"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EF0000"/>
                </a:solidFill>
                <a:latin typeface="Arial"/>
              </a:rPr>
              <a:t>BLOCK 2 · 2A PRE-EMPTIVE PUSHBACK</a:t>
            </a:r>
            <a:endParaRPr/>
          </a:p>
        </p:txBody>
      </p:sp>
      <p:sp>
        <p:nvSpPr>
          <p:cNvPr id="2115032917" name="Rectangle 3"/>
          <p:cNvSpPr/>
          <p:nvPr/>
        </p:nvSpPr>
        <p:spPr bwMode="auto">
          <a:xfrm>
            <a:off x="0" y="1188720"/>
            <a:ext cx="10012680" cy="1874519"/>
          </a:xfrm>
          <a:prstGeom prst="rect">
            <a:avLst/>
          </a:prstGeom>
          <a:solidFill>
            <a:srgbClr val="E5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0981555" name="Rectangle 4"/>
          <p:cNvSpPr/>
          <p:nvPr/>
        </p:nvSpPr>
        <p:spPr bwMode="auto">
          <a:xfrm>
            <a:off x="0" y="1188720"/>
            <a:ext cx="91440" cy="1874519"/>
          </a:xfrm>
          <a:prstGeom prst="rect">
            <a:avLst/>
          </a:prstGeom>
          <a:solidFill>
            <a:srgbClr val="E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3992976" name="TextBox 5"/>
          <p:cNvSpPr txBox="1"/>
          <p:nvPr/>
        </p:nvSpPr>
        <p:spPr bwMode="auto">
          <a:xfrm>
            <a:off x="274320" y="1325880"/>
            <a:ext cx="9601200" cy="320040"/>
          </a:xfrm>
          <a:prstGeom prst="rect">
            <a:avLst/>
          </a:prstGeom>
          <a:noFill/>
        </p:spPr>
        <p:txBody>
          <a:bodyPr wrap="square" lIns="0" tIns="0" rIns="0" bIns="0" anchor="t">
            <a:spAutoFit/>
          </a:bodyPr>
          <a:lstStyle/>
          <a:p>
            <a:pPr algn="l">
              <a:lnSpc>
                <a:spcPct val="114999"/>
              </a:lnSpc>
              <a:defRPr/>
            </a:pPr>
            <a:r>
              <a:rPr sz="1100" b="1" i="0">
                <a:solidFill>
                  <a:srgbClr val="EF0000"/>
                </a:solidFill>
                <a:latin typeface="Arial"/>
              </a:rPr>
              <a:t>CUSTOMER</a:t>
            </a:r>
            <a:endParaRPr/>
          </a:p>
        </p:txBody>
      </p:sp>
      <p:sp>
        <p:nvSpPr>
          <p:cNvPr id="981740935" name="TextBox 6"/>
          <p:cNvSpPr txBox="1"/>
          <p:nvPr/>
        </p:nvSpPr>
        <p:spPr bwMode="auto">
          <a:xfrm>
            <a:off x="274320" y="1691640"/>
            <a:ext cx="9601200" cy="322652"/>
          </a:xfrm>
          <a:prstGeom prst="rect">
            <a:avLst/>
          </a:prstGeom>
          <a:noFill/>
        </p:spPr>
        <p:txBody>
          <a:bodyPr wrap="square" lIns="0" tIns="0" rIns="0" bIns="0" anchor="t">
            <a:spAutoFit/>
          </a:bodyPr>
          <a:lstStyle/>
          <a:p>
            <a:pPr algn="l">
              <a:lnSpc>
                <a:spcPct val="130000"/>
              </a:lnSpc>
              <a:defRPr/>
            </a:pPr>
            <a:r>
              <a:rPr sz="1800" b="0" i="1">
                <a:solidFill>
                  <a:srgbClr val="414D5C"/>
                </a:solidFill>
                <a:latin typeface="Arial"/>
              </a:rPr>
              <a:t>My engineers don't know inheritance. Now they can't read my code.</a:t>
            </a:r>
            <a:endParaRPr/>
          </a:p>
        </p:txBody>
      </p:sp>
      <p:sp>
        <p:nvSpPr>
          <p:cNvPr id="1277133489" name="Rectangle 7"/>
          <p:cNvSpPr/>
          <p:nvPr/>
        </p:nvSpPr>
        <p:spPr bwMode="auto">
          <a:xfrm>
            <a:off x="0" y="3246120"/>
            <a:ext cx="10012680" cy="3063240"/>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6559711" name="Rectangle 8"/>
          <p:cNvSpPr/>
          <p:nvPr/>
        </p:nvSpPr>
        <p:spPr bwMode="auto">
          <a:xfrm>
            <a:off x="0" y="3246120"/>
            <a:ext cx="91440" cy="306324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7607963" name="TextBox 9"/>
          <p:cNvSpPr txBox="1"/>
          <p:nvPr/>
        </p:nvSpPr>
        <p:spPr bwMode="auto">
          <a:xfrm>
            <a:off x="274320" y="3383280"/>
            <a:ext cx="9601200" cy="320040"/>
          </a:xfrm>
          <a:prstGeom prst="rect">
            <a:avLst/>
          </a:prstGeom>
          <a:noFill/>
        </p:spPr>
        <p:txBody>
          <a:bodyPr wrap="square" lIns="0" tIns="0" rIns="0" bIns="0" anchor="t">
            <a:spAutoFit/>
          </a:bodyPr>
          <a:lstStyle/>
          <a:p>
            <a:pPr algn="l">
              <a:lnSpc>
                <a:spcPct val="114999"/>
              </a:lnSpc>
              <a:defRPr/>
            </a:pPr>
            <a:r>
              <a:rPr sz="1100" b="1" i="0">
                <a:solidFill>
                  <a:srgbClr val="2D76AD"/>
                </a:solidFill>
                <a:latin typeface="Arial"/>
              </a:rPr>
              <a:t>FAE ANSWER</a:t>
            </a:r>
            <a:endParaRPr/>
          </a:p>
        </p:txBody>
      </p:sp>
      <p:sp>
        <p:nvSpPr>
          <p:cNvPr id="462169394" name="TextBox 10"/>
          <p:cNvSpPr txBox="1"/>
          <p:nvPr/>
        </p:nvSpPr>
        <p:spPr bwMode="auto">
          <a:xfrm>
            <a:off x="274320" y="3749040"/>
            <a:ext cx="9601200" cy="2468880"/>
          </a:xfrm>
          <a:prstGeom prst="rect">
            <a:avLst/>
          </a:prstGeom>
          <a:noFill/>
        </p:spPr>
        <p:txBody>
          <a:bodyPr wrap="square" lIns="0" tIns="0" rIns="0" bIns="0" anchor="t">
            <a:spAutoFit/>
          </a:bodyPr>
          <a:lstStyle/>
          <a:p>
            <a:pPr algn="l">
              <a:lnSpc>
                <a:spcPct val="135000"/>
              </a:lnSpc>
              <a:defRPr/>
            </a:pPr>
            <a:r>
              <a:rPr sz="1700" b="0" i="0">
                <a:solidFill>
                  <a:srgbClr val="FFFFFF"/>
                </a:solidFill>
                <a:latin typeface="Arial"/>
              </a:rPr>
              <a:t>That's a valid concern. Inheritance has a learning cost. The win is consistency enforcement — once your team learns it, drift goes away. The trade-off is real; you pick whichever fits your team's experience curve.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1757184" name="Text Placeholder 1"/>
          <p:cNvSpPr>
            <a:spLocks noGrp="1"/>
          </p:cNvSpPr>
          <p:nvPr>
            <p:ph type="body" sz="quarter" idx="15"/>
          </p:nvPr>
        </p:nvSpPr>
        <p:spPr bwMode="auto">
          <a:xfrm>
            <a:off x="3" y="1090799"/>
            <a:ext cx="6095997" cy="5331600"/>
          </a:xfrm>
        </p:spPr>
        <p:txBody>
          <a:bodyPr wrap="square"/>
          <a:lstStyle/>
          <a:p>
            <a:pPr marL="0" indent="0" algn="l">
              <a:lnSpc>
                <a:spcPct val="130000"/>
              </a:lnSpc>
              <a:buNone/>
              <a:defRPr/>
            </a:pPr>
            <a:r>
              <a:rPr sz="2200" b="1">
                <a:solidFill>
                  <a:srgbClr val="770000"/>
                </a:solidFill>
                <a:latin typeface="Arial"/>
              </a:rPr>
              <a:t>Goal:</a:t>
            </a:r>
            <a:endParaRPr/>
          </a:p>
          <a:p>
            <a:pPr algn="l">
              <a:lnSpc>
                <a:spcPct val="130000"/>
              </a:lnSpc>
              <a:defRPr/>
            </a:pPr>
            <a:r>
              <a:rPr sz="2200" b="1">
                <a:solidFill>
                  <a:srgbClr val="770000"/>
                </a:solidFill>
                <a:latin typeface="Arial"/>
              </a:rPr>
              <a:t> </a:t>
            </a:r>
            <a:r>
              <a:rPr sz="2200">
                <a:solidFill>
                  <a:srgbClr val="242A33"/>
                </a:solidFill>
                <a:latin typeface="Arial"/>
              </a:rPr>
              <a:t>Add a </a:t>
            </a:r>
            <a:r>
              <a:rPr sz="2200" b="1">
                <a:solidFill>
                  <a:srgbClr val="242A33"/>
                </a:solidFill>
                <a:latin typeface="Arial"/>
              </a:rPr>
              <a:t>ModePause</a:t>
            </a:r>
            <a:r>
              <a:rPr sz="2200">
                <a:solidFill>
                  <a:srgbClr val="242A33"/>
                </a:solidFill>
                <a:latin typeface="Arial"/>
              </a:rPr>
              <a:t> input mimicking 	</a:t>
            </a:r>
            <a:r>
              <a:rPr>
                <a:solidFill>
                  <a:srgbClr val="242A33"/>
                </a:solidFill>
                <a:latin typeface="Arial"/>
              </a:rPr>
              <a:t>ModeAuto</a:t>
            </a:r>
            <a:r>
              <a:rPr>
                <a:solidFill>
                  <a:srgbClr val="242A33"/>
                </a:solidFill>
                <a:latin typeface="Arial"/>
              </a:rPr>
              <a:t> and </a:t>
            </a:r>
            <a:r>
              <a:rPr>
                <a:solidFill>
                  <a:srgbClr val="242A33"/>
                </a:solidFill>
                <a:latin typeface="Arial"/>
              </a:rPr>
              <a:t>ModeManual</a:t>
            </a:r>
            <a:endParaRPr>
              <a:solidFill>
                <a:srgbClr val="242A33"/>
              </a:solidFill>
              <a:latin typeface="Arial"/>
            </a:endParaRPr>
          </a:p>
          <a:p>
            <a:pPr>
              <a:lnSpc>
                <a:spcPct val="130000"/>
              </a:lnSpc>
              <a:defRPr/>
            </a:pPr>
            <a:r>
              <a:rPr lang="en-US" b="1">
                <a:solidFill>
                  <a:srgbClr val="770000"/>
                </a:solidFill>
              </a:rPr>
              <a:t> </a:t>
            </a:r>
            <a:r>
              <a:rPr lang="en-US">
                <a:solidFill>
                  <a:srgbClr val="242A33"/>
                </a:solidFill>
              </a:rPr>
              <a:t>Every station holds when </a:t>
            </a:r>
            <a:r>
              <a:rPr lang="en-US">
                <a:solidFill>
                  <a:srgbClr val="242A33"/>
                </a:solidFill>
              </a:rPr>
              <a:t>ModePause</a:t>
            </a:r>
            <a:r>
              <a:rPr lang="en-US">
                <a:solidFill>
                  <a:srgbClr val="242A33"/>
                </a:solidFill>
              </a:rPr>
              <a:t> 	is </a:t>
            </a:r>
            <a:r>
              <a:rPr lang="en-US" b="1">
                <a:solidFill>
                  <a:srgbClr val="242A33"/>
                </a:solidFill>
              </a:rPr>
              <a:t>TRUE</a:t>
            </a:r>
            <a:r>
              <a:rPr lang="en-US">
                <a:solidFill>
                  <a:srgbClr val="242A33"/>
                </a:solidFill>
              </a:rPr>
              <a:t>.</a:t>
            </a:r>
            <a:endParaRPr>
              <a:solidFill>
                <a:srgbClr val="242A33"/>
              </a:solidFill>
              <a:latin typeface="Arial"/>
            </a:endParaRPr>
          </a:p>
          <a:p>
            <a:pPr>
              <a:lnSpc>
                <a:spcPct val="130000"/>
              </a:lnSpc>
              <a:spcBef>
                <a:spcPts val="400"/>
              </a:spcBef>
              <a:defRPr/>
            </a:pPr>
            <a:r>
              <a:rPr sz="2200" b="1">
                <a:solidFill>
                  <a:srgbClr val="770000"/>
                </a:solidFill>
                <a:latin typeface="Arial"/>
              </a:rPr>
              <a:t> </a:t>
            </a:r>
            <a:r>
              <a:rPr sz="2200" b="1">
                <a:solidFill>
                  <a:srgbClr val="242A33"/>
                </a:solidFill>
                <a:latin typeface="Arial"/>
              </a:rPr>
              <a:t>Exception </a:t>
            </a:r>
            <a:r>
              <a:rPr sz="2200">
                <a:solidFill>
                  <a:srgbClr val="242A33"/>
                </a:solidFill>
                <a:latin typeface="Arial"/>
              </a:rPr>
              <a:t>— Fill must ignore Pause 	mid-cycle.</a:t>
            </a:r>
            <a:r>
              <a:rPr lang="en-US"/>
              <a:t> </a:t>
            </a:r>
            <a:endParaRPr/>
          </a:p>
          <a:p>
            <a:pPr>
              <a:lnSpc>
                <a:spcPct val="130000"/>
              </a:lnSpc>
              <a:spcBef>
                <a:spcPts val="400"/>
              </a:spcBef>
              <a:defRPr/>
            </a:pPr>
            <a:r>
              <a:rPr lang="en-US" b="1">
                <a:solidFill>
                  <a:srgbClr val="770000"/>
                </a:solidFill>
              </a:rPr>
              <a:t> </a:t>
            </a:r>
            <a:r>
              <a:rPr lang="en-US" b="1">
                <a:solidFill>
                  <a:srgbClr val="242A33"/>
                </a:solidFill>
              </a:rPr>
              <a:t>Use inheritance</a:t>
            </a:r>
            <a:endParaRPr sz="2200">
              <a:solidFill>
                <a:srgbClr val="242A33"/>
              </a:solidFill>
              <a:latin typeface="Arial"/>
            </a:endParaRPr>
          </a:p>
        </p:txBody>
      </p:sp>
      <p:sp>
        <p:nvSpPr>
          <p:cNvPr id="1474603014" name="Title 2"/>
          <p:cNvSpPr>
            <a:spLocks noGrp="1"/>
          </p:cNvSpPr>
          <p:nvPr>
            <p:ph type="title"/>
          </p:nvPr>
        </p:nvSpPr>
        <p:spPr bwMode="auto"/>
        <p:txBody>
          <a:bodyPr/>
          <a:lstStyle/>
          <a:p>
            <a:pPr>
              <a:defRPr/>
            </a:pPr>
            <a:r>
              <a:rPr/>
              <a:t>Lab </a:t>
            </a:r>
            <a:r>
              <a:rPr lang="en-US"/>
              <a:t>2</a:t>
            </a:r>
            <a:r>
              <a:rPr/>
              <a:t>B: CR-1  ·  Add a Pause mode using Inheritance</a:t>
            </a:r>
            <a:endParaRPr/>
          </a:p>
        </p:txBody>
      </p:sp>
      <p:sp>
        <p:nvSpPr>
          <p:cNvPr id="854004799"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1B  ·  CR-1 HANDS-ON (20 MIN)</a:t>
            </a:r>
            <a:endParaRPr/>
          </a:p>
        </p:txBody>
      </p:sp>
      <p:sp>
        <p:nvSpPr>
          <p:cNvPr id="333590630" name="Text Placeholder 1"/>
          <p:cNvSpPr txBox="1"/>
          <p:nvPr/>
        </p:nvSpPr>
        <p:spPr bwMode="gray">
          <a:xfrm>
            <a:off x="6400803" y="1069200"/>
            <a:ext cx="5562597" cy="5331600"/>
          </a:xfrm>
          <a:prstGeom prst="rect">
            <a:avLst/>
          </a:prstGeom>
        </p:spPr>
        <p:txBody>
          <a:bodyPr vert="horz" wrap="square" lIns="450000" tIns="190800" rIns="91440" bIns="45720" rtlCol="0">
            <a:noAutofit/>
          </a:bodyPr>
          <a:lstStyle>
            <a:lvl1pPr marL="266700" marR="0" indent="-266700" algn="l" defTabSz="914400" rtl="0">
              <a:lnSpc>
                <a:spcPct val="100000"/>
              </a:lnSpc>
              <a:spcBef>
                <a:spcPts val="600"/>
              </a:spcBef>
              <a:spcAft>
                <a:spcPts val="0"/>
              </a:spcAft>
              <a:buClrTx/>
              <a:buSzTx/>
              <a:buFont typeface="Wingdings"/>
              <a:buChar char="§"/>
              <a:defRPr lang="en-US"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a:lstStyle>
          <a:p>
            <a:pPr marL="0" indent="0">
              <a:lnSpc>
                <a:spcPct val="130000"/>
              </a:lnSpc>
              <a:buFont typeface="Wingdings"/>
              <a:buNone/>
              <a:defRPr/>
            </a:pPr>
            <a:r>
              <a:rPr lang="en-US" b="1">
                <a:solidFill>
                  <a:srgbClr val="770000"/>
                </a:solidFill>
                <a:latin typeface="Arial"/>
              </a:rPr>
              <a:t>Instructions:</a:t>
            </a:r>
            <a:endParaRPr/>
          </a:p>
          <a:p>
            <a:pPr>
              <a:lnSpc>
                <a:spcPct val="130000"/>
              </a:lnSpc>
              <a:defRPr/>
            </a:pPr>
            <a:r>
              <a:rPr lang="en-US">
                <a:solidFill>
                  <a:srgbClr val="242A33"/>
                </a:solidFill>
                <a:latin typeface="Arial"/>
              </a:rPr>
              <a:t>Start from release branch in </a:t>
            </a:r>
            <a:r>
              <a:rPr lang="en-US">
                <a:solidFill>
                  <a:srgbClr val="242A33"/>
                </a:solidFill>
                <a:latin typeface="Arial"/>
              </a:rPr>
              <a:t>FillingLine_Inheritance</a:t>
            </a:r>
            <a:r>
              <a:rPr lang="en-US">
                <a:solidFill>
                  <a:srgbClr val="242A33"/>
                </a:solidFill>
                <a:latin typeface="Arial"/>
              </a:rPr>
              <a:t> Project</a:t>
            </a:r>
            <a:endParaRPr/>
          </a:p>
          <a:p>
            <a:pPr>
              <a:lnSpc>
                <a:spcPct val="130000"/>
              </a:lnSpc>
              <a:defRPr/>
            </a:pPr>
            <a:r>
              <a:rPr lang="en-US" b="1">
                <a:solidFill>
                  <a:srgbClr val="770000"/>
                </a:solidFill>
              </a:rPr>
              <a:t>Option A: </a:t>
            </a:r>
            <a:r>
              <a:rPr lang="en-US"/>
              <a:t>add </a:t>
            </a:r>
            <a:r>
              <a:rPr lang="en-US">
                <a:solidFill>
                  <a:srgbClr val="242A33"/>
                </a:solidFill>
              </a:rPr>
              <a:t>AllowPause</a:t>
            </a:r>
            <a:r>
              <a:rPr lang="en-US">
                <a:solidFill>
                  <a:srgbClr val="242A33"/>
                </a:solidFill>
              </a:rPr>
              <a:t>() on the base; add </a:t>
            </a:r>
            <a:r>
              <a:rPr lang="en-US">
                <a:solidFill>
                  <a:srgbClr val="242A33"/>
                </a:solidFill>
              </a:rPr>
              <a:t>AllowPause</a:t>
            </a:r>
            <a:r>
              <a:rPr lang="en-US">
                <a:solidFill>
                  <a:srgbClr val="242A33"/>
                </a:solidFill>
              </a:rPr>
              <a:t>() to Fill to override base method</a:t>
            </a:r>
            <a:endParaRPr lang="en-US">
              <a:solidFill>
                <a:srgbClr val="242A33"/>
              </a:solidFill>
              <a:latin typeface="Arial"/>
            </a:endParaRPr>
          </a:p>
          <a:p>
            <a:pPr>
              <a:lnSpc>
                <a:spcPct val="130000"/>
              </a:lnSpc>
              <a:spcBef>
                <a:spcPts val="400"/>
              </a:spcBef>
              <a:defRPr/>
            </a:pPr>
            <a:r>
              <a:rPr lang="en-US" b="1">
                <a:solidFill>
                  <a:srgbClr val="770000"/>
                </a:solidFill>
                <a:latin typeface="Arial"/>
              </a:rPr>
              <a:t>Option B: </a:t>
            </a:r>
            <a:r>
              <a:rPr lang="en-US">
                <a:latin typeface="Arial"/>
              </a:rPr>
              <a:t>add Monitoring() to </a:t>
            </a:r>
            <a:r>
              <a:rPr lang="en-US">
                <a:solidFill>
                  <a:srgbClr val="242A33"/>
                </a:solidFill>
              </a:rPr>
              <a:t>Fill Station to override base method; use </a:t>
            </a:r>
            <a:r>
              <a:rPr lang="en-US">
                <a:solidFill>
                  <a:srgbClr val="242A33"/>
                </a:solidFill>
              </a:rPr>
              <a:t>SUPER^.Monitoring</a:t>
            </a:r>
            <a:r>
              <a:rPr lang="en-US">
                <a:solidFill>
                  <a:srgbClr val="242A33"/>
                </a:solidFill>
              </a:rPr>
              <a:t>() to include base code</a:t>
            </a:r>
            <a:r>
              <a:rPr lang="en-US" b="1">
                <a:solidFill>
                  <a:srgbClr val="770000"/>
                </a:solidFill>
                <a:latin typeface="Arial"/>
              </a:rPr>
              <a:t> </a:t>
            </a:r>
            <a:r>
              <a:rPr lang="en-US">
                <a:solidFill>
                  <a:srgbClr val="242A33"/>
                </a:solidFill>
                <a:latin typeface="Arial"/>
              </a:rPr>
              <a:t> </a:t>
            </a:r>
            <a:endParaRPr/>
          </a:p>
          <a:p>
            <a:pPr>
              <a:lnSpc>
                <a:spcPct val="130000"/>
              </a:lnSpc>
              <a:spcBef>
                <a:spcPts val="400"/>
              </a:spcBef>
              <a:defRPr/>
            </a:pPr>
            <a:r>
              <a:rPr lang="en-US"/>
              <a:t>Spend 5-10 minutes writing code</a:t>
            </a:r>
            <a:endParaRPr lang="en-US">
              <a:solidFill>
                <a:srgbClr val="242A33"/>
              </a:solidFill>
              <a:latin typeface="Arial"/>
            </a:endParaRPr>
          </a:p>
          <a:p>
            <a:pPr marL="0" indent="0">
              <a:lnSpc>
                <a:spcPct val="130000"/>
              </a:lnSpc>
              <a:spcBef>
                <a:spcPts val="400"/>
              </a:spcBef>
              <a:buNone/>
              <a:defRPr/>
            </a:pPr>
            <a:endParaRPr lang="en-US">
              <a:solidFill>
                <a:srgbClr val="242A33"/>
              </a:solidFill>
              <a:latin typeface="Arial"/>
            </a:endParaRPr>
          </a:p>
          <a:p>
            <a:pPr>
              <a:lnSpc>
                <a:spcPct val="130000"/>
              </a:lnSpc>
              <a:spcBef>
                <a:spcPts val="400"/>
              </a:spcBef>
              <a:defRPr/>
            </a:pPr>
            <a:endParaRPr lang="en-US">
              <a:solidFill>
                <a:srgbClr val="242A33"/>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6188761" name="Title 1"/>
          <p:cNvSpPr>
            <a:spLocks noGrp="1"/>
          </p:cNvSpPr>
          <p:nvPr>
            <p:ph type="title"/>
          </p:nvPr>
        </p:nvSpPr>
        <p:spPr bwMode="auto"/>
        <p:txBody>
          <a:bodyPr/>
          <a:lstStyle/>
          <a:p>
            <a:pPr>
              <a:defRPr/>
            </a:pPr>
            <a:r>
              <a:rPr/>
              <a:t>CR-1 result — base-class pollution</a:t>
            </a:r>
            <a:endParaRPr/>
          </a:p>
        </p:txBody>
      </p:sp>
      <p:sp>
        <p:nvSpPr>
          <p:cNvPr id="1596026724"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627186"/>
                </a:solidFill>
                <a:latin typeface="Arial"/>
              </a:rPr>
              <a:t>RESULT</a:t>
            </a:r>
            <a:endParaRPr/>
          </a:p>
        </p:txBody>
      </p:sp>
      <p:sp>
        <p:nvSpPr>
          <p:cNvPr id="138735265" name="TextBox 3"/>
          <p:cNvSpPr txBox="1"/>
          <p:nvPr/>
        </p:nvSpPr>
        <p:spPr bwMode="auto">
          <a:xfrm>
            <a:off x="0" y="1188720"/>
            <a:ext cx="10012680" cy="365760"/>
          </a:xfrm>
          <a:prstGeom prst="rect">
            <a:avLst/>
          </a:prstGeom>
          <a:noFill/>
        </p:spPr>
        <p:txBody>
          <a:bodyPr wrap="square" lIns="0" tIns="0" rIns="0" bIns="0" anchor="t">
            <a:spAutoFit/>
          </a:bodyPr>
          <a:lstStyle/>
          <a:p>
            <a:pPr algn="l">
              <a:lnSpc>
                <a:spcPct val="114999"/>
              </a:lnSpc>
              <a:defRPr/>
            </a:pPr>
            <a:r>
              <a:rPr sz="1200" b="0" i="0">
                <a:solidFill>
                  <a:srgbClr val="627186"/>
                </a:solidFill>
                <a:latin typeface="Consolas"/>
              </a:rPr>
              <a:t>git diff  stage-2-inheritance...stage-2-cr1-applied --stat</a:t>
            </a:r>
            <a:endParaRPr/>
          </a:p>
        </p:txBody>
      </p:sp>
      <p:sp>
        <p:nvSpPr>
          <p:cNvPr id="881188532" name="TextBox 4"/>
          <p:cNvSpPr txBox="1"/>
          <p:nvPr/>
        </p:nvSpPr>
        <p:spPr bwMode="auto">
          <a:xfrm>
            <a:off x="0" y="1691640"/>
            <a:ext cx="10012680" cy="984885"/>
          </a:xfrm>
          <a:prstGeom prst="rect">
            <a:avLst/>
          </a:prstGeom>
          <a:noFill/>
        </p:spPr>
        <p:txBody>
          <a:bodyPr wrap="square" lIns="0" tIns="0" rIns="0" bIns="0" anchor="t">
            <a:spAutoFit/>
          </a:bodyPr>
          <a:lstStyle/>
          <a:p>
            <a:pPr algn="l">
              <a:lnSpc>
                <a:spcPct val="100000"/>
              </a:lnSpc>
              <a:defRPr/>
            </a:pPr>
            <a:r>
              <a:rPr lang="en-US" sz="6400" b="1">
                <a:solidFill>
                  <a:srgbClr val="627186"/>
                </a:solidFill>
                <a:latin typeface="Arial"/>
              </a:rPr>
              <a:t>3</a:t>
            </a:r>
            <a:r>
              <a:rPr sz="6400" b="1" i="0">
                <a:solidFill>
                  <a:srgbClr val="627186"/>
                </a:solidFill>
                <a:latin typeface="Arial"/>
              </a:rPr>
              <a:t> files  ·  +</a:t>
            </a:r>
            <a:r>
              <a:rPr lang="en-US" sz="6400" b="1">
                <a:solidFill>
                  <a:srgbClr val="627186"/>
                </a:solidFill>
                <a:latin typeface="Arial"/>
              </a:rPr>
              <a:t>?</a:t>
            </a:r>
            <a:r>
              <a:rPr sz="6400" b="1" i="0">
                <a:solidFill>
                  <a:srgbClr val="627186"/>
                </a:solidFill>
                <a:latin typeface="Arial"/>
              </a:rPr>
              <a:t>  −</a:t>
            </a:r>
            <a:r>
              <a:rPr lang="en-US" sz="6400" b="1" i="0">
                <a:solidFill>
                  <a:srgbClr val="627186"/>
                </a:solidFill>
                <a:latin typeface="Arial"/>
              </a:rPr>
              <a:t>?</a:t>
            </a:r>
            <a:endParaRPr sz="6400" b="1" i="0">
              <a:solidFill>
                <a:srgbClr val="627186"/>
              </a:solidFill>
              <a:latin typeface="Arial"/>
            </a:endParaRPr>
          </a:p>
        </p:txBody>
      </p:sp>
      <p:sp>
        <p:nvSpPr>
          <p:cNvPr id="1428910031" name="Rectangle 5"/>
          <p:cNvSpPr/>
          <p:nvPr/>
        </p:nvSpPr>
        <p:spPr bwMode="auto">
          <a:xfrm>
            <a:off x="0" y="3154680"/>
            <a:ext cx="1097280" cy="45720"/>
          </a:xfrm>
          <a:prstGeom prst="rect">
            <a:avLst/>
          </a:prstGeom>
          <a:solidFill>
            <a:srgbClr val="6271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23550140" name="TextBox 6"/>
          <p:cNvSpPr txBox="1"/>
          <p:nvPr/>
        </p:nvSpPr>
        <p:spPr bwMode="auto">
          <a:xfrm>
            <a:off x="0" y="3474720"/>
            <a:ext cx="11811000" cy="3202415"/>
          </a:xfrm>
          <a:prstGeom prst="rect">
            <a:avLst/>
          </a:prstGeom>
          <a:noFill/>
        </p:spPr>
        <p:txBody>
          <a:bodyPr wrap="square" lIns="0" tIns="0" rIns="0" bIns="0">
            <a:spAutoFit/>
          </a:bodyPr>
          <a:lstStyle/>
          <a:p>
            <a:pPr algn="l">
              <a:lnSpc>
                <a:spcPct val="130000"/>
              </a:lnSpc>
              <a:spcBef>
                <a:spcPts val="400"/>
              </a:spcBef>
              <a:defRPr/>
            </a:pPr>
            <a:r>
              <a:rPr sz="1800" b="1">
                <a:solidFill>
                  <a:srgbClr val="627186"/>
                </a:solidFill>
                <a:latin typeface="Arial"/>
              </a:rPr>
              <a:t>▸ </a:t>
            </a:r>
            <a:r>
              <a:rPr lang="en-US" sz="1800" b="1">
                <a:solidFill>
                  <a:srgbClr val="627186"/>
                </a:solidFill>
                <a:latin typeface="Arial"/>
              </a:rPr>
              <a:t>Inheritance</a:t>
            </a:r>
            <a:r>
              <a:rPr sz="1800" b="1">
                <a:solidFill>
                  <a:srgbClr val="627186"/>
                </a:solidFill>
                <a:latin typeface="Arial"/>
              </a:rPr>
              <a:t> </a:t>
            </a:r>
            <a:r>
              <a:rPr sz="1800">
                <a:solidFill>
                  <a:srgbClr val="242A33"/>
                </a:solidFill>
                <a:latin typeface="Arial"/>
              </a:rPr>
              <a:t>vs </a:t>
            </a:r>
            <a:r>
              <a:rPr lang="en-US" sz="1800">
                <a:solidFill>
                  <a:srgbClr val="242A33"/>
                </a:solidFill>
                <a:latin typeface="Arial"/>
              </a:rPr>
              <a:t>Procedural</a:t>
            </a:r>
            <a:r>
              <a:rPr sz="1800">
                <a:solidFill>
                  <a:srgbClr val="242A33"/>
                </a:solidFill>
                <a:latin typeface="Arial"/>
              </a:rPr>
              <a:t> </a:t>
            </a:r>
            <a:endParaRPr lang="en-US" sz="1800">
              <a:solidFill>
                <a:srgbClr val="242A33"/>
              </a:solidFill>
              <a:latin typeface="Arial"/>
            </a:endParaRPr>
          </a:p>
          <a:p>
            <a:pPr marL="742950" lvl="1" indent="-285750">
              <a:lnSpc>
                <a:spcPct val="130000"/>
              </a:lnSpc>
              <a:spcBef>
                <a:spcPts val="400"/>
              </a:spcBef>
              <a:buFont typeface="Arial"/>
              <a:buChar char="•"/>
              <a:defRPr/>
            </a:pPr>
            <a:r>
              <a:rPr lang="en-US">
                <a:solidFill>
                  <a:srgbClr val="242A33"/>
                </a:solidFill>
                <a:latin typeface="Arial"/>
              </a:rPr>
              <a:t>Majority of code changes reside in base class  </a:t>
            </a:r>
            <a:endParaRPr/>
          </a:p>
          <a:p>
            <a:pPr marL="742950" lvl="1" indent="-285750">
              <a:lnSpc>
                <a:spcPct val="130000"/>
              </a:lnSpc>
              <a:spcBef>
                <a:spcPts val="400"/>
              </a:spcBef>
              <a:buFont typeface="Arial"/>
              <a:buChar char="•"/>
              <a:defRPr/>
            </a:pPr>
            <a:r>
              <a:rPr lang="en-US">
                <a:solidFill>
                  <a:srgbClr val="242A33"/>
                </a:solidFill>
                <a:latin typeface="Arial"/>
              </a:rPr>
              <a:t>Cap, Inspect, Label unchanged!</a:t>
            </a:r>
            <a:endParaRPr/>
          </a:p>
          <a:p>
            <a:pPr>
              <a:lnSpc>
                <a:spcPct val="130000"/>
              </a:lnSpc>
              <a:spcBef>
                <a:spcPts val="400"/>
              </a:spcBef>
              <a:defRPr/>
            </a:pPr>
            <a:r>
              <a:rPr lang="en-US" b="1">
                <a:solidFill>
                  <a:srgbClr val="627186"/>
                </a:solidFill>
              </a:rPr>
              <a:t>▸ Option A: </a:t>
            </a:r>
            <a:r>
              <a:rPr lang="en-US" b="1">
                <a:solidFill>
                  <a:srgbClr val="242A33"/>
                </a:solidFill>
              </a:rPr>
              <a:t>Pollution lives on the base </a:t>
            </a:r>
            <a:endParaRPr/>
          </a:p>
          <a:p>
            <a:pPr marL="742950" lvl="1" indent="-285750">
              <a:lnSpc>
                <a:spcPct val="130000"/>
              </a:lnSpc>
              <a:spcBef>
                <a:spcPts val="400"/>
              </a:spcBef>
              <a:buFont typeface="Arial"/>
              <a:buChar char="•"/>
              <a:defRPr/>
            </a:pPr>
            <a:r>
              <a:rPr lang="en-US">
                <a:solidFill>
                  <a:srgbClr val="242A33"/>
                </a:solidFill>
              </a:rPr>
              <a:t>AllowPause</a:t>
            </a:r>
            <a:r>
              <a:rPr lang="en-US">
                <a:solidFill>
                  <a:srgbClr val="242A33"/>
                </a:solidFill>
              </a:rPr>
              <a:t>() is included in every derived FB just to accommodate one exception for Fill.  </a:t>
            </a:r>
            <a:endParaRPr/>
          </a:p>
          <a:p>
            <a:pPr>
              <a:lnSpc>
                <a:spcPct val="130000"/>
              </a:lnSpc>
              <a:spcBef>
                <a:spcPts val="400"/>
              </a:spcBef>
              <a:defRPr/>
            </a:pPr>
            <a:r>
              <a:rPr lang="en-US" b="1">
                <a:solidFill>
                  <a:srgbClr val="627186"/>
                </a:solidFill>
              </a:rPr>
              <a:t>▸ Option B: </a:t>
            </a:r>
            <a:r>
              <a:rPr lang="en-US" b="1">
                <a:solidFill>
                  <a:srgbClr val="242A33"/>
                </a:solidFill>
              </a:rPr>
              <a:t>Base code logic duplicated</a:t>
            </a:r>
            <a:endParaRPr/>
          </a:p>
          <a:p>
            <a:pPr marL="742950" lvl="1" indent="-285750" algn="just">
              <a:lnSpc>
                <a:spcPct val="130000"/>
              </a:lnSpc>
              <a:spcBef>
                <a:spcPts val="400"/>
              </a:spcBef>
              <a:buFont typeface="Arial"/>
              <a:buChar char="•"/>
              <a:defRPr/>
            </a:pPr>
            <a:r>
              <a:rPr lang="en-US">
                <a:solidFill>
                  <a:srgbClr val="242A33"/>
                </a:solidFill>
              </a:rPr>
              <a:t>overriding Monitoring() requires keeping track of duplicate code in multiple locations</a:t>
            </a:r>
            <a:endParaRPr>
              <a:solidFill>
                <a:srgbClr val="242A33"/>
              </a:solidFill>
              <a:latin typeface="Arial"/>
            </a:endParaRPr>
          </a:p>
          <a:p>
            <a:pPr algn="l">
              <a:lnSpc>
                <a:spcPct val="130000"/>
              </a:lnSpc>
              <a:spcBef>
                <a:spcPts val="400"/>
              </a:spcBef>
              <a:defRPr/>
            </a:pPr>
            <a:r>
              <a:rPr sz="1800" b="1">
                <a:solidFill>
                  <a:srgbClr val="627186"/>
                </a:solidFill>
                <a:latin typeface="Arial"/>
              </a:rPr>
              <a:t>▸  </a:t>
            </a:r>
            <a:r>
              <a:rPr sz="1800">
                <a:solidFill>
                  <a:srgbClr val="242A33"/>
                </a:solidFill>
                <a:latin typeface="Arial"/>
              </a:rPr>
              <a:t>Inheritance didn't eliminate the cost. It relocated 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0291778" name="Title 2"/>
          <p:cNvSpPr>
            <a:spLocks noGrp="1"/>
          </p:cNvSpPr>
          <p:nvPr>
            <p:ph type="title"/>
          </p:nvPr>
        </p:nvSpPr>
        <p:spPr bwMode="auto"/>
        <p:txBody>
          <a:bodyPr/>
          <a:lstStyle/>
          <a:p>
            <a:pPr>
              <a:defRPr/>
            </a:pPr>
            <a:r>
              <a:rPr/>
              <a:t>Block 2 · 2C</a:t>
            </a:r>
            <a:endParaRPr/>
          </a:p>
        </p:txBody>
      </p:sp>
      <p:sp>
        <p:nvSpPr>
          <p:cNvPr id="1325427605" name="Rectangle 3"/>
          <p:cNvSpPr/>
          <p:nvPr/>
        </p:nvSpPr>
        <p:spPr bwMode="auto">
          <a:xfrm>
            <a:off x="0" y="1188720"/>
            <a:ext cx="164592" cy="5120640"/>
          </a:xfrm>
          <a:prstGeom prst="rect">
            <a:avLst/>
          </a:prstGeom>
          <a:solidFill>
            <a:srgbClr val="6271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85623577" name="TextBox 4"/>
          <p:cNvSpPr txBox="1"/>
          <p:nvPr/>
        </p:nvSpPr>
        <p:spPr bwMode="auto">
          <a:xfrm>
            <a:off x="411480" y="1280160"/>
            <a:ext cx="9601200" cy="1554480"/>
          </a:xfrm>
          <a:prstGeom prst="rect">
            <a:avLst/>
          </a:prstGeom>
          <a:noFill/>
        </p:spPr>
        <p:txBody>
          <a:bodyPr wrap="square" lIns="0" tIns="0" rIns="0" bIns="0" anchor="t">
            <a:spAutoFit/>
          </a:bodyPr>
          <a:lstStyle/>
          <a:p>
            <a:pPr algn="l">
              <a:lnSpc>
                <a:spcPct val="105000"/>
              </a:lnSpc>
              <a:defRPr/>
            </a:pPr>
            <a:r>
              <a:rPr sz="4600" b="1" i="0">
                <a:solidFill>
                  <a:srgbClr val="414D5C"/>
                </a:solidFill>
                <a:latin typeface="Arial"/>
              </a:rPr>
              <a:t>CR-2 — the breaking point</a:t>
            </a:r>
            <a:endParaRPr/>
          </a:p>
        </p:txBody>
      </p:sp>
      <p:sp>
        <p:nvSpPr>
          <p:cNvPr id="1007147839" name="TextBox 5"/>
          <p:cNvSpPr txBox="1"/>
          <p:nvPr/>
        </p:nvSpPr>
        <p:spPr bwMode="auto">
          <a:xfrm>
            <a:off x="411480" y="2926080"/>
            <a:ext cx="9601200" cy="457200"/>
          </a:xfrm>
          <a:prstGeom prst="rect">
            <a:avLst/>
          </a:prstGeom>
          <a:noFill/>
        </p:spPr>
        <p:txBody>
          <a:bodyPr wrap="square" lIns="0" tIns="0" rIns="0" bIns="0" anchor="t">
            <a:spAutoFit/>
          </a:bodyPr>
          <a:lstStyle/>
          <a:p>
            <a:pPr algn="l">
              <a:lnSpc>
                <a:spcPct val="114999"/>
              </a:lnSpc>
              <a:defRPr/>
            </a:pPr>
            <a:r>
              <a:rPr sz="1800" b="1" i="0">
                <a:solidFill>
                  <a:srgbClr val="627186"/>
                </a:solidFill>
                <a:latin typeface="Arial"/>
              </a:rPr>
              <a:t>25 min  ·  the workshop's hardest moment</a:t>
            </a:r>
            <a:endParaRPr/>
          </a:p>
        </p:txBody>
      </p:sp>
      <p:sp>
        <p:nvSpPr>
          <p:cNvPr id="357878674" name="TextBox 6"/>
          <p:cNvSpPr txBox="1"/>
          <p:nvPr/>
        </p:nvSpPr>
        <p:spPr bwMode="auto">
          <a:xfrm>
            <a:off x="411480" y="3749039"/>
            <a:ext cx="9601200" cy="2286000"/>
          </a:xfrm>
          <a:prstGeom prst="rect">
            <a:avLst/>
          </a:prstGeom>
          <a:noFill/>
        </p:spPr>
        <p:txBody>
          <a:bodyPr wrap="square" lIns="0" tIns="0" rIns="0" bIns="0" anchor="t">
            <a:spAutoFit/>
          </a:bodyPr>
          <a:lstStyle/>
          <a:p>
            <a:pPr algn="l">
              <a:lnSpc>
                <a:spcPct val="140000"/>
              </a:lnSpc>
              <a:defRPr/>
            </a:pPr>
            <a:r>
              <a:rPr sz="2000" b="0" i="1">
                <a:solidFill>
                  <a:srgbClr val="242A33"/>
                </a:solidFill>
                <a:latin typeface="Arial"/>
              </a:rPr>
              <a:t>Same as Stage 1, applied via inheritance.</a:t>
            </a:r>
            <a:endParaRPr/>
          </a:p>
          <a:p>
            <a:pPr algn="l">
              <a:lnSpc>
                <a:spcPct val="140000"/>
              </a:lnSpc>
              <a:defRPr/>
            </a:pPr>
            <a:r>
              <a:rPr sz="2000" b="0" i="1">
                <a:solidFill>
                  <a:srgbClr val="242A33"/>
                </a:solidFill>
                <a:latin typeface="Arial"/>
              </a:rPr>
              <a:t>Watch the override fight the base.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0198502" name="Text Placeholder 1"/>
          <p:cNvSpPr>
            <a:spLocks noGrp="1"/>
          </p:cNvSpPr>
          <p:nvPr>
            <p:ph type="body" sz="quarter" idx="15"/>
          </p:nvPr>
        </p:nvSpPr>
        <p:spPr bwMode="auto">
          <a:xfrm>
            <a:off x="6096000" y="1066800"/>
            <a:ext cx="5943600" cy="5791200"/>
          </a:xfrm>
        </p:spPr>
        <p:txBody>
          <a:bodyPr wrap="square"/>
          <a:lstStyle/>
          <a:p>
            <a:pPr marL="0" indent="0" algn="l">
              <a:lnSpc>
                <a:spcPct val="130000"/>
              </a:lnSpc>
              <a:buNone/>
              <a:defRPr/>
            </a:pPr>
            <a:r>
              <a:rPr sz="2000" b="1">
                <a:solidFill>
                  <a:srgbClr val="770000"/>
                </a:solidFill>
                <a:latin typeface="Arial"/>
              </a:rPr>
              <a:t>Instructions:</a:t>
            </a:r>
            <a:endParaRPr/>
          </a:p>
          <a:p>
            <a:pPr>
              <a:lnSpc>
                <a:spcPct val="130000"/>
              </a:lnSpc>
              <a:defRPr/>
            </a:pPr>
            <a:r>
              <a:rPr sz="2000">
                <a:latin typeface="Arial"/>
              </a:rPr>
              <a:t>Compare work in the release branch</a:t>
            </a:r>
            <a:r>
              <a:rPr sz="2000" b="1">
                <a:solidFill>
                  <a:srgbClr val="770000"/>
                </a:solidFill>
                <a:latin typeface="Arial"/>
              </a:rPr>
              <a:t> </a:t>
            </a:r>
            <a:r>
              <a:rPr sz="2000">
                <a:latin typeface="Arial"/>
              </a:rPr>
              <a:t>vs work in CR2-applied </a:t>
            </a:r>
            <a:endParaRPr sz="2000" b="1">
              <a:solidFill>
                <a:srgbClr val="770000"/>
              </a:solidFill>
              <a:latin typeface="Arial"/>
            </a:endParaRPr>
          </a:p>
          <a:p>
            <a:pPr>
              <a:lnSpc>
                <a:spcPct val="130000"/>
              </a:lnSpc>
              <a:defRPr/>
            </a:pPr>
            <a:r>
              <a:rPr lang="en-US" sz="2000" b="1">
                <a:solidFill>
                  <a:srgbClr val="770000"/>
                </a:solidFill>
              </a:rPr>
              <a:t>Notice: </a:t>
            </a:r>
            <a:r>
              <a:rPr lang="en-US" sz="2000">
                <a:solidFill>
                  <a:srgbClr val="242A33"/>
                </a:solidFill>
              </a:rPr>
              <a:t>Changes is only in </a:t>
            </a:r>
            <a:r>
              <a:rPr lang="en-US" sz="2000">
                <a:solidFill>
                  <a:srgbClr val="242A33"/>
                </a:solidFill>
              </a:rPr>
              <a:t>FB_StationInspect</a:t>
            </a:r>
            <a:r>
              <a:rPr lang="en-US" sz="2000">
                <a:solidFill>
                  <a:srgbClr val="242A33"/>
                </a:solidFill>
              </a:rPr>
              <a:t> methods</a:t>
            </a:r>
            <a:endParaRPr/>
          </a:p>
          <a:p>
            <a:pPr lvl="1">
              <a:lnSpc>
                <a:spcPct val="130000"/>
              </a:lnSpc>
              <a:defRPr/>
            </a:pPr>
            <a:r>
              <a:rPr lang="en-US" sz="2000">
                <a:solidFill>
                  <a:srgbClr val="242A33"/>
                </a:solidFill>
              </a:rPr>
              <a:t>ExecuteSequence</a:t>
            </a:r>
            <a:r>
              <a:rPr lang="en-US" sz="2000">
                <a:solidFill>
                  <a:srgbClr val="242A33"/>
                </a:solidFill>
              </a:rPr>
              <a:t>()</a:t>
            </a:r>
            <a:endParaRPr/>
          </a:p>
        </p:txBody>
      </p:sp>
      <p:sp>
        <p:nvSpPr>
          <p:cNvPr id="2142042607" name="Title 2"/>
          <p:cNvSpPr>
            <a:spLocks noGrp="1"/>
          </p:cNvSpPr>
          <p:nvPr>
            <p:ph type="title"/>
          </p:nvPr>
        </p:nvSpPr>
        <p:spPr bwMode="auto"/>
        <p:txBody>
          <a:bodyPr/>
          <a:lstStyle/>
          <a:p>
            <a:pPr>
              <a:defRPr/>
            </a:pPr>
            <a:r>
              <a:rPr/>
              <a:t>Lab 2C: CR-2  ·  Flag Bad Parts without Stopping the Line </a:t>
            </a:r>
            <a:endParaRPr/>
          </a:p>
        </p:txBody>
      </p:sp>
      <p:sp>
        <p:nvSpPr>
          <p:cNvPr id="100415836"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1C  ·  CR-2 HANDS-ON (20 MIN)</a:t>
            </a:r>
            <a:endParaRPr/>
          </a:p>
        </p:txBody>
      </p:sp>
      <p:sp>
        <p:nvSpPr>
          <p:cNvPr id="656891751" name="Text Placeholder 1"/>
          <p:cNvSpPr txBox="1"/>
          <p:nvPr/>
        </p:nvSpPr>
        <p:spPr bwMode="gray">
          <a:xfrm>
            <a:off x="0" y="1066800"/>
            <a:ext cx="6096000" cy="5614801"/>
          </a:xfrm>
          <a:prstGeom prst="rect">
            <a:avLst/>
          </a:prstGeom>
        </p:spPr>
        <p:txBody>
          <a:bodyPr vert="horz" wrap="square" lIns="450000" tIns="190800" rIns="91440" bIns="45720" rtlCol="0">
            <a:noAutofit/>
          </a:bodyPr>
          <a:lstStyle>
            <a:lvl1pPr marL="266700" marR="0" indent="-266700" algn="l" defTabSz="914400" rtl="0">
              <a:lnSpc>
                <a:spcPct val="100000"/>
              </a:lnSpc>
              <a:spcBef>
                <a:spcPts val="600"/>
              </a:spcBef>
              <a:spcAft>
                <a:spcPts val="0"/>
              </a:spcAft>
              <a:buClrTx/>
              <a:buSzTx/>
              <a:buFont typeface="Wingdings"/>
              <a:buChar char="§"/>
              <a:defRPr lang="en-US"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a:lstStyle>
          <a:p>
            <a:pPr marL="0" indent="0">
              <a:lnSpc>
                <a:spcPct val="130000"/>
              </a:lnSpc>
              <a:buFont typeface="Wingdings"/>
              <a:buNone/>
              <a:defRPr/>
            </a:pPr>
            <a:r>
              <a:rPr lang="en-US" sz="2000" b="1">
                <a:solidFill>
                  <a:srgbClr val="770000"/>
                </a:solidFill>
                <a:latin typeface="Arial"/>
              </a:rPr>
              <a:t>Goal:</a:t>
            </a:r>
            <a:endParaRPr/>
          </a:p>
          <a:p>
            <a:pPr>
              <a:lnSpc>
                <a:spcPct val="130000"/>
              </a:lnSpc>
              <a:defRPr/>
            </a:pPr>
            <a:r>
              <a:rPr lang="en-US" sz="2000" b="1">
                <a:solidFill>
                  <a:srgbClr val="770000"/>
                </a:solidFill>
                <a:latin typeface="Arial"/>
              </a:rPr>
              <a:t>  </a:t>
            </a:r>
            <a:r>
              <a:rPr lang="en-US" sz="2000">
                <a:solidFill>
                  <a:srgbClr val="242A33"/>
                </a:solidFill>
                <a:latin typeface="Arial"/>
              </a:rPr>
              <a:t>Flag visual defects </a:t>
            </a:r>
            <a:r>
              <a:rPr lang="en-US" sz="2000" b="1">
                <a:latin typeface="Arial"/>
              </a:rPr>
              <a:t>without</a:t>
            </a:r>
            <a:r>
              <a:rPr lang="en-US" sz="2000">
                <a:solidFill>
                  <a:srgbClr val="242A33"/>
                </a:solidFill>
                <a:latin typeface="Arial"/>
              </a:rPr>
              <a:t> stopping the 	line.</a:t>
            </a:r>
            <a:endParaRPr/>
          </a:p>
          <a:p>
            <a:pPr>
              <a:lnSpc>
                <a:spcPct val="130000"/>
              </a:lnSpc>
              <a:spcBef>
                <a:spcPts val="400"/>
              </a:spcBef>
              <a:defRPr/>
            </a:pPr>
            <a:r>
              <a:rPr lang="en-US" sz="2000" b="1">
                <a:solidFill>
                  <a:srgbClr val="770000"/>
                </a:solidFill>
                <a:latin typeface="Arial"/>
              </a:rPr>
              <a:t>  </a:t>
            </a:r>
            <a:r>
              <a:rPr lang="en-US" sz="2000" u="sng">
                <a:solidFill>
                  <a:srgbClr val="242A33"/>
                </a:solidFill>
                <a:latin typeface="Arial"/>
              </a:rPr>
              <a:t>Camera</a:t>
            </a:r>
            <a:r>
              <a:rPr lang="en-US" sz="2000">
                <a:solidFill>
                  <a:srgbClr val="242A33"/>
                </a:solidFill>
                <a:latin typeface="Arial"/>
              </a:rPr>
              <a:t> and </a:t>
            </a:r>
            <a:r>
              <a:rPr lang="en-US" sz="2000" u="sng">
                <a:solidFill>
                  <a:srgbClr val="242A33"/>
                </a:solidFill>
                <a:latin typeface="Arial"/>
              </a:rPr>
              <a:t>reject pre-arm </a:t>
            </a:r>
            <a:r>
              <a:rPr lang="en-US" sz="2000">
                <a:solidFill>
                  <a:srgbClr val="242A33"/>
                </a:solidFill>
                <a:latin typeface="Arial"/>
              </a:rPr>
              <a:t>must occur at 	the same time (</a:t>
            </a:r>
            <a:r>
              <a:rPr lang="en-US" sz="2000" b="1">
                <a:solidFill>
                  <a:srgbClr val="242A33"/>
                </a:solidFill>
                <a:latin typeface="Arial"/>
              </a:rPr>
              <a:t>parallel</a:t>
            </a:r>
            <a:r>
              <a:rPr lang="en-US" sz="2000">
                <a:solidFill>
                  <a:srgbClr val="242A33"/>
                </a:solidFill>
                <a:latin typeface="Arial"/>
              </a:rPr>
              <a:t>), not 	sequentially.</a:t>
            </a:r>
            <a:endParaRPr/>
          </a:p>
          <a:p>
            <a:pPr>
              <a:lnSpc>
                <a:spcPct val="130000"/>
              </a:lnSpc>
              <a:spcBef>
                <a:spcPts val="400"/>
              </a:spcBef>
              <a:defRPr/>
            </a:pPr>
            <a:r>
              <a:rPr lang="en-US" sz="2000" b="1">
                <a:solidFill>
                  <a:srgbClr val="770000"/>
                </a:solidFill>
              </a:rPr>
              <a:t> Use Inheritance</a:t>
            </a:r>
            <a:endParaRPr lang="en-US" sz="2000">
              <a:solidFill>
                <a:srgbClr val="242A33"/>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0906104" name="Text Placeholder 1"/>
          <p:cNvSpPr>
            <a:spLocks noGrp="1"/>
          </p:cNvSpPr>
          <p:nvPr>
            <p:ph type="body" sz="quarter" idx="15"/>
          </p:nvPr>
        </p:nvSpPr>
        <p:spPr bwMode="auto">
          <a:xfrm>
            <a:off x="3" y="1090799"/>
            <a:ext cx="4952997" cy="5331600"/>
          </a:xfrm>
        </p:spPr>
        <p:txBody>
          <a:bodyPr wrap="square"/>
          <a:lstStyle/>
          <a:p>
            <a:pPr algn="l">
              <a:lnSpc>
                <a:spcPct val="130000"/>
              </a:lnSpc>
              <a:defRPr/>
            </a:pPr>
            <a:r>
              <a:rPr sz="2000">
                <a:latin typeface="Arial"/>
              </a:rPr>
              <a:t>Skipping SUPER^ severs the inheritance chain silently </a:t>
            </a:r>
            <a:r>
              <a:rPr lang="en-US" sz="2000">
                <a:latin typeface="Arial"/>
              </a:rPr>
              <a:t>–</a:t>
            </a:r>
            <a:r>
              <a:rPr sz="2000">
                <a:latin typeface="Arial"/>
              </a:rPr>
              <a:t> no compiler warning</a:t>
            </a:r>
            <a:endParaRPr/>
          </a:p>
          <a:p>
            <a:pPr algn="l">
              <a:lnSpc>
                <a:spcPct val="130000"/>
              </a:lnSpc>
              <a:defRPr/>
            </a:pPr>
            <a:r>
              <a:rPr lang="en-US" sz="2000">
                <a:solidFill>
                  <a:srgbClr val="242A33"/>
                </a:solidFill>
                <a:latin typeface="Arial"/>
              </a:rPr>
              <a:t>Base and root class improvements no longer flow to the derived class </a:t>
            </a:r>
            <a:endParaRPr/>
          </a:p>
          <a:p>
            <a:pPr algn="l">
              <a:lnSpc>
                <a:spcPct val="130000"/>
              </a:lnSpc>
              <a:defRPr/>
            </a:pPr>
            <a:r>
              <a:rPr lang="en-US" sz="2000">
                <a:solidFill>
                  <a:srgbClr val="242A33"/>
                </a:solidFill>
                <a:latin typeface="Arial"/>
              </a:rPr>
              <a:t>Duplicated logic must be maintained in two places indefinitely</a:t>
            </a:r>
            <a:endParaRPr/>
          </a:p>
          <a:p>
            <a:pPr algn="l">
              <a:lnSpc>
                <a:spcPct val="130000"/>
              </a:lnSpc>
              <a:defRPr/>
            </a:pPr>
            <a:r>
              <a:rPr lang="en-US" sz="2000">
                <a:solidFill>
                  <a:srgbClr val="242A33"/>
                </a:solidFill>
                <a:latin typeface="Arial"/>
              </a:rPr>
              <a:t>A single missed update creates subtle, hard-to-find bugs</a:t>
            </a:r>
            <a:endParaRPr/>
          </a:p>
          <a:p>
            <a:pPr algn="l">
              <a:lnSpc>
                <a:spcPct val="130000"/>
              </a:lnSpc>
              <a:defRPr/>
            </a:pPr>
            <a:r>
              <a:rPr lang="en-US" sz="2000" b="1">
                <a:solidFill>
                  <a:srgbClr val="242A33"/>
                </a:solidFill>
                <a:latin typeface="Arial"/>
              </a:rPr>
              <a:t>Inheritance only saves work if the chain stays intact</a:t>
            </a:r>
            <a:endParaRPr/>
          </a:p>
        </p:txBody>
      </p:sp>
      <p:sp>
        <p:nvSpPr>
          <p:cNvPr id="1590991833" name="Title 2"/>
          <p:cNvSpPr>
            <a:spLocks noGrp="1"/>
          </p:cNvSpPr>
          <p:nvPr>
            <p:ph type="title"/>
          </p:nvPr>
        </p:nvSpPr>
        <p:spPr bwMode="auto"/>
        <p:txBody>
          <a:bodyPr/>
          <a:lstStyle/>
          <a:p>
            <a:pPr>
              <a:defRPr/>
            </a:pPr>
            <a:r>
              <a:rPr lang="en-US"/>
              <a:t>Peril of Breaking the Inheritance Chain </a:t>
            </a:r>
            <a:endParaRPr/>
          </a:p>
        </p:txBody>
      </p:sp>
      <p:sp>
        <p:nvSpPr>
          <p:cNvPr id="1752936932"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627186"/>
                </a:solidFill>
                <a:latin typeface="Arial"/>
              </a:rPr>
              <a:t>BLOCK 2 · 2C  ·  THE BREAKING POINT</a:t>
            </a:r>
            <a:endParaRPr/>
          </a:p>
        </p:txBody>
      </p:sp>
      <p:grpSp>
        <p:nvGrpSpPr>
          <p:cNvPr id="1932230382" name="Group 14"/>
          <p:cNvGrpSpPr/>
          <p:nvPr/>
        </p:nvGrpSpPr>
        <p:grpSpPr bwMode="auto">
          <a:xfrm>
            <a:off x="5068798" y="2005004"/>
            <a:ext cx="6858000" cy="3328995"/>
            <a:chOff x="2362199" y="2778617"/>
            <a:chExt cx="7772400" cy="3914791"/>
          </a:xfrm>
        </p:grpSpPr>
        <p:pic>
          <p:nvPicPr>
            <p:cNvPr id="16" name="Picture 15"/>
            <p:cNvPicPr>
              <a:picLocks noChangeAspect="1"/>
            </p:cNvPicPr>
            <p:nvPr/>
          </p:nvPicPr>
          <p:blipFill rotWithShape="1">
            <a:blip r:embed="rId3"/>
            <a:stretch/>
          </p:blipFill>
          <p:spPr bwMode="auto">
            <a:xfrm>
              <a:off x="2362199" y="2778617"/>
              <a:ext cx="7772400" cy="3914791"/>
            </a:xfrm>
            <a:prstGeom prst="rect">
              <a:avLst/>
            </a:prstGeom>
          </p:spPr>
        </p:pic>
        <p:sp>
          <p:nvSpPr>
            <p:cNvPr id="17" name="Multiplication Sign 16"/>
            <p:cNvSpPr/>
            <p:nvPr/>
          </p:nvSpPr>
          <p:spPr bwMode="auto">
            <a:xfrm>
              <a:off x="5867399" y="5015846"/>
              <a:ext cx="685800" cy="762000"/>
            </a:xfrm>
            <a:prstGeom prst="mathMultiply">
              <a:avLst>
                <a:gd name="adj1" fmla="val 23520"/>
              </a:avLst>
            </a:prstGeom>
            <a:solidFill>
              <a:srgbClr val="C00000"/>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723900" lvl="1" indent="-266700">
                <a:spcBef>
                  <a:spcPts val="600"/>
                </a:spcBef>
                <a:buFont typeface="Wingdings"/>
                <a:buChar char="§"/>
                <a:defRPr/>
              </a:pPr>
              <a:endParaRPr lang="en-US">
                <a:solidFill>
                  <a:schemeClr val="tx1"/>
                </a:solidFill>
                <a:highlight>
                  <a:srgbClr val="800000"/>
                </a:highlight>
                <a:latin typeface="+mj-lt"/>
                <a:ea typeface="+mn-ea"/>
                <a:cs typeface="Arial"/>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5287372" name="Title 1"/>
          <p:cNvSpPr>
            <a:spLocks noGrp="1"/>
          </p:cNvSpPr>
          <p:nvPr>
            <p:ph type="title"/>
          </p:nvPr>
        </p:nvSpPr>
        <p:spPr bwMode="auto"/>
        <p:txBody>
          <a:bodyPr/>
          <a:lstStyle/>
          <a:p>
            <a:pPr>
              <a:defRPr/>
            </a:pPr>
            <a:r>
              <a:rPr/>
              <a:t>CR-2 result — the override fight</a:t>
            </a:r>
            <a:endParaRPr/>
          </a:p>
        </p:txBody>
      </p:sp>
      <p:sp>
        <p:nvSpPr>
          <p:cNvPr id="756442548"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627186"/>
                </a:solidFill>
                <a:latin typeface="Arial"/>
              </a:rPr>
              <a:t>RESULT</a:t>
            </a:r>
            <a:endParaRPr/>
          </a:p>
        </p:txBody>
      </p:sp>
      <p:sp>
        <p:nvSpPr>
          <p:cNvPr id="899506553" name="TextBox 3"/>
          <p:cNvSpPr txBox="1"/>
          <p:nvPr/>
        </p:nvSpPr>
        <p:spPr bwMode="auto">
          <a:xfrm>
            <a:off x="0" y="1188720"/>
            <a:ext cx="10012680" cy="365760"/>
          </a:xfrm>
          <a:prstGeom prst="rect">
            <a:avLst/>
          </a:prstGeom>
          <a:noFill/>
        </p:spPr>
        <p:txBody>
          <a:bodyPr wrap="square" lIns="0" tIns="0" rIns="0" bIns="0" anchor="t">
            <a:spAutoFit/>
          </a:bodyPr>
          <a:lstStyle/>
          <a:p>
            <a:pPr algn="l">
              <a:lnSpc>
                <a:spcPct val="114999"/>
              </a:lnSpc>
              <a:defRPr/>
            </a:pPr>
            <a:r>
              <a:rPr sz="1200" b="0" i="0">
                <a:solidFill>
                  <a:srgbClr val="627186"/>
                </a:solidFill>
                <a:latin typeface="Consolas"/>
              </a:rPr>
              <a:t>git diff  stage-2-inheritance...stage-2-cr2-applied --stat</a:t>
            </a:r>
            <a:endParaRPr/>
          </a:p>
        </p:txBody>
      </p:sp>
      <p:sp>
        <p:nvSpPr>
          <p:cNvPr id="2090231858" name="TextBox 4"/>
          <p:cNvSpPr txBox="1"/>
          <p:nvPr/>
        </p:nvSpPr>
        <p:spPr bwMode="auto">
          <a:xfrm>
            <a:off x="0" y="1691640"/>
            <a:ext cx="10012680" cy="1280160"/>
          </a:xfrm>
          <a:prstGeom prst="rect">
            <a:avLst/>
          </a:prstGeom>
          <a:noFill/>
        </p:spPr>
        <p:txBody>
          <a:bodyPr wrap="square" lIns="0" tIns="0" rIns="0" bIns="0" anchor="t">
            <a:spAutoFit/>
          </a:bodyPr>
          <a:lstStyle/>
          <a:p>
            <a:pPr algn="l">
              <a:lnSpc>
                <a:spcPct val="100000"/>
              </a:lnSpc>
              <a:defRPr/>
            </a:pPr>
            <a:r>
              <a:rPr sz="6400" b="1" i="0">
                <a:solidFill>
                  <a:srgbClr val="627186"/>
                </a:solidFill>
                <a:latin typeface="Arial"/>
              </a:rPr>
              <a:t>2 files  ·  +121  −48</a:t>
            </a:r>
            <a:endParaRPr/>
          </a:p>
        </p:txBody>
      </p:sp>
      <p:sp>
        <p:nvSpPr>
          <p:cNvPr id="2146533575" name="Rectangle 5"/>
          <p:cNvSpPr/>
          <p:nvPr/>
        </p:nvSpPr>
        <p:spPr bwMode="auto">
          <a:xfrm>
            <a:off x="0" y="3154680"/>
            <a:ext cx="1097280" cy="45720"/>
          </a:xfrm>
          <a:prstGeom prst="rect">
            <a:avLst/>
          </a:prstGeom>
          <a:solidFill>
            <a:srgbClr val="6271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55044835" name="TextBox 6"/>
          <p:cNvSpPr txBox="1"/>
          <p:nvPr/>
        </p:nvSpPr>
        <p:spPr bwMode="auto">
          <a:xfrm>
            <a:off x="0" y="3474720"/>
            <a:ext cx="10012680" cy="2651760"/>
          </a:xfrm>
          <a:prstGeom prst="rect">
            <a:avLst/>
          </a:prstGeom>
          <a:noFill/>
        </p:spPr>
        <p:txBody>
          <a:bodyPr wrap="square" lIns="0" tIns="0" rIns="0" bIns="0">
            <a:spAutoFit/>
          </a:bodyPr>
          <a:lstStyle/>
          <a:p>
            <a:pPr algn="l">
              <a:lnSpc>
                <a:spcPct val="130000"/>
              </a:lnSpc>
              <a:defRPr/>
            </a:pPr>
            <a:r>
              <a:rPr sz="1800" b="1">
                <a:solidFill>
                  <a:srgbClr val="627186"/>
                </a:solidFill>
                <a:latin typeface="Arial"/>
              </a:rPr>
              <a:t>▸  </a:t>
            </a:r>
            <a:r>
              <a:rPr sz="1800">
                <a:solidFill>
                  <a:srgbClr val="242A33"/>
                </a:solidFill>
                <a:latin typeface="Arial"/>
              </a:rPr>
              <a:t>Inspect overrides Monitoring without calling SUPER.</a:t>
            </a:r>
            <a:endParaRPr/>
          </a:p>
          <a:p>
            <a:pPr algn="l">
              <a:lnSpc>
                <a:spcPct val="130000"/>
              </a:lnSpc>
              <a:spcBef>
                <a:spcPts val="400"/>
              </a:spcBef>
              <a:defRPr/>
            </a:pPr>
            <a:r>
              <a:rPr sz="1800" b="1">
                <a:solidFill>
                  <a:srgbClr val="627186"/>
                </a:solidFill>
                <a:latin typeface="Arial"/>
              </a:rPr>
              <a:t>▸  </a:t>
            </a:r>
            <a:r>
              <a:rPr sz="1800">
                <a:solidFill>
                  <a:srgbClr val="242A33"/>
                </a:solidFill>
                <a:latin typeface="Arial"/>
              </a:rPr>
              <a:t>~80 lines reimplement mode + ack from scratch.</a:t>
            </a:r>
            <a:endParaRPr/>
          </a:p>
          <a:p>
            <a:pPr algn="l">
              <a:lnSpc>
                <a:spcPct val="130000"/>
              </a:lnSpc>
              <a:spcBef>
                <a:spcPts val="400"/>
              </a:spcBef>
              <a:defRPr/>
            </a:pPr>
            <a:r>
              <a:rPr sz="1800" b="1">
                <a:solidFill>
                  <a:srgbClr val="627186"/>
                </a:solidFill>
                <a:latin typeface="Arial"/>
              </a:rPr>
              <a:t>▸  </a:t>
            </a:r>
            <a:r>
              <a:rPr sz="1800">
                <a:solidFill>
                  <a:srgbClr val="242A33"/>
                </a:solidFill>
                <a:latin typeface="Arial"/>
              </a:rPr>
              <a:t>Every future base change is now "did we update Inspect?"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1664702798" name="Title 1"/>
          <p:cNvSpPr>
            <a:spLocks noGrp="1"/>
          </p:cNvSpPr>
          <p:nvPr>
            <p:ph type="title"/>
          </p:nvPr>
        </p:nvSpPr>
        <p:spPr bwMode="auto"/>
        <p:txBody>
          <a:bodyPr/>
          <a:lstStyle/>
          <a:p>
            <a:pPr>
              <a:defRPr/>
            </a:pPr>
            <a:r>
              <a:rPr/>
              <a:t>Block 2 · CR-2 the breaking-point reveal</a:t>
            </a:r>
            <a:endParaRPr/>
          </a:p>
        </p:txBody>
      </p:sp>
      <p:sp>
        <p:nvSpPr>
          <p:cNvPr id="1906409492" name="Rectangle 2"/>
          <p:cNvSpPr/>
          <p:nvPr/>
        </p:nvSpPr>
        <p:spPr bwMode="auto">
          <a:xfrm>
            <a:off x="0" y="1088136"/>
            <a:ext cx="10140696" cy="5330952"/>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72795923" name="TextBox 3"/>
          <p:cNvSpPr txBox="1"/>
          <p:nvPr/>
        </p:nvSpPr>
        <p:spPr bwMode="auto">
          <a:xfrm>
            <a:off x="91440" y="1097280"/>
            <a:ext cx="1828800" cy="2011680"/>
          </a:xfrm>
          <a:prstGeom prst="rect">
            <a:avLst/>
          </a:prstGeom>
          <a:noFill/>
        </p:spPr>
        <p:txBody>
          <a:bodyPr wrap="square" lIns="0" tIns="0" rIns="0" bIns="0" anchor="t">
            <a:spAutoFit/>
          </a:bodyPr>
          <a:lstStyle/>
          <a:p>
            <a:pPr algn="l">
              <a:lnSpc>
                <a:spcPct val="114999"/>
              </a:lnSpc>
              <a:defRPr/>
            </a:pPr>
            <a:r>
              <a:rPr sz="16000" b="0" i="0">
                <a:solidFill>
                  <a:srgbClr val="2D76AD"/>
                </a:solidFill>
                <a:latin typeface="Georgia"/>
              </a:rPr>
              <a:t>“</a:t>
            </a:r>
            <a:endParaRPr/>
          </a:p>
        </p:txBody>
      </p:sp>
      <p:sp>
        <p:nvSpPr>
          <p:cNvPr id="999510436" name="TextBox 4"/>
          <p:cNvSpPr txBox="1"/>
          <p:nvPr/>
        </p:nvSpPr>
        <p:spPr bwMode="auto">
          <a:xfrm>
            <a:off x="1371600" y="1645920"/>
            <a:ext cx="8503920" cy="3657600"/>
          </a:xfrm>
          <a:prstGeom prst="rect">
            <a:avLst/>
          </a:prstGeom>
          <a:noFill/>
        </p:spPr>
        <p:txBody>
          <a:bodyPr wrap="square" lIns="0" tIns="0" rIns="0" bIns="0" anchor="t">
            <a:spAutoFit/>
          </a:bodyPr>
          <a:lstStyle/>
          <a:p>
            <a:pPr algn="l">
              <a:lnSpc>
                <a:spcPct val="130000"/>
              </a:lnSpc>
              <a:defRPr/>
            </a:pPr>
            <a:r>
              <a:rPr sz="2800" b="0" i="1">
                <a:solidFill>
                  <a:srgbClr val="FFFFFF"/>
                </a:solidFill>
                <a:latin typeface="Arial"/>
              </a:rPr>
              <a:t>The base class that helped you in Stage 1 → Stage 2 has now become the constraint. Inspect can't extend the base. It has to fight the base.</a:t>
            </a:r>
            <a:endParaRPr/>
          </a:p>
        </p:txBody>
      </p:sp>
      <p:sp>
        <p:nvSpPr>
          <p:cNvPr id="205766136" name="TextBox 5"/>
          <p:cNvSpPr txBox="1"/>
          <p:nvPr/>
        </p:nvSpPr>
        <p:spPr bwMode="auto">
          <a:xfrm>
            <a:off x="1371600" y="5760720"/>
            <a:ext cx="8503920" cy="502920"/>
          </a:xfrm>
          <a:prstGeom prst="rect">
            <a:avLst/>
          </a:prstGeom>
          <a:noFill/>
        </p:spPr>
        <p:txBody>
          <a:bodyPr wrap="square" lIns="0" tIns="0" rIns="0" bIns="0" anchor="t">
            <a:spAutoFit/>
          </a:bodyPr>
          <a:lstStyle/>
          <a:p>
            <a:pPr algn="l">
              <a:lnSpc>
                <a:spcPct val="114999"/>
              </a:lnSpc>
              <a:defRPr/>
            </a:pPr>
            <a:r>
              <a:rPr sz="1400" b="0" i="0">
                <a:solidFill>
                  <a:srgbClr val="E5E8EC"/>
                </a:solidFill>
                <a:latin typeface="Arial"/>
              </a:rPr>
              <a:t>— This isn't your fault. It's a property of the design. Single inheritance is all-or-nothing.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0">
  <p:cSld name="">
    <p:spTree>
      <p:nvGrpSpPr>
        <p:cNvPr id="1" name=""/>
        <p:cNvGrpSpPr/>
        <p:nvPr/>
      </p:nvGrpSpPr>
      <p:grpSpPr bwMode="auto">
        <a:xfrm>
          <a:off x="0" y="0"/>
          <a:ext cx="0" cy="0"/>
          <a:chOff x="0" y="0"/>
          <a:chExt cx="0" cy="0"/>
        </a:xfrm>
      </p:grpSpPr>
      <p:sp>
        <p:nvSpPr>
          <p:cNvPr id="1160245643" name="Title 1"/>
          <p:cNvSpPr>
            <a:spLocks noGrp="1"/>
          </p:cNvSpPr>
          <p:nvPr>
            <p:ph type="title"/>
          </p:nvPr>
        </p:nvSpPr>
        <p:spPr bwMode="auto"/>
        <p:txBody>
          <a:bodyPr/>
          <a:lstStyle/>
          <a:p>
            <a:pPr>
              <a:defRPr/>
            </a:pPr>
            <a:r>
              <a:rPr/>
              <a:t>Pre-emptive pushback</a:t>
            </a:r>
            <a:endParaRPr/>
          </a:p>
        </p:txBody>
      </p:sp>
      <p:sp>
        <p:nvSpPr>
          <p:cNvPr id="849735750"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EF0000"/>
                </a:solidFill>
                <a:latin typeface="Arial"/>
              </a:rPr>
              <a:t>BLOCK 2 · CR-2 THE MOST IMPORTANT PUSHBACK</a:t>
            </a:r>
            <a:endParaRPr/>
          </a:p>
        </p:txBody>
      </p:sp>
      <p:sp>
        <p:nvSpPr>
          <p:cNvPr id="1065889761" name="Rectangle 3"/>
          <p:cNvSpPr/>
          <p:nvPr/>
        </p:nvSpPr>
        <p:spPr bwMode="auto">
          <a:xfrm>
            <a:off x="0" y="1188720"/>
            <a:ext cx="10012680" cy="1874519"/>
          </a:xfrm>
          <a:prstGeom prst="rect">
            <a:avLst/>
          </a:prstGeom>
          <a:solidFill>
            <a:srgbClr val="E5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98866931" name="Rectangle 4"/>
          <p:cNvSpPr/>
          <p:nvPr/>
        </p:nvSpPr>
        <p:spPr bwMode="auto">
          <a:xfrm>
            <a:off x="0" y="1188720"/>
            <a:ext cx="91440" cy="1874519"/>
          </a:xfrm>
          <a:prstGeom prst="rect">
            <a:avLst/>
          </a:prstGeom>
          <a:solidFill>
            <a:srgbClr val="E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98481021" name="TextBox 5"/>
          <p:cNvSpPr txBox="1"/>
          <p:nvPr/>
        </p:nvSpPr>
        <p:spPr bwMode="auto">
          <a:xfrm>
            <a:off x="274320" y="1325880"/>
            <a:ext cx="9601200" cy="320040"/>
          </a:xfrm>
          <a:prstGeom prst="rect">
            <a:avLst/>
          </a:prstGeom>
          <a:noFill/>
        </p:spPr>
        <p:txBody>
          <a:bodyPr wrap="square" lIns="0" tIns="0" rIns="0" bIns="0" anchor="t">
            <a:spAutoFit/>
          </a:bodyPr>
          <a:lstStyle/>
          <a:p>
            <a:pPr algn="l">
              <a:lnSpc>
                <a:spcPct val="114999"/>
              </a:lnSpc>
              <a:defRPr/>
            </a:pPr>
            <a:r>
              <a:rPr sz="1100" b="1" i="0">
                <a:solidFill>
                  <a:srgbClr val="EF0000"/>
                </a:solidFill>
                <a:latin typeface="Arial"/>
              </a:rPr>
              <a:t>CUSTOMER</a:t>
            </a:r>
            <a:endParaRPr/>
          </a:p>
        </p:txBody>
      </p:sp>
      <p:sp>
        <p:nvSpPr>
          <p:cNvPr id="1851401120" name="TextBox 6"/>
          <p:cNvSpPr txBox="1"/>
          <p:nvPr/>
        </p:nvSpPr>
        <p:spPr bwMode="auto">
          <a:xfrm>
            <a:off x="274320" y="1691640"/>
            <a:ext cx="9601200" cy="1325880"/>
          </a:xfrm>
          <a:prstGeom prst="rect">
            <a:avLst/>
          </a:prstGeom>
          <a:noFill/>
        </p:spPr>
        <p:txBody>
          <a:bodyPr wrap="square" lIns="0" tIns="0" rIns="0" bIns="0" anchor="t">
            <a:spAutoFit/>
          </a:bodyPr>
          <a:lstStyle/>
          <a:p>
            <a:pPr algn="l">
              <a:lnSpc>
                <a:spcPct val="130000"/>
              </a:lnSpc>
              <a:defRPr/>
            </a:pPr>
            <a:r>
              <a:rPr sz="1800" b="0" i="1">
                <a:solidFill>
                  <a:srgbClr val="414D5C"/>
                </a:solidFill>
                <a:latin typeface="Arial"/>
              </a:rPr>
              <a:t>This is fine — I just need to remember to mirror base changes into Inspect's override.</a:t>
            </a:r>
            <a:endParaRPr/>
          </a:p>
        </p:txBody>
      </p:sp>
      <p:sp>
        <p:nvSpPr>
          <p:cNvPr id="1166972912" name="Rectangle 7"/>
          <p:cNvSpPr/>
          <p:nvPr/>
        </p:nvSpPr>
        <p:spPr bwMode="auto">
          <a:xfrm>
            <a:off x="0" y="3246120"/>
            <a:ext cx="10012680" cy="3063240"/>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79344715" name="Rectangle 8"/>
          <p:cNvSpPr/>
          <p:nvPr/>
        </p:nvSpPr>
        <p:spPr bwMode="auto">
          <a:xfrm>
            <a:off x="0" y="3246120"/>
            <a:ext cx="91440" cy="306324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12158112" name="TextBox 9"/>
          <p:cNvSpPr txBox="1"/>
          <p:nvPr/>
        </p:nvSpPr>
        <p:spPr bwMode="auto">
          <a:xfrm>
            <a:off x="274320" y="3383280"/>
            <a:ext cx="9601200" cy="320040"/>
          </a:xfrm>
          <a:prstGeom prst="rect">
            <a:avLst/>
          </a:prstGeom>
          <a:noFill/>
        </p:spPr>
        <p:txBody>
          <a:bodyPr wrap="square" lIns="0" tIns="0" rIns="0" bIns="0" anchor="t">
            <a:spAutoFit/>
          </a:bodyPr>
          <a:lstStyle/>
          <a:p>
            <a:pPr algn="l">
              <a:lnSpc>
                <a:spcPct val="114999"/>
              </a:lnSpc>
              <a:defRPr/>
            </a:pPr>
            <a:r>
              <a:rPr sz="1100" b="1" i="0">
                <a:solidFill>
                  <a:srgbClr val="2D76AD"/>
                </a:solidFill>
                <a:latin typeface="Arial"/>
              </a:rPr>
              <a:t>FAE ANSWER</a:t>
            </a:r>
            <a:endParaRPr/>
          </a:p>
        </p:txBody>
      </p:sp>
      <p:sp>
        <p:nvSpPr>
          <p:cNvPr id="1068679205" name="TextBox 10"/>
          <p:cNvSpPr txBox="1"/>
          <p:nvPr/>
        </p:nvSpPr>
        <p:spPr bwMode="auto">
          <a:xfrm>
            <a:off x="274320" y="3749040"/>
            <a:ext cx="9601200" cy="2468880"/>
          </a:xfrm>
          <a:prstGeom prst="rect">
            <a:avLst/>
          </a:prstGeom>
          <a:noFill/>
        </p:spPr>
        <p:txBody>
          <a:bodyPr wrap="square" lIns="0" tIns="0" rIns="0" bIns="0" anchor="t">
            <a:spAutoFit/>
          </a:bodyPr>
          <a:lstStyle/>
          <a:p>
            <a:pPr algn="l">
              <a:lnSpc>
                <a:spcPct val="135000"/>
              </a:lnSpc>
              <a:defRPr/>
            </a:pPr>
            <a:r>
              <a:rPr sz="1700" b="0" i="0">
                <a:solidFill>
                  <a:srgbClr val="FFFFFF"/>
                </a:solidFill>
                <a:latin typeface="Arial"/>
              </a:rPr>
              <a:t>That's a code-review burden you'll carry forever. Every base change is now a question of 'did we update Inspect?' Sometimes you'll forget. The architecture isn't enforcing the consistency anymore — your team's discipline is. Discipline is bounded; architecture is unbounded.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84467496" name="Title 2"/>
          <p:cNvSpPr>
            <a:spLocks noGrp="1"/>
          </p:cNvSpPr>
          <p:nvPr>
            <p:ph type="title"/>
          </p:nvPr>
        </p:nvSpPr>
        <p:spPr bwMode="auto"/>
        <p:txBody>
          <a:bodyPr/>
          <a:lstStyle/>
          <a:p>
            <a:pPr>
              <a:defRPr/>
            </a:pPr>
            <a:r>
              <a:rPr/>
              <a:t>Lab 2D: CR-3  ·  Selective cycle logging</a:t>
            </a:r>
            <a:endParaRPr/>
          </a:p>
        </p:txBody>
      </p:sp>
      <p:sp>
        <p:nvSpPr>
          <p:cNvPr id="1769580529"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770000"/>
                </a:solidFill>
                <a:latin typeface="Arial"/>
              </a:rPr>
              <a:t>BLOCK 1 · 1D  ·  CR-3 HANDS-ON (15 MIN)</a:t>
            </a:r>
            <a:endParaRPr/>
          </a:p>
        </p:txBody>
      </p:sp>
      <p:sp>
        <p:nvSpPr>
          <p:cNvPr id="897962695" name="Text Placeholder 1"/>
          <p:cNvSpPr txBox="1"/>
          <p:nvPr/>
        </p:nvSpPr>
        <p:spPr bwMode="gray">
          <a:xfrm>
            <a:off x="5943603" y="1090799"/>
            <a:ext cx="6248397" cy="5767201"/>
          </a:xfrm>
          <a:prstGeom prst="rect">
            <a:avLst/>
          </a:prstGeom>
        </p:spPr>
        <p:txBody>
          <a:bodyPr vert="horz" wrap="square" lIns="450000" tIns="190800" rIns="91440" bIns="45720" rtlCol="0">
            <a:noAutofit/>
          </a:bodyPr>
          <a:lstStyle>
            <a:lvl1pPr marL="266700" marR="0" indent="-266700" algn="l" defTabSz="914400" rtl="0">
              <a:lnSpc>
                <a:spcPct val="100000"/>
              </a:lnSpc>
              <a:spcBef>
                <a:spcPts val="600"/>
              </a:spcBef>
              <a:spcAft>
                <a:spcPts val="0"/>
              </a:spcAft>
              <a:buClrTx/>
              <a:buSzTx/>
              <a:buFont typeface="Wingdings"/>
              <a:buChar char="§"/>
              <a:defRPr lang="en-US"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a:lstStyle>
          <a:p>
            <a:pPr marL="0" indent="0">
              <a:lnSpc>
                <a:spcPct val="130000"/>
              </a:lnSpc>
              <a:buNone/>
              <a:defRPr/>
            </a:pPr>
            <a:r>
              <a:rPr lang="en-US" sz="2000" b="1">
                <a:solidFill>
                  <a:srgbClr val="770000"/>
                </a:solidFill>
              </a:rPr>
              <a:t>Instructions:</a:t>
            </a:r>
            <a:endParaRPr lang="en-US" sz="2000" b="1">
              <a:solidFill>
                <a:srgbClr val="770000"/>
              </a:solidFill>
              <a:latin typeface="Arial"/>
            </a:endParaRPr>
          </a:p>
          <a:p>
            <a:pPr>
              <a:lnSpc>
                <a:spcPct val="130000"/>
              </a:lnSpc>
              <a:defRPr/>
            </a:pPr>
            <a:r>
              <a:rPr lang="en-US" sz="2000">
                <a:solidFill>
                  <a:srgbClr val="242A33"/>
                </a:solidFill>
                <a:latin typeface="Arial"/>
              </a:rPr>
              <a:t>Open CR3-applied branch and go to </a:t>
            </a:r>
            <a:r>
              <a:rPr lang="en-US" sz="2000">
                <a:solidFill>
                  <a:srgbClr val="242A33"/>
                </a:solidFill>
                <a:latin typeface="Arial"/>
              </a:rPr>
              <a:t>FillingLine_Inheritance</a:t>
            </a:r>
            <a:endParaRPr lang="en-US" sz="2000">
              <a:solidFill>
                <a:srgbClr val="242A33"/>
              </a:solidFill>
              <a:latin typeface="Arial"/>
            </a:endParaRPr>
          </a:p>
          <a:p>
            <a:pPr>
              <a:lnSpc>
                <a:spcPct val="130000"/>
              </a:lnSpc>
              <a:spcBef>
                <a:spcPts val="400"/>
              </a:spcBef>
              <a:defRPr/>
            </a:pPr>
            <a:r>
              <a:rPr lang="en-US" sz="2000">
                <a:latin typeface="Arial"/>
              </a:rPr>
              <a:t>Find buffer in </a:t>
            </a:r>
            <a:r>
              <a:rPr lang="en-US" sz="2000">
                <a:latin typeface="Arial"/>
              </a:rPr>
              <a:t>FB_StationBase</a:t>
            </a:r>
            <a:endParaRPr lang="en-US" sz="2000">
              <a:latin typeface="Arial"/>
            </a:endParaRPr>
          </a:p>
          <a:p>
            <a:pPr>
              <a:lnSpc>
                <a:spcPct val="130000"/>
              </a:lnSpc>
              <a:spcBef>
                <a:spcPts val="400"/>
              </a:spcBef>
              <a:defRPr/>
            </a:pPr>
            <a:r>
              <a:rPr lang="en-US" sz="2000">
                <a:latin typeface="Arial"/>
              </a:rPr>
              <a:t>Find added methods in </a:t>
            </a:r>
            <a:r>
              <a:rPr lang="en-US" sz="2000">
                <a:latin typeface="Arial"/>
              </a:rPr>
              <a:t>FB_StationBase</a:t>
            </a:r>
            <a:endParaRPr lang="en-US" sz="2000">
              <a:latin typeface="Arial"/>
            </a:endParaRPr>
          </a:p>
          <a:p>
            <a:pPr>
              <a:lnSpc>
                <a:spcPct val="130000"/>
              </a:lnSpc>
              <a:spcBef>
                <a:spcPts val="400"/>
              </a:spcBef>
              <a:defRPr/>
            </a:pPr>
            <a:r>
              <a:rPr lang="en-US" sz="2000">
                <a:latin typeface="Arial"/>
              </a:rPr>
              <a:t>Find overriding methods in derived FBs</a:t>
            </a:r>
            <a:endParaRPr/>
          </a:p>
        </p:txBody>
      </p:sp>
      <p:sp>
        <p:nvSpPr>
          <p:cNvPr id="492738304" name="Text Placeholder 1"/>
          <p:cNvSpPr txBox="1"/>
          <p:nvPr/>
        </p:nvSpPr>
        <p:spPr bwMode="gray">
          <a:xfrm>
            <a:off x="152400" y="1219200"/>
            <a:ext cx="6248397" cy="5767201"/>
          </a:xfrm>
          <a:prstGeom prst="rect">
            <a:avLst/>
          </a:prstGeom>
        </p:spPr>
        <p:txBody>
          <a:bodyPr vert="horz" wrap="square" lIns="450000" tIns="190800" rIns="91440" bIns="45720" rtlCol="0">
            <a:noAutofit/>
          </a:bodyPr>
          <a:lstStyle>
            <a:lvl1pPr marL="266700" marR="0" indent="-266700" algn="l" defTabSz="914400" rtl="0">
              <a:lnSpc>
                <a:spcPct val="100000"/>
              </a:lnSpc>
              <a:spcBef>
                <a:spcPts val="600"/>
              </a:spcBef>
              <a:spcAft>
                <a:spcPts val="0"/>
              </a:spcAft>
              <a:buClrTx/>
              <a:buSzTx/>
              <a:buFont typeface="Wingdings"/>
              <a:buChar char="§"/>
              <a:defRPr lang="en-US" sz="2200">
                <a:solidFill>
                  <a:schemeClr val="tx1"/>
                </a:solidFill>
                <a:latin typeface="+mj-lt"/>
                <a:ea typeface="+mn-ea"/>
                <a:cs typeface="Arial"/>
              </a:defRPr>
            </a:lvl1pPr>
            <a:lvl2pPr marL="6286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2pPr>
            <a:lvl3pPr marL="984250" marR="0" indent="-268288"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3pPr>
            <a:lvl4pPr marL="1343025"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4pPr>
            <a:lvl5pPr marL="1700212" marR="0" indent="-266700" algn="l" defTabSz="914400" rtl="0">
              <a:lnSpc>
                <a:spcPct val="100000"/>
              </a:lnSpc>
              <a:spcBef>
                <a:spcPts val="600"/>
              </a:spcBef>
              <a:spcAft>
                <a:spcPts val="0"/>
              </a:spcAft>
              <a:buClrTx/>
              <a:buSzTx/>
              <a:buFont typeface="Symbol"/>
              <a:buChar char="-"/>
              <a:defRPr lang="en-US" sz="2200">
                <a:solidFill>
                  <a:schemeClr val="tx1"/>
                </a:solidFill>
                <a:latin typeface="+mj-lt"/>
                <a:ea typeface="+mn-ea"/>
                <a:cs typeface="Arial"/>
              </a:defRPr>
            </a:lvl5pPr>
            <a:lvl6pPr marL="2057400" indent="-266700" algn="l" defTabSz="914400" rtl="0">
              <a:spcBef>
                <a:spcPts val="0"/>
              </a:spcBef>
              <a:buFont typeface="Symbol"/>
              <a:buChar char="-"/>
              <a:defRPr sz="2200">
                <a:solidFill>
                  <a:schemeClr val="tx1"/>
                </a:solidFill>
                <a:latin typeface="+mj-lt"/>
                <a:ea typeface="+mn-ea"/>
                <a:cs typeface="+mn-cs"/>
              </a:defRPr>
            </a:lvl6pPr>
            <a:lvl7pPr marL="2425700" indent="-266700" algn="l" defTabSz="914400" rtl="0">
              <a:spcBef>
                <a:spcPts val="0"/>
              </a:spcBef>
              <a:buFont typeface="Symbol"/>
              <a:buChar char="-"/>
              <a:defRPr sz="2200">
                <a:solidFill>
                  <a:schemeClr val="tx1"/>
                </a:solidFill>
                <a:latin typeface="+mj-lt"/>
                <a:ea typeface="+mn-ea"/>
                <a:cs typeface="+mn-cs"/>
              </a:defRPr>
            </a:lvl7pPr>
            <a:lvl8pPr marL="2781300" indent="-266700" algn="l" defTabSz="914400" rtl="0">
              <a:spcBef>
                <a:spcPts val="0"/>
              </a:spcBef>
              <a:buFont typeface="Symbol"/>
              <a:buChar char="-"/>
              <a:defRPr sz="2200">
                <a:solidFill>
                  <a:schemeClr val="tx1"/>
                </a:solidFill>
                <a:latin typeface="+mj-lt"/>
                <a:ea typeface="+mn-ea"/>
                <a:cs typeface="+mn-cs"/>
              </a:defRPr>
            </a:lvl8pPr>
            <a:lvl9pPr marL="3136900" indent="-266700" algn="l" defTabSz="914400" rtl="0">
              <a:spcBef>
                <a:spcPts val="0"/>
              </a:spcBef>
              <a:buFont typeface="Symbol"/>
              <a:buChar char="-"/>
              <a:defRPr sz="2200">
                <a:solidFill>
                  <a:schemeClr val="tx1"/>
                </a:solidFill>
                <a:latin typeface="+mj-lt"/>
                <a:ea typeface="+mn-ea"/>
                <a:cs typeface="+mn-cs"/>
              </a:defRPr>
            </a:lvl9pPr>
          </a:lstStyle>
          <a:p>
            <a:pPr marL="0" indent="0">
              <a:lnSpc>
                <a:spcPct val="130000"/>
              </a:lnSpc>
              <a:buNone/>
              <a:defRPr/>
            </a:pPr>
            <a:r>
              <a:rPr lang="en-US" sz="2000" b="1">
                <a:solidFill>
                  <a:srgbClr val="770000"/>
                </a:solidFill>
              </a:rPr>
              <a:t>Goal:</a:t>
            </a:r>
            <a:endParaRPr lang="en-US" sz="2000" b="1">
              <a:solidFill>
                <a:srgbClr val="770000"/>
              </a:solidFill>
              <a:latin typeface="Arial"/>
            </a:endParaRPr>
          </a:p>
          <a:p>
            <a:pPr>
              <a:lnSpc>
                <a:spcPct val="130000"/>
              </a:lnSpc>
              <a:defRPr/>
            </a:pPr>
            <a:r>
              <a:rPr lang="en-US" sz="2000">
                <a:solidFill>
                  <a:srgbClr val="242A33"/>
                </a:solidFill>
                <a:latin typeface="Arial"/>
              </a:rPr>
              <a:t>Log cycle data for Fill and Inspect. Cap and Label don't need it.</a:t>
            </a:r>
            <a:endParaRPr/>
          </a:p>
          <a:p>
            <a:pPr>
              <a:lnSpc>
                <a:spcPct val="130000"/>
              </a:lnSpc>
              <a:spcBef>
                <a:spcPts val="400"/>
              </a:spcBef>
              <a:defRPr/>
            </a:pPr>
            <a:endParaRPr lang="en-US" sz="2000">
              <a:solidFill>
                <a:srgbClr val="242A33"/>
              </a:solidFill>
              <a:latin typeface="Aria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0904007" name="Title 1"/>
          <p:cNvSpPr>
            <a:spLocks noGrp="1"/>
          </p:cNvSpPr>
          <p:nvPr>
            <p:ph type="title"/>
          </p:nvPr>
        </p:nvSpPr>
        <p:spPr bwMode="auto"/>
        <p:txBody>
          <a:bodyPr/>
          <a:lstStyle/>
          <a:p>
            <a:pPr>
              <a:defRPr/>
            </a:pPr>
            <a:r>
              <a:rPr/>
              <a:t>CR-3 result — dead weight in unrelated children</a:t>
            </a:r>
            <a:endParaRPr/>
          </a:p>
        </p:txBody>
      </p:sp>
      <p:sp>
        <p:nvSpPr>
          <p:cNvPr id="1186510027"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627186"/>
                </a:solidFill>
                <a:latin typeface="Arial"/>
              </a:rPr>
              <a:t>BLOCK 2 · 2D  ·  CR-3 HANDS-ON (10 MIN)</a:t>
            </a:r>
            <a:endParaRPr/>
          </a:p>
        </p:txBody>
      </p:sp>
      <p:sp>
        <p:nvSpPr>
          <p:cNvPr id="1561697037" name="TextBox 3"/>
          <p:cNvSpPr txBox="1"/>
          <p:nvPr/>
        </p:nvSpPr>
        <p:spPr bwMode="auto">
          <a:xfrm>
            <a:off x="0" y="1188720"/>
            <a:ext cx="10012680" cy="365760"/>
          </a:xfrm>
          <a:prstGeom prst="rect">
            <a:avLst/>
          </a:prstGeom>
          <a:noFill/>
        </p:spPr>
        <p:txBody>
          <a:bodyPr wrap="square" lIns="0" tIns="0" rIns="0" bIns="0" anchor="t">
            <a:spAutoFit/>
          </a:bodyPr>
          <a:lstStyle/>
          <a:p>
            <a:pPr algn="l">
              <a:lnSpc>
                <a:spcPct val="114999"/>
              </a:lnSpc>
              <a:defRPr/>
            </a:pPr>
            <a:r>
              <a:rPr sz="1200" b="0" i="0">
                <a:solidFill>
                  <a:srgbClr val="627186"/>
                </a:solidFill>
                <a:latin typeface="Consolas"/>
              </a:rPr>
              <a:t>git diff  stage-2-inheritance...stage-2-cr3-applied --stat</a:t>
            </a:r>
            <a:endParaRPr/>
          </a:p>
        </p:txBody>
      </p:sp>
      <p:sp>
        <p:nvSpPr>
          <p:cNvPr id="2102128106" name="TextBox 4"/>
          <p:cNvSpPr txBox="1"/>
          <p:nvPr/>
        </p:nvSpPr>
        <p:spPr bwMode="auto">
          <a:xfrm>
            <a:off x="0" y="1691640"/>
            <a:ext cx="10012680" cy="1280160"/>
          </a:xfrm>
          <a:prstGeom prst="rect">
            <a:avLst/>
          </a:prstGeom>
          <a:noFill/>
        </p:spPr>
        <p:txBody>
          <a:bodyPr wrap="square" lIns="0" tIns="0" rIns="0" bIns="0" anchor="t">
            <a:spAutoFit/>
          </a:bodyPr>
          <a:lstStyle/>
          <a:p>
            <a:pPr algn="l">
              <a:lnSpc>
                <a:spcPct val="100000"/>
              </a:lnSpc>
              <a:defRPr/>
            </a:pPr>
            <a:r>
              <a:rPr sz="6400" b="1" i="0">
                <a:solidFill>
                  <a:srgbClr val="627186"/>
                </a:solidFill>
                <a:latin typeface="Arial"/>
              </a:rPr>
              <a:t>3 files  ·  +64  −25</a:t>
            </a:r>
            <a:endParaRPr/>
          </a:p>
        </p:txBody>
      </p:sp>
      <p:sp>
        <p:nvSpPr>
          <p:cNvPr id="1257238840" name="Rectangle 5"/>
          <p:cNvSpPr/>
          <p:nvPr/>
        </p:nvSpPr>
        <p:spPr bwMode="auto">
          <a:xfrm>
            <a:off x="0" y="3154680"/>
            <a:ext cx="1097280" cy="45720"/>
          </a:xfrm>
          <a:prstGeom prst="rect">
            <a:avLst/>
          </a:prstGeom>
          <a:solidFill>
            <a:srgbClr val="6271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2729918" name="TextBox 6"/>
          <p:cNvSpPr txBox="1"/>
          <p:nvPr/>
        </p:nvSpPr>
        <p:spPr bwMode="auto">
          <a:xfrm>
            <a:off x="0" y="3474720"/>
            <a:ext cx="10012680" cy="2651760"/>
          </a:xfrm>
          <a:prstGeom prst="rect">
            <a:avLst/>
          </a:prstGeom>
          <a:noFill/>
        </p:spPr>
        <p:txBody>
          <a:bodyPr wrap="square" lIns="0" tIns="0" rIns="0" bIns="0">
            <a:spAutoFit/>
          </a:bodyPr>
          <a:lstStyle/>
          <a:p>
            <a:pPr algn="l">
              <a:lnSpc>
                <a:spcPct val="130000"/>
              </a:lnSpc>
              <a:defRPr/>
            </a:pPr>
            <a:r>
              <a:rPr sz="1800" b="1">
                <a:solidFill>
                  <a:srgbClr val="627186"/>
                </a:solidFill>
                <a:latin typeface="Arial"/>
              </a:rPr>
              <a:t>▸  </a:t>
            </a:r>
            <a:r>
              <a:rPr sz="1800">
                <a:solidFill>
                  <a:srgbClr val="242A33"/>
                </a:solidFill>
                <a:latin typeface="Arial"/>
              </a:rPr>
              <a:t>LogBuffer + LoggingEnabled added to the base.</a:t>
            </a:r>
            <a:endParaRPr/>
          </a:p>
          <a:p>
            <a:pPr algn="l">
              <a:lnSpc>
                <a:spcPct val="130000"/>
              </a:lnSpc>
              <a:spcBef>
                <a:spcPts val="400"/>
              </a:spcBef>
              <a:defRPr/>
            </a:pPr>
            <a:r>
              <a:rPr sz="1800" b="1">
                <a:solidFill>
                  <a:srgbClr val="627186"/>
                </a:solidFill>
                <a:latin typeface="Arial"/>
              </a:rPr>
              <a:t>▸  </a:t>
            </a:r>
            <a:r>
              <a:rPr sz="1800">
                <a:solidFill>
                  <a:srgbClr val="242A33"/>
                </a:solidFill>
                <a:latin typeface="Arial"/>
              </a:rPr>
              <a:t>Cap and Label inherit storage they never use.</a:t>
            </a:r>
            <a:endParaRPr/>
          </a:p>
          <a:p>
            <a:pPr algn="l">
              <a:lnSpc>
                <a:spcPct val="130000"/>
              </a:lnSpc>
              <a:spcBef>
                <a:spcPts val="400"/>
              </a:spcBef>
              <a:defRPr/>
            </a:pPr>
            <a:r>
              <a:rPr sz="1800" b="1">
                <a:solidFill>
                  <a:srgbClr val="627186"/>
                </a:solidFill>
                <a:latin typeface="Arial"/>
              </a:rPr>
              <a:t>▸  </a:t>
            </a:r>
            <a:r>
              <a:rPr sz="1800">
                <a:solidFill>
                  <a:srgbClr val="242A33"/>
                </a:solidFill>
                <a:latin typeface="Arial"/>
              </a:rPr>
              <a:t>Cognitive cost compounds even when memory cost doesn't.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4227935" name="Title 2"/>
          <p:cNvSpPr>
            <a:spLocks noGrp="1"/>
          </p:cNvSpPr>
          <p:nvPr>
            <p:ph type="title"/>
          </p:nvPr>
        </p:nvSpPr>
        <p:spPr bwMode="auto"/>
        <p:txBody>
          <a:bodyPr/>
          <a:lstStyle/>
          <a:p>
            <a:pPr>
              <a:defRPr/>
            </a:pPr>
            <a:r>
              <a:rPr/>
              <a:t>Block 2 debrief — Pros and Cons</a:t>
            </a:r>
            <a:endParaRPr/>
          </a:p>
        </p:txBody>
      </p:sp>
      <p:sp>
        <p:nvSpPr>
          <p:cNvPr id="180073557"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627186"/>
                </a:solidFill>
                <a:latin typeface="Arial"/>
              </a:rPr>
              <a:t>BLOCK 2 · 2E DEBRIEF (5 MIN)</a:t>
            </a:r>
            <a:endParaRPr/>
          </a:p>
        </p:txBody>
      </p:sp>
      <p:graphicFrame>
        <p:nvGraphicFramePr>
          <p:cNvPr id="315684584" name="Table 6"/>
          <p:cNvGraphicFramePr>
            <a:graphicFrameLocks xmlns:a="http://schemas.openxmlformats.org/drawingml/2006/main" noGrp="1"/>
          </p:cNvGraphicFramePr>
          <p:nvPr/>
        </p:nvGraphicFramePr>
        <p:xfrm rot="0">
          <a:off x="533400" y="1447799"/>
          <a:ext cx="11201400" cy="4959415"/>
        </p:xfrm>
        <a:graphic>
          <a:graphicData uri="http://schemas.openxmlformats.org/drawingml/2006/table">
            <a:tbl>
              <a:tblPr firstRow="1" firstCol="0" lastRow="0" lastCol="0" bandRow="1" bandCol="0">
                <a:tableStyleId>{0817EA92-75D0-4044-A80A-286907CE0DDC}</a:tableStyleId>
              </a:tblPr>
              <a:tblGrid>
                <a:gridCol w="5600700"/>
                <a:gridCol w="5600700"/>
              </a:tblGrid>
              <a:tr h="991883">
                <a:tc>
                  <a:txBody>
                    <a:bodyPr/>
                    <a:p>
                      <a:pPr algn="ctr">
                        <a:defRPr/>
                      </a:pPr>
                      <a:r>
                        <a:rPr lang="en-US" sz="2800"/>
                        <a:t>Pros</a:t>
                      </a:r>
                      <a:endParaRPr/>
                    </a:p>
                  </a:txBody>
                  <a:tcPr anchor="ctr"/>
                </a:tc>
                <a:tc>
                  <a:txBody>
                    <a:bodyPr/>
                    <a:p>
                      <a:pPr algn="ctr">
                        <a:defRPr/>
                      </a:pPr>
                      <a:r>
                        <a:rPr lang="en-US" sz="2800"/>
                        <a:t>Cons</a:t>
                      </a:r>
                      <a:endParaRPr/>
                    </a:p>
                  </a:txBody>
                  <a:tcPr anchor="ctr"/>
                </a:tc>
              </a:tr>
              <a:tr h="991883">
                <a:tc>
                  <a:txBody>
                    <a:bodyPr/>
                    <a:p>
                      <a:pPr>
                        <a:defRPr/>
                      </a:pPr>
                      <a:r>
                        <a:rPr lang="en-US"/>
                        <a:t>Common code written once, inherited by all</a:t>
                      </a:r>
                      <a:endParaRPr/>
                    </a:p>
                  </a:txBody>
                  <a:tcPr/>
                </a:tc>
                <a:tc>
                  <a:txBody>
                    <a:bodyPr/>
                    <a:p>
                      <a:pPr>
                        <a:defRPr/>
                      </a:pPr>
                      <a:r>
                        <a:rPr lang="en-US"/>
                        <a:t>Base accumulates features all children inherit whether they need them or not</a:t>
                      </a:r>
                      <a:endParaRPr/>
                    </a:p>
                  </a:txBody>
                  <a:tcPr/>
                </a:tc>
              </a:tr>
              <a:tr h="991883">
                <a:tc>
                  <a:txBody>
                    <a:bodyPr/>
                    <a:p>
                      <a:pPr>
                        <a:defRPr/>
                      </a:pPr>
                      <a:r>
                        <a:rPr lang="en-US"/>
                        <a:t>Architecture enforces consistency – no discipline required</a:t>
                      </a:r>
                      <a:endParaRPr/>
                    </a:p>
                  </a:txBody>
                  <a:tcPr/>
                </a:tc>
                <a:tc>
                  <a:txBody>
                    <a:bodyPr/>
                    <a:p>
                      <a:pPr>
                        <a:defRPr/>
                      </a:pPr>
                      <a:r>
                        <a:rPr lang="en-US"/>
                        <a:t>No way to modify a part of an inherited method – it’s all or nothing </a:t>
                      </a:r>
                      <a:endParaRPr/>
                    </a:p>
                  </a:txBody>
                  <a:tcPr/>
                </a:tc>
              </a:tr>
              <a:tr h="991883">
                <a:tc>
                  <a:txBody>
                    <a:bodyPr/>
                    <a:p>
                      <a:pPr>
                        <a:defRPr/>
                      </a:pPr>
                      <a:r>
                        <a:rPr lang="en-US"/>
                        <a:t>Cross-cutting changes touch one file instead of four</a:t>
                      </a:r>
                      <a:endParaRPr/>
                    </a:p>
                  </a:txBody>
                  <a:tcPr/>
                </a:tc>
                <a:tc>
                  <a:txBody>
                    <a:bodyPr/>
                    <a:p>
                      <a:pPr>
                        <a:defRPr/>
                      </a:pPr>
                      <a:r>
                        <a:rPr lang="en-US"/>
                        <a:t>Skipping SUPER^ severs the entire framework chain (consequence of above)</a:t>
                      </a:r>
                      <a:endParaRPr/>
                    </a:p>
                  </a:txBody>
                  <a:tcPr/>
                </a:tc>
              </a:tr>
              <a:tr h="991883">
                <a:tc>
                  <a:txBody>
                    <a:bodyPr/>
                    <a:p>
                      <a:pPr>
                        <a:defRPr/>
                      </a:pPr>
                      <a:r>
                        <a:rPr lang="en-US"/>
                        <a:t>Stage 1 drift eliminated</a:t>
                      </a:r>
                      <a:endParaRPr/>
                    </a:p>
                  </a:txBody>
                  <a:tcPr/>
                </a:tc>
                <a:tc>
                  <a:txBody>
                    <a:bodyPr/>
                    <a:p>
                      <a:pPr>
                        <a:defRPr/>
                      </a:pPr>
                      <a:r>
                        <a:rPr lang="en-US"/>
                        <a:t>The base that helped in CR-1 becomes the constraint in CR-2</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3021804" name="Title 1"/>
          <p:cNvSpPr>
            <a:spLocks noGrp="1"/>
          </p:cNvSpPr>
          <p:nvPr>
            <p:ph type="title"/>
          </p:nvPr>
        </p:nvSpPr>
        <p:spPr bwMode="auto"/>
        <p:txBody>
          <a:bodyPr/>
          <a:lstStyle/>
          <a:p>
            <a:pPr>
              <a:defRPr/>
            </a:pPr>
            <a:r>
              <a:rPr/>
              <a:t>Block 2 → Block 3 break</a:t>
            </a:r>
            <a:endParaRPr/>
          </a:p>
        </p:txBody>
      </p:sp>
      <p:sp>
        <p:nvSpPr>
          <p:cNvPr id="715543565" name="Rectangle 2"/>
          <p:cNvSpPr/>
          <p:nvPr/>
        </p:nvSpPr>
        <p:spPr bwMode="auto">
          <a:xfrm>
            <a:off x="0" y="1088136"/>
            <a:ext cx="10140696" cy="5330952"/>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82153817" name="TextBox 3"/>
          <p:cNvSpPr txBox="1"/>
          <p:nvPr/>
        </p:nvSpPr>
        <p:spPr bwMode="auto">
          <a:xfrm>
            <a:off x="0" y="1371600"/>
            <a:ext cx="10012680" cy="457200"/>
          </a:xfrm>
          <a:prstGeom prst="rect">
            <a:avLst/>
          </a:prstGeom>
          <a:noFill/>
        </p:spPr>
        <p:txBody>
          <a:bodyPr wrap="square" lIns="0" tIns="0" rIns="0" bIns="0" anchor="t">
            <a:spAutoFit/>
          </a:bodyPr>
          <a:lstStyle/>
          <a:p>
            <a:pPr algn="l">
              <a:lnSpc>
                <a:spcPct val="114999"/>
              </a:lnSpc>
              <a:defRPr/>
            </a:pPr>
            <a:r>
              <a:rPr sz="1400" b="1" i="0">
                <a:solidFill>
                  <a:srgbClr val="627186"/>
                </a:solidFill>
                <a:latin typeface="Arial"/>
              </a:rPr>
              <a:t>BREAK</a:t>
            </a:r>
            <a:endParaRPr/>
          </a:p>
        </p:txBody>
      </p:sp>
      <p:sp>
        <p:nvSpPr>
          <p:cNvPr id="1503393909" name="TextBox 4"/>
          <p:cNvSpPr txBox="1"/>
          <p:nvPr/>
        </p:nvSpPr>
        <p:spPr bwMode="auto">
          <a:xfrm>
            <a:off x="0" y="2011680"/>
            <a:ext cx="10012680" cy="1554480"/>
          </a:xfrm>
          <a:prstGeom prst="rect">
            <a:avLst/>
          </a:prstGeom>
          <a:noFill/>
        </p:spPr>
        <p:txBody>
          <a:bodyPr wrap="square" lIns="0" tIns="0" rIns="0" bIns="0" anchor="t">
            <a:spAutoFit/>
          </a:bodyPr>
          <a:lstStyle/>
          <a:p>
            <a:pPr algn="l">
              <a:lnSpc>
                <a:spcPct val="100000"/>
              </a:lnSpc>
              <a:defRPr/>
            </a:pPr>
            <a:r>
              <a:rPr sz="9600" b="1" i="0">
                <a:solidFill>
                  <a:srgbClr val="FFFFFF"/>
                </a:solidFill>
                <a:latin typeface="Arial"/>
              </a:rPr>
              <a:t>10 min</a:t>
            </a:r>
            <a:endParaRPr/>
          </a:p>
        </p:txBody>
      </p:sp>
      <p:sp>
        <p:nvSpPr>
          <p:cNvPr id="704015157" name="TextBox 5"/>
          <p:cNvSpPr txBox="1"/>
          <p:nvPr/>
        </p:nvSpPr>
        <p:spPr bwMode="auto">
          <a:xfrm>
            <a:off x="0" y="4114800"/>
            <a:ext cx="10012680" cy="1828800"/>
          </a:xfrm>
          <a:prstGeom prst="rect">
            <a:avLst/>
          </a:prstGeom>
          <a:noFill/>
        </p:spPr>
        <p:txBody>
          <a:bodyPr wrap="square" lIns="0" tIns="0" rIns="0" bIns="0" anchor="t">
            <a:spAutoFit/>
          </a:bodyPr>
          <a:lstStyle/>
          <a:p>
            <a:pPr algn="l">
              <a:lnSpc>
                <a:spcPct val="140000"/>
              </a:lnSpc>
              <a:defRPr/>
            </a:pPr>
            <a:r>
              <a:rPr sz="2000" b="0" i="1">
                <a:solidFill>
                  <a:srgbClr val="E5E8EC"/>
                </a:solidFill>
                <a:latin typeface="Arial"/>
              </a:rPr>
              <a:t>The longer of the two breaks if you can swing it. Block 3's payoff lands harder if the room comes back fresh.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4557241" name="Title 2"/>
          <p:cNvSpPr>
            <a:spLocks noGrp="1"/>
          </p:cNvSpPr>
          <p:nvPr>
            <p:ph type="title"/>
          </p:nvPr>
        </p:nvSpPr>
        <p:spPr bwMode="auto"/>
        <p:txBody>
          <a:bodyPr/>
          <a:lstStyle/>
          <a:p>
            <a:pPr>
              <a:defRPr/>
            </a:pPr>
            <a:r>
              <a:rPr/>
              <a:t>Block 3</a:t>
            </a:r>
            <a:endParaRPr/>
          </a:p>
        </p:txBody>
      </p:sp>
      <p:sp>
        <p:nvSpPr>
          <p:cNvPr id="492662955" name="Rectangle 3"/>
          <p:cNvSpPr/>
          <p:nvPr/>
        </p:nvSpPr>
        <p:spPr bwMode="auto">
          <a:xfrm>
            <a:off x="0" y="1188720"/>
            <a:ext cx="164592" cy="512064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20942005" name="TextBox 4"/>
          <p:cNvSpPr txBox="1"/>
          <p:nvPr/>
        </p:nvSpPr>
        <p:spPr bwMode="auto">
          <a:xfrm>
            <a:off x="411480" y="1280160"/>
            <a:ext cx="9601200" cy="1554480"/>
          </a:xfrm>
          <a:prstGeom prst="rect">
            <a:avLst/>
          </a:prstGeom>
          <a:noFill/>
        </p:spPr>
        <p:txBody>
          <a:bodyPr wrap="square" lIns="0" tIns="0" rIns="0" bIns="0" anchor="t">
            <a:spAutoFit/>
          </a:bodyPr>
          <a:lstStyle/>
          <a:p>
            <a:pPr algn="l">
              <a:lnSpc>
                <a:spcPct val="105000"/>
              </a:lnSpc>
              <a:defRPr/>
            </a:pPr>
            <a:r>
              <a:rPr sz="4600" b="1" i="0">
                <a:solidFill>
                  <a:srgbClr val="414D5C"/>
                </a:solidFill>
                <a:latin typeface="Arial"/>
              </a:rPr>
              <a:t>Stage 3 — Composition</a:t>
            </a:r>
            <a:endParaRPr/>
          </a:p>
        </p:txBody>
      </p:sp>
      <p:sp>
        <p:nvSpPr>
          <p:cNvPr id="1712185155" name="TextBox 5"/>
          <p:cNvSpPr txBox="1"/>
          <p:nvPr/>
        </p:nvSpPr>
        <p:spPr bwMode="auto">
          <a:xfrm>
            <a:off x="411480" y="2926080"/>
            <a:ext cx="9601200" cy="457200"/>
          </a:xfrm>
          <a:prstGeom prst="rect">
            <a:avLst/>
          </a:prstGeom>
          <a:noFill/>
        </p:spPr>
        <p:txBody>
          <a:bodyPr wrap="square" lIns="0" tIns="0" rIns="0" bIns="0" anchor="t">
            <a:spAutoFit/>
          </a:bodyPr>
          <a:lstStyle/>
          <a:p>
            <a:pPr algn="l">
              <a:lnSpc>
                <a:spcPct val="114999"/>
              </a:lnSpc>
              <a:defRPr/>
            </a:pPr>
            <a:r>
              <a:rPr sz="1800" b="1" i="0">
                <a:solidFill>
                  <a:srgbClr val="2D76AD"/>
                </a:solidFill>
                <a:latin typeface="Arial"/>
              </a:rPr>
              <a:t>70 min</a:t>
            </a:r>
            <a:endParaRPr/>
          </a:p>
        </p:txBody>
      </p:sp>
      <p:sp>
        <p:nvSpPr>
          <p:cNvPr id="1103444994" name="TextBox 6"/>
          <p:cNvSpPr txBox="1"/>
          <p:nvPr/>
        </p:nvSpPr>
        <p:spPr bwMode="auto">
          <a:xfrm>
            <a:off x="411480" y="3749039"/>
            <a:ext cx="9601200" cy="2286000"/>
          </a:xfrm>
          <a:prstGeom prst="rect">
            <a:avLst/>
          </a:prstGeom>
          <a:noFill/>
        </p:spPr>
        <p:txBody>
          <a:bodyPr wrap="square" lIns="0" tIns="0" rIns="0" bIns="0" anchor="t">
            <a:spAutoFit/>
          </a:bodyPr>
          <a:lstStyle/>
          <a:p>
            <a:pPr algn="l">
              <a:lnSpc>
                <a:spcPct val="140000"/>
              </a:lnSpc>
              <a:defRPr/>
            </a:pPr>
            <a:r>
              <a:rPr sz="2000" b="0" i="1">
                <a:solidFill>
                  <a:srgbClr val="242A33"/>
                </a:solidFill>
                <a:latin typeface="Arial"/>
              </a:rPr>
              <a:t>Build the line from interface-typed building blocks.</a:t>
            </a:r>
            <a:endParaRPr/>
          </a:p>
          <a:p>
            <a:pPr algn="l">
              <a:lnSpc>
                <a:spcPct val="140000"/>
              </a:lnSpc>
              <a:defRPr/>
            </a:pPr>
            <a:r>
              <a:rPr sz="2000" b="0" i="1">
                <a:solidFill>
                  <a:srgbClr val="242A33"/>
                </a:solidFill>
                <a:latin typeface="Arial"/>
              </a:rPr>
              <a:t>CR-2 — the killer requirement — becomes a one-line swap.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4633793" name="Text Placeholder 1"/>
          <p:cNvSpPr>
            <a:spLocks noGrp="1"/>
          </p:cNvSpPr>
          <p:nvPr>
            <p:ph type="body" sz="quarter" idx="15"/>
          </p:nvPr>
        </p:nvSpPr>
        <p:spPr bwMode="auto"/>
        <p:txBody>
          <a:bodyPr wrap="square"/>
          <a:lstStyle/>
          <a:p>
            <a:pPr algn="l">
              <a:lnSpc>
                <a:spcPct val="130000"/>
              </a:lnSpc>
              <a:defRPr/>
            </a:pPr>
            <a:r>
              <a:rPr sz="2000" b="1">
                <a:solidFill>
                  <a:srgbClr val="2D76AD"/>
                </a:solidFill>
                <a:latin typeface="Arial"/>
              </a:rPr>
              <a:t>▸  </a:t>
            </a:r>
            <a:r>
              <a:rPr sz="2000" b="1">
                <a:solidFill>
                  <a:srgbClr val="242A33"/>
                </a:solidFill>
                <a:latin typeface="Arial"/>
              </a:rPr>
              <a:t>Origin </a:t>
            </a:r>
            <a:r>
              <a:rPr sz="2000">
                <a:solidFill>
                  <a:srgbClr val="242A33"/>
                </a:solidFill>
                <a:latin typeface="Arial"/>
              </a:rPr>
              <a:t>— Gang of Four 1994; SOLID 2000s.</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Mental model </a:t>
            </a:r>
            <a:r>
              <a:rPr sz="2000">
                <a:solidFill>
                  <a:srgbClr val="242A33"/>
                </a:solidFill>
                <a:latin typeface="Arial"/>
              </a:rPr>
              <a:t>— small focused FBs talk through interfaces.</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TwinCAT </a:t>
            </a:r>
            <a:r>
              <a:rPr sz="2000">
                <a:solidFill>
                  <a:srgbClr val="242A33"/>
                </a:solidFill>
                <a:latin typeface="Arial"/>
              </a:rPr>
              <a:t>— INTERFACE, IMPLEMENTS, FB references typed by interface, FB_init for DI.</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Promise </a:t>
            </a:r>
            <a:r>
              <a:rPr sz="2000">
                <a:solidFill>
                  <a:srgbClr val="242A33"/>
                </a:solidFill>
                <a:latin typeface="Arial"/>
              </a:rPr>
              <a:t>— variation by injection.</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Catch </a:t>
            </a:r>
            <a:r>
              <a:rPr sz="2000">
                <a:solidFill>
                  <a:srgbClr val="242A33"/>
                </a:solidFill>
                <a:latin typeface="Arial"/>
              </a:rPr>
              <a:t>— more files, more concepts, more vocabulary.</a:t>
            </a:r>
            <a:endParaRPr/>
          </a:p>
        </p:txBody>
      </p:sp>
      <p:sp>
        <p:nvSpPr>
          <p:cNvPr id="1784637366" name="Title 2"/>
          <p:cNvSpPr>
            <a:spLocks noGrp="1"/>
          </p:cNvSpPr>
          <p:nvPr>
            <p:ph type="title"/>
          </p:nvPr>
        </p:nvSpPr>
        <p:spPr bwMode="auto"/>
        <p:txBody>
          <a:bodyPr/>
          <a:lstStyle/>
          <a:p>
            <a:pPr>
              <a:defRPr/>
            </a:pPr>
            <a:r>
              <a:rPr/>
              <a:t>The composition paradigm</a:t>
            </a:r>
            <a:endParaRPr/>
          </a:p>
        </p:txBody>
      </p:sp>
      <p:sp>
        <p:nvSpPr>
          <p:cNvPr id="454685160"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3A ARCHITECTURE WALKTHROUGH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7509534" name="Text Placeholder 1"/>
          <p:cNvSpPr>
            <a:spLocks noGrp="1"/>
          </p:cNvSpPr>
          <p:nvPr>
            <p:ph type="body" sz="quarter" idx="15"/>
          </p:nvPr>
        </p:nvSpPr>
        <p:spPr bwMode="auto"/>
        <p:txBody>
          <a:bodyPr wrap="square"/>
          <a:lstStyle/>
          <a:p>
            <a:pPr algn="l">
              <a:lnSpc>
                <a:spcPct val="130000"/>
              </a:lnSpc>
              <a:defRPr/>
            </a:pPr>
            <a:r>
              <a:rPr sz="2000" b="1">
                <a:solidFill>
                  <a:srgbClr val="2D76AD"/>
                </a:solidFill>
                <a:latin typeface="Arial"/>
              </a:rPr>
              <a:t>▸  </a:t>
            </a:r>
            <a:r>
              <a:rPr sz="2000" b="1">
                <a:solidFill>
                  <a:srgbClr val="242A33"/>
                </a:solidFill>
                <a:latin typeface="Arial"/>
              </a:rPr>
              <a:t>5 interfaces </a:t>
            </a:r>
            <a:r>
              <a:rPr sz="2000">
                <a:solidFill>
                  <a:srgbClr val="242A33"/>
                </a:solidFill>
                <a:latin typeface="Arial"/>
              </a:rPr>
              <a:t>— I_AlarmHandler, I_DataLogger, I_HmiReportable, I_Sequenceable, I_StationCore.</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7 building blocks </a:t>
            </a:r>
            <a:r>
              <a:rPr sz="2000">
                <a:solidFill>
                  <a:srgbClr val="242A33"/>
                </a:solidFill>
                <a:latin typeface="Arial"/>
              </a:rPr>
              <a:t>— alarm handlers, loggers, mode manager, sequencers.</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4 stations </a:t>
            </a:r>
            <a:r>
              <a:rPr sz="2000">
                <a:solidFill>
                  <a:srgbClr val="242A33"/>
                </a:solidFill>
                <a:latin typeface="Arial"/>
              </a:rPr>
              <a:t>— each composes building blocks.</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MAIN </a:t>
            </a:r>
            <a:r>
              <a:rPr sz="2000">
                <a:solidFill>
                  <a:srgbClr val="242A33"/>
                </a:solidFill>
                <a:latin typeface="Arial"/>
              </a:rPr>
              <a:t>— wires the dependency graph.</a:t>
            </a:r>
            <a:endParaRPr/>
          </a:p>
        </p:txBody>
      </p:sp>
      <p:sp>
        <p:nvSpPr>
          <p:cNvPr id="814047624" name="Title 2"/>
          <p:cNvSpPr>
            <a:spLocks noGrp="1"/>
          </p:cNvSpPr>
          <p:nvPr>
            <p:ph type="title"/>
          </p:nvPr>
        </p:nvSpPr>
        <p:spPr bwMode="auto"/>
        <p:txBody>
          <a:bodyPr/>
          <a:lstStyle/>
          <a:p>
            <a:pPr>
              <a:defRPr/>
            </a:pPr>
            <a:r>
              <a:rPr/>
              <a:t>The file tree — 18 files. Hold the judgment.</a:t>
            </a:r>
            <a:endParaRPr/>
          </a:p>
        </p:txBody>
      </p:sp>
      <p:sp>
        <p:nvSpPr>
          <p:cNvPr id="640849190"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3A ARCHITECTURE WALKTHROUGH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6554077" name="Title 1"/>
          <p:cNvSpPr>
            <a:spLocks noGrp="1"/>
          </p:cNvSpPr>
          <p:nvPr>
            <p:ph type="title"/>
          </p:nvPr>
        </p:nvSpPr>
        <p:spPr bwMode="auto"/>
        <p:txBody>
          <a:bodyPr/>
          <a:lstStyle/>
          <a:p>
            <a:pPr>
              <a:defRPr/>
            </a:pPr>
            <a:r>
              <a:rPr/>
              <a:t>The contract — I_AlarmHandler</a:t>
            </a:r>
            <a:endParaRPr/>
          </a:p>
        </p:txBody>
      </p:sp>
      <p:sp>
        <p:nvSpPr>
          <p:cNvPr id="647095201"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3A ARCHITECTURE WALKTHROUGH</a:t>
            </a:r>
            <a:endParaRPr/>
          </a:p>
        </p:txBody>
      </p:sp>
      <p:sp>
        <p:nvSpPr>
          <p:cNvPr id="68208112" name="Rectangle 3"/>
          <p:cNvSpPr/>
          <p:nvPr/>
        </p:nvSpPr>
        <p:spPr bwMode="auto">
          <a:xfrm>
            <a:off x="0" y="1234440"/>
            <a:ext cx="10012680" cy="4892039"/>
          </a:xfrm>
          <a:prstGeom prst="rect">
            <a:avLst/>
          </a:prstGeom>
          <a:solidFill>
            <a:srgbClr val="1B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92524817" name="TextBox 4"/>
          <p:cNvSpPr txBox="1"/>
          <p:nvPr/>
        </p:nvSpPr>
        <p:spPr bwMode="auto">
          <a:xfrm>
            <a:off x="182880" y="1325880"/>
            <a:ext cx="2743200" cy="274320"/>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TWINCAT INTERFACE</a:t>
            </a:r>
            <a:endParaRPr/>
          </a:p>
        </p:txBody>
      </p:sp>
      <p:sp>
        <p:nvSpPr>
          <p:cNvPr id="1544767224" name="TextBox 5"/>
          <p:cNvSpPr txBox="1"/>
          <p:nvPr/>
        </p:nvSpPr>
        <p:spPr bwMode="auto">
          <a:xfrm>
            <a:off x="274320" y="1691640"/>
            <a:ext cx="9509760" cy="4297680"/>
          </a:xfrm>
          <a:prstGeom prst="rect">
            <a:avLst/>
          </a:prstGeom>
          <a:noFill/>
        </p:spPr>
        <p:txBody>
          <a:bodyPr wrap="square" lIns="0" tIns="0" rIns="0" bIns="0" anchor="t">
            <a:spAutoFit/>
          </a:bodyPr>
          <a:lstStyle/>
          <a:p>
            <a:pPr algn="l">
              <a:lnSpc>
                <a:spcPct val="125000"/>
              </a:lnSpc>
              <a:defRPr/>
            </a:pPr>
            <a:r>
              <a:rPr sz="1300" b="0" i="0">
                <a:solidFill>
                  <a:srgbClr val="E6E8EB"/>
                </a:solidFill>
                <a:latin typeface="Consolas"/>
              </a:rPr>
              <a:t>// I_AlarmHandler.TcPOU — a contract. No implementation.</a:t>
            </a:r>
            <a:endParaRPr/>
          </a:p>
          <a:p>
            <a:pPr algn="l">
              <a:lnSpc>
                <a:spcPct val="125000"/>
              </a:lnSpc>
              <a:defRPr/>
            </a:pPr>
            <a:endParaRPr sz="1300" b="0" i="0">
              <a:solidFill>
                <a:srgbClr val="E6E8EB"/>
              </a:solidFill>
              <a:latin typeface="Consolas"/>
            </a:endParaRPr>
          </a:p>
          <a:p>
            <a:pPr algn="l">
              <a:lnSpc>
                <a:spcPct val="125000"/>
              </a:lnSpc>
              <a:defRPr/>
            </a:pPr>
            <a:r>
              <a:rPr sz="1300" b="0" i="0">
                <a:solidFill>
                  <a:srgbClr val="E6E8EB"/>
                </a:solidFill>
                <a:latin typeface="Consolas"/>
              </a:rPr>
              <a:t>INTERFACE I_AlarmHandler</a:t>
            </a:r>
            <a:endParaRPr/>
          </a:p>
          <a:p>
            <a:pPr algn="l">
              <a:lnSpc>
                <a:spcPct val="125000"/>
              </a:lnSpc>
              <a:defRPr/>
            </a:pPr>
            <a:endParaRPr sz="1300" b="0" i="0">
              <a:solidFill>
                <a:srgbClr val="E6E8EB"/>
              </a:solidFill>
              <a:latin typeface="Consolas"/>
            </a:endParaRPr>
          </a:p>
          <a:p>
            <a:pPr algn="l">
              <a:lnSpc>
                <a:spcPct val="125000"/>
              </a:lnSpc>
              <a:defRPr/>
            </a:pPr>
            <a:r>
              <a:rPr sz="1300" b="0" i="0">
                <a:solidFill>
                  <a:srgbClr val="E6E8EB"/>
                </a:solidFill>
                <a:latin typeface="Consolas"/>
              </a:rPr>
              <a:t>PROPERTY IsActive : BOOL    // is an alarm currently latched?</a:t>
            </a:r>
            <a:endParaRPr/>
          </a:p>
          <a:p>
            <a:pPr algn="l">
              <a:lnSpc>
                <a:spcPct val="125000"/>
              </a:lnSpc>
              <a:defRPr/>
            </a:pPr>
            <a:r>
              <a:rPr sz="1300" b="0" i="0">
                <a:solidFill>
                  <a:srgbClr val="E6E8EB"/>
                </a:solidFill>
                <a:latin typeface="Consolas"/>
              </a:rPr>
              <a:t>PROPERTY StopsLine : BOOL   // should this alarm stop the line?</a:t>
            </a:r>
            <a:endParaRPr/>
          </a:p>
          <a:p>
            <a:pPr algn="l">
              <a:lnSpc>
                <a:spcPct val="125000"/>
              </a:lnSpc>
              <a:defRPr/>
            </a:pPr>
            <a:r>
              <a:rPr sz="1300" b="0" i="0">
                <a:solidFill>
                  <a:srgbClr val="E6E8EB"/>
                </a:solidFill>
                <a:latin typeface="Consolas"/>
              </a:rPr>
              <a:t>                            // (TRUE for line faults, FALSE for quality flags)</a:t>
            </a:r>
            <a:endParaRPr/>
          </a:p>
          <a:p>
            <a:pPr algn="l">
              <a:lnSpc>
                <a:spcPct val="125000"/>
              </a:lnSpc>
              <a:defRPr/>
            </a:pPr>
            <a:endParaRPr sz="1300" b="0" i="0">
              <a:solidFill>
                <a:srgbClr val="E6E8EB"/>
              </a:solidFill>
              <a:latin typeface="Consolas"/>
            </a:endParaRPr>
          </a:p>
          <a:p>
            <a:pPr algn="l">
              <a:lnSpc>
                <a:spcPct val="125000"/>
              </a:lnSpc>
              <a:defRPr/>
            </a:pPr>
            <a:r>
              <a:rPr sz="1300" b="0" i="0">
                <a:solidFill>
                  <a:srgbClr val="E6E8EB"/>
                </a:solidFill>
                <a:latin typeface="Consolas"/>
              </a:rPr>
              <a:t>METHOD Raise</a:t>
            </a:r>
            <a:endParaRPr/>
          </a:p>
          <a:p>
            <a:pPr algn="l">
              <a:lnSpc>
                <a:spcPct val="125000"/>
              </a:lnSpc>
              <a:defRPr/>
            </a:pPr>
            <a:r>
              <a:rPr sz="1300" b="0" i="0">
                <a:solidFill>
                  <a:srgbClr val="E6E8EB"/>
                </a:solidFill>
                <a:latin typeface="Consolas"/>
              </a:rPr>
              <a:t>VAR_INPUT</a:t>
            </a:r>
            <a:endParaRPr/>
          </a:p>
          <a:p>
            <a:pPr algn="l">
              <a:lnSpc>
                <a:spcPct val="125000"/>
              </a:lnSpc>
              <a:defRPr/>
            </a:pPr>
            <a:r>
              <a:rPr sz="1300" b="0" i="0">
                <a:solidFill>
                  <a:srgbClr val="E6E8EB"/>
                </a:solidFill>
                <a:latin typeface="Consolas"/>
              </a:rPr>
              <a:t>    Code   : INT;</a:t>
            </a:r>
            <a:endParaRPr/>
          </a:p>
          <a:p>
            <a:pPr algn="l">
              <a:lnSpc>
                <a:spcPct val="125000"/>
              </a:lnSpc>
              <a:defRPr/>
            </a:pPr>
            <a:r>
              <a:rPr sz="1300" b="0" i="0">
                <a:solidFill>
                  <a:srgbClr val="E6E8EB"/>
                </a:solidFill>
                <a:latin typeface="Consolas"/>
              </a:rPr>
              <a:t>    Text   : STRING(80);</a:t>
            </a:r>
            <a:endParaRPr/>
          </a:p>
          <a:p>
            <a:pPr algn="l">
              <a:lnSpc>
                <a:spcPct val="125000"/>
              </a:lnSpc>
              <a:defRPr/>
            </a:pPr>
            <a:r>
              <a:rPr sz="1300" b="0" i="0">
                <a:solidFill>
                  <a:srgbClr val="E6E8EB"/>
                </a:solidFill>
                <a:latin typeface="Consolas"/>
              </a:rPr>
              <a:t>END_VAR</a:t>
            </a:r>
            <a:endParaRPr/>
          </a:p>
          <a:p>
            <a:pPr algn="l">
              <a:lnSpc>
                <a:spcPct val="125000"/>
              </a:lnSpc>
              <a:defRPr/>
            </a:pPr>
            <a:endParaRPr sz="1300" b="0" i="0">
              <a:solidFill>
                <a:srgbClr val="E6E8EB"/>
              </a:solidFill>
              <a:latin typeface="Consolas"/>
            </a:endParaRPr>
          </a:p>
          <a:p>
            <a:pPr algn="l">
              <a:lnSpc>
                <a:spcPct val="125000"/>
              </a:lnSpc>
              <a:defRPr/>
            </a:pPr>
            <a:r>
              <a:rPr sz="1300" b="0" i="0">
                <a:solidFill>
                  <a:srgbClr val="E6E8EB"/>
                </a:solidFill>
                <a:latin typeface="Consolas"/>
              </a:rPr>
              <a:t>METHOD Acknowledge</a:t>
            </a:r>
            <a:endParaRPr/>
          </a:p>
          <a:p>
            <a:pPr algn="l">
              <a:lnSpc>
                <a:spcPct val="125000"/>
              </a:lnSpc>
              <a:defRPr/>
            </a:pPr>
            <a:r>
              <a:rPr sz="1300" b="0" i="0">
                <a:solidFill>
                  <a:srgbClr val="E6E8EB"/>
                </a:solidFill>
                <a:latin typeface="Consolas"/>
              </a:rPr>
              <a:t>END_METHOD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6715451" name="Title 1"/>
          <p:cNvSpPr>
            <a:spLocks noGrp="1"/>
          </p:cNvSpPr>
          <p:nvPr>
            <p:ph type="title"/>
          </p:nvPr>
        </p:nvSpPr>
        <p:spPr bwMode="auto"/>
        <p:txBody>
          <a:bodyPr/>
          <a:lstStyle/>
          <a:p>
            <a:pPr>
              <a:defRPr/>
            </a:pPr>
            <a:r>
              <a:rPr/>
              <a:t>Two implementations — same shape, opposite policy</a:t>
            </a:r>
            <a:endParaRPr/>
          </a:p>
        </p:txBody>
      </p:sp>
      <p:sp>
        <p:nvSpPr>
          <p:cNvPr id="1649910982"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3A ARCHITECTURE WALKTHROUGH</a:t>
            </a:r>
            <a:endParaRPr/>
          </a:p>
        </p:txBody>
      </p:sp>
      <p:sp>
        <p:nvSpPr>
          <p:cNvPr id="1518358736" name="Rectangle 3"/>
          <p:cNvSpPr/>
          <p:nvPr/>
        </p:nvSpPr>
        <p:spPr bwMode="auto">
          <a:xfrm>
            <a:off x="4978908" y="1371600"/>
            <a:ext cx="9144" cy="4846320"/>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68921639" name="TextBox 4"/>
          <p:cNvSpPr txBox="1"/>
          <p:nvPr/>
        </p:nvSpPr>
        <p:spPr bwMode="auto">
          <a:xfrm>
            <a:off x="0" y="1188720"/>
            <a:ext cx="4846320" cy="365760"/>
          </a:xfrm>
          <a:prstGeom prst="rect">
            <a:avLst/>
          </a:prstGeom>
          <a:noFill/>
        </p:spPr>
        <p:txBody>
          <a:bodyPr wrap="square" lIns="0" tIns="0" rIns="0" bIns="0" anchor="t">
            <a:spAutoFit/>
          </a:bodyPr>
          <a:lstStyle/>
          <a:p>
            <a:pPr algn="l">
              <a:lnSpc>
                <a:spcPct val="114999"/>
              </a:lnSpc>
              <a:defRPr/>
            </a:pPr>
            <a:r>
              <a:rPr sz="1200" b="1" i="0">
                <a:solidFill>
                  <a:srgbClr val="2D76AD"/>
                </a:solidFill>
                <a:latin typeface="Arial"/>
              </a:rPr>
              <a:t>FB_ALARMHANDLER_LINEFAULT</a:t>
            </a:r>
            <a:endParaRPr/>
          </a:p>
        </p:txBody>
      </p:sp>
      <p:sp>
        <p:nvSpPr>
          <p:cNvPr id="1140575367" name="TextBox 5"/>
          <p:cNvSpPr txBox="1"/>
          <p:nvPr/>
        </p:nvSpPr>
        <p:spPr bwMode="auto">
          <a:xfrm>
            <a:off x="0" y="1645920"/>
            <a:ext cx="4846320" cy="4572000"/>
          </a:xfrm>
          <a:prstGeom prst="rect">
            <a:avLst/>
          </a:prstGeom>
          <a:noFill/>
        </p:spPr>
        <p:txBody>
          <a:bodyPr wrap="square" lIns="0" tIns="0" rIns="0" bIns="0">
            <a:spAutoFit/>
          </a:bodyPr>
          <a:lstStyle/>
          <a:p>
            <a:pPr algn="l">
              <a:lnSpc>
                <a:spcPct val="130000"/>
              </a:lnSpc>
              <a:defRPr/>
            </a:pPr>
            <a:r>
              <a:rPr sz="1700" b="1">
                <a:solidFill>
                  <a:srgbClr val="2D76AD"/>
                </a:solidFill>
                <a:latin typeface="Arial"/>
              </a:rPr>
              <a:t>▸  </a:t>
            </a:r>
            <a:r>
              <a:rPr sz="1700" b="1">
                <a:solidFill>
                  <a:srgbClr val="242A33"/>
                </a:solidFill>
                <a:latin typeface="Arial"/>
              </a:rPr>
              <a:t>StopsLine </a:t>
            </a:r>
            <a:r>
              <a:rPr sz="1700">
                <a:solidFill>
                  <a:srgbClr val="242A33"/>
                </a:solidFill>
                <a:latin typeface="Arial"/>
              </a:rPr>
              <a:t>— TRUE.</a:t>
            </a:r>
            <a:endParaRPr/>
          </a:p>
          <a:p>
            <a:pPr algn="l">
              <a:lnSpc>
                <a:spcPct val="130000"/>
              </a:lnSpc>
              <a:spcBef>
                <a:spcPts val="400"/>
              </a:spcBef>
              <a:defRPr/>
            </a:pPr>
            <a:r>
              <a:rPr sz="1700" b="1">
                <a:solidFill>
                  <a:srgbClr val="2D76AD"/>
                </a:solidFill>
                <a:latin typeface="Arial"/>
              </a:rPr>
              <a:t>▸  </a:t>
            </a:r>
            <a:r>
              <a:rPr sz="1700" b="1">
                <a:solidFill>
                  <a:srgbClr val="242A33"/>
                </a:solidFill>
                <a:latin typeface="Arial"/>
              </a:rPr>
              <a:t>Raise() </a:t>
            </a:r>
            <a:r>
              <a:rPr sz="1700">
                <a:solidFill>
                  <a:srgbClr val="242A33"/>
                </a:solidFill>
                <a:latin typeface="Arial"/>
              </a:rPr>
              <a:t>— latches, blocks downstream.</a:t>
            </a:r>
            <a:endParaRPr/>
          </a:p>
          <a:p>
            <a:pPr algn="l">
              <a:lnSpc>
                <a:spcPct val="130000"/>
              </a:lnSpc>
              <a:spcBef>
                <a:spcPts val="400"/>
              </a:spcBef>
              <a:defRPr/>
            </a:pPr>
            <a:r>
              <a:rPr sz="1700" b="1">
                <a:solidFill>
                  <a:srgbClr val="2D76AD"/>
                </a:solidFill>
                <a:latin typeface="Arial"/>
              </a:rPr>
              <a:t>▸  </a:t>
            </a:r>
            <a:r>
              <a:rPr sz="1700" b="1">
                <a:solidFill>
                  <a:srgbClr val="242A33"/>
                </a:solidFill>
                <a:latin typeface="Arial"/>
              </a:rPr>
              <a:t>Use for </a:t>
            </a:r>
            <a:r>
              <a:rPr sz="1700">
                <a:solidFill>
                  <a:srgbClr val="242A33"/>
                </a:solidFill>
                <a:latin typeface="Arial"/>
              </a:rPr>
              <a:t>— real faults that should stop the line.</a:t>
            </a:r>
            <a:endParaRPr/>
          </a:p>
          <a:p>
            <a:pPr algn="l">
              <a:lnSpc>
                <a:spcPct val="130000"/>
              </a:lnSpc>
              <a:spcBef>
                <a:spcPts val="400"/>
              </a:spcBef>
              <a:defRPr/>
            </a:pPr>
            <a:r>
              <a:rPr sz="1700" b="1">
                <a:solidFill>
                  <a:srgbClr val="2D76AD"/>
                </a:solidFill>
                <a:latin typeface="Arial"/>
              </a:rPr>
              <a:t>▸  </a:t>
            </a:r>
            <a:r>
              <a:rPr sz="1700" b="1">
                <a:solidFill>
                  <a:srgbClr val="242A33"/>
                </a:solidFill>
                <a:latin typeface="Arial"/>
              </a:rPr>
              <a:t>Tells the station </a:t>
            </a:r>
            <a:r>
              <a:rPr sz="1700">
                <a:solidFill>
                  <a:srgbClr val="242A33"/>
                </a:solidFill>
                <a:latin typeface="Arial"/>
              </a:rPr>
              <a:t>— "halt."</a:t>
            </a:r>
            <a:endParaRPr/>
          </a:p>
        </p:txBody>
      </p:sp>
      <p:sp>
        <p:nvSpPr>
          <p:cNvPr id="1956764929" name="TextBox 6"/>
          <p:cNvSpPr txBox="1"/>
          <p:nvPr/>
        </p:nvSpPr>
        <p:spPr bwMode="auto">
          <a:xfrm>
            <a:off x="5120640" y="1188720"/>
            <a:ext cx="4846320" cy="365760"/>
          </a:xfrm>
          <a:prstGeom prst="rect">
            <a:avLst/>
          </a:prstGeom>
          <a:noFill/>
        </p:spPr>
        <p:txBody>
          <a:bodyPr wrap="square" lIns="0" tIns="0" rIns="0" bIns="0" anchor="t">
            <a:spAutoFit/>
          </a:bodyPr>
          <a:lstStyle/>
          <a:p>
            <a:pPr algn="l">
              <a:lnSpc>
                <a:spcPct val="114999"/>
              </a:lnSpc>
              <a:defRPr/>
            </a:pPr>
            <a:r>
              <a:rPr sz="1200" b="1" i="0">
                <a:solidFill>
                  <a:srgbClr val="2D76AD"/>
                </a:solidFill>
                <a:latin typeface="Arial"/>
              </a:rPr>
              <a:t>FB_ALARMHANDLER_QUALITYFLAG</a:t>
            </a:r>
            <a:endParaRPr/>
          </a:p>
        </p:txBody>
      </p:sp>
      <p:sp>
        <p:nvSpPr>
          <p:cNvPr id="1844885523" name="TextBox 7"/>
          <p:cNvSpPr txBox="1"/>
          <p:nvPr/>
        </p:nvSpPr>
        <p:spPr bwMode="auto">
          <a:xfrm>
            <a:off x="5120640" y="1645920"/>
            <a:ext cx="4846320" cy="4572000"/>
          </a:xfrm>
          <a:prstGeom prst="rect">
            <a:avLst/>
          </a:prstGeom>
          <a:noFill/>
        </p:spPr>
        <p:txBody>
          <a:bodyPr wrap="square" lIns="0" tIns="0" rIns="0" bIns="0">
            <a:spAutoFit/>
          </a:bodyPr>
          <a:lstStyle/>
          <a:p>
            <a:pPr algn="l">
              <a:lnSpc>
                <a:spcPct val="130000"/>
              </a:lnSpc>
              <a:defRPr/>
            </a:pPr>
            <a:r>
              <a:rPr sz="1700" b="1">
                <a:solidFill>
                  <a:srgbClr val="2D76AD"/>
                </a:solidFill>
                <a:latin typeface="Arial"/>
              </a:rPr>
              <a:t>▸  </a:t>
            </a:r>
            <a:r>
              <a:rPr sz="1700" b="1">
                <a:solidFill>
                  <a:srgbClr val="242A33"/>
                </a:solidFill>
                <a:latin typeface="Arial"/>
              </a:rPr>
              <a:t>StopsLine </a:t>
            </a:r>
            <a:r>
              <a:rPr sz="1700">
                <a:solidFill>
                  <a:srgbClr val="242A33"/>
                </a:solidFill>
                <a:latin typeface="Arial"/>
              </a:rPr>
              <a:t>— FALSE.</a:t>
            </a:r>
            <a:endParaRPr/>
          </a:p>
          <a:p>
            <a:pPr algn="l">
              <a:lnSpc>
                <a:spcPct val="130000"/>
              </a:lnSpc>
              <a:spcBef>
                <a:spcPts val="400"/>
              </a:spcBef>
              <a:defRPr/>
            </a:pPr>
            <a:r>
              <a:rPr sz="1700" b="1">
                <a:solidFill>
                  <a:srgbClr val="2D76AD"/>
                </a:solidFill>
                <a:latin typeface="Arial"/>
              </a:rPr>
              <a:t>▸  </a:t>
            </a:r>
            <a:r>
              <a:rPr sz="1700" b="1">
                <a:solidFill>
                  <a:srgbClr val="242A33"/>
                </a:solidFill>
                <a:latin typeface="Arial"/>
              </a:rPr>
              <a:t>Raise() </a:t>
            </a:r>
            <a:r>
              <a:rPr sz="1700">
                <a:solidFill>
                  <a:srgbClr val="242A33"/>
                </a:solidFill>
                <a:latin typeface="Arial"/>
              </a:rPr>
              <a:t>— sets Code/Text, does NOT latch.</a:t>
            </a:r>
            <a:endParaRPr/>
          </a:p>
          <a:p>
            <a:pPr algn="l">
              <a:lnSpc>
                <a:spcPct val="130000"/>
              </a:lnSpc>
              <a:spcBef>
                <a:spcPts val="400"/>
              </a:spcBef>
              <a:defRPr/>
            </a:pPr>
            <a:r>
              <a:rPr sz="1700" b="1">
                <a:solidFill>
                  <a:srgbClr val="2D76AD"/>
                </a:solidFill>
                <a:latin typeface="Arial"/>
              </a:rPr>
              <a:t>▸  </a:t>
            </a:r>
            <a:r>
              <a:rPr sz="1700" b="1">
                <a:solidFill>
                  <a:srgbClr val="242A33"/>
                </a:solidFill>
                <a:latin typeface="Arial"/>
              </a:rPr>
              <a:t>Use for </a:t>
            </a:r>
            <a:r>
              <a:rPr sz="1700">
                <a:solidFill>
                  <a:srgbClr val="242A33"/>
                </a:solidFill>
                <a:latin typeface="Arial"/>
              </a:rPr>
              <a:t>— quality defects that feed sortation.</a:t>
            </a:r>
            <a:endParaRPr/>
          </a:p>
          <a:p>
            <a:pPr algn="l">
              <a:lnSpc>
                <a:spcPct val="130000"/>
              </a:lnSpc>
              <a:spcBef>
                <a:spcPts val="400"/>
              </a:spcBef>
              <a:defRPr/>
            </a:pPr>
            <a:r>
              <a:rPr sz="1700" b="1">
                <a:solidFill>
                  <a:srgbClr val="2D76AD"/>
                </a:solidFill>
                <a:latin typeface="Arial"/>
              </a:rPr>
              <a:t>▸  </a:t>
            </a:r>
            <a:r>
              <a:rPr sz="1700" b="1">
                <a:solidFill>
                  <a:srgbClr val="242A33"/>
                </a:solidFill>
                <a:latin typeface="Arial"/>
              </a:rPr>
              <a:t>Tells the station </a:t>
            </a:r>
            <a:r>
              <a:rPr sz="1700">
                <a:solidFill>
                  <a:srgbClr val="242A33"/>
                </a:solidFill>
                <a:latin typeface="Arial"/>
              </a:rPr>
              <a:t>— "note this part; keep running."</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5157593" name="Title 1"/>
          <p:cNvSpPr>
            <a:spLocks noGrp="1"/>
          </p:cNvSpPr>
          <p:nvPr>
            <p:ph type="title"/>
          </p:nvPr>
        </p:nvSpPr>
        <p:spPr bwMode="auto"/>
        <p:txBody>
          <a:bodyPr/>
          <a:lstStyle/>
          <a:p>
            <a:pPr>
              <a:defRPr/>
            </a:pPr>
            <a:r>
              <a:rPr/>
              <a:t>A composed station — FB_StationFill</a:t>
            </a:r>
            <a:endParaRPr/>
          </a:p>
        </p:txBody>
      </p:sp>
      <p:sp>
        <p:nvSpPr>
          <p:cNvPr id="546527130"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3A ARCHITECTURE WALKTHROUGH</a:t>
            </a:r>
            <a:endParaRPr/>
          </a:p>
        </p:txBody>
      </p:sp>
      <p:sp>
        <p:nvSpPr>
          <p:cNvPr id="1168150345" name="Rectangle 3"/>
          <p:cNvSpPr/>
          <p:nvPr/>
        </p:nvSpPr>
        <p:spPr bwMode="auto">
          <a:xfrm>
            <a:off x="0" y="1234440"/>
            <a:ext cx="10012680" cy="4892039"/>
          </a:xfrm>
          <a:prstGeom prst="rect">
            <a:avLst/>
          </a:prstGeom>
          <a:solidFill>
            <a:srgbClr val="1B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99394959" name="TextBox 4"/>
          <p:cNvSpPr txBox="1"/>
          <p:nvPr/>
        </p:nvSpPr>
        <p:spPr bwMode="auto">
          <a:xfrm>
            <a:off x="182880" y="1325880"/>
            <a:ext cx="2743200" cy="274320"/>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STRUCTURED TEXT</a:t>
            </a:r>
            <a:endParaRPr/>
          </a:p>
        </p:txBody>
      </p:sp>
      <p:sp>
        <p:nvSpPr>
          <p:cNvPr id="1022363594" name="TextBox 5"/>
          <p:cNvSpPr txBox="1"/>
          <p:nvPr/>
        </p:nvSpPr>
        <p:spPr bwMode="auto">
          <a:xfrm>
            <a:off x="274320" y="1691640"/>
            <a:ext cx="9509760" cy="4297680"/>
          </a:xfrm>
          <a:prstGeom prst="rect">
            <a:avLst/>
          </a:prstGeom>
          <a:noFill/>
        </p:spPr>
        <p:txBody>
          <a:bodyPr wrap="square" lIns="0" tIns="0" rIns="0" bIns="0" anchor="t">
            <a:spAutoFit/>
          </a:bodyPr>
          <a:lstStyle/>
          <a:p>
            <a:pPr algn="l">
              <a:lnSpc>
                <a:spcPct val="125000"/>
              </a:lnSpc>
              <a:defRPr/>
            </a:pPr>
            <a:r>
              <a:rPr sz="1200" b="0" i="0">
                <a:solidFill>
                  <a:srgbClr val="E6E8EB"/>
                </a:solidFill>
                <a:latin typeface="Consolas"/>
              </a:rPr>
              <a:t>FUNCTION_BLOCK FB_StationFill IMPLEMENTS I_HmiReportable, I_Sequenceable</a:t>
            </a:r>
            <a:endParaRPr/>
          </a:p>
          <a:p>
            <a:pPr algn="l">
              <a:lnSpc>
                <a:spcPct val="125000"/>
              </a:lnSpc>
              <a:defRPr/>
            </a:pPr>
            <a:endParaRPr sz="1200" b="0" i="0">
              <a:solidFill>
                <a:srgbClr val="E6E8EB"/>
              </a:solidFill>
              <a:latin typeface="Consolas"/>
            </a:endParaRPr>
          </a:p>
          <a:p>
            <a:pPr algn="l">
              <a:lnSpc>
                <a:spcPct val="125000"/>
              </a:lnSpc>
              <a:defRPr/>
            </a:pPr>
            <a:r>
              <a:rPr sz="1200" b="0" i="0">
                <a:solidFill>
                  <a:srgbClr val="E6E8EB"/>
                </a:solidFill>
                <a:latin typeface="Consolas"/>
              </a:rPr>
              <a:t>VAR</a:t>
            </a:r>
            <a:endParaRPr/>
          </a:p>
          <a:p>
            <a:pPr algn="l">
              <a:lnSpc>
                <a:spcPct val="125000"/>
              </a:lnSpc>
              <a:defRPr/>
            </a:pPr>
            <a:r>
              <a:rPr sz="1200" b="0" i="0">
                <a:solidFill>
                  <a:srgbClr val="E6E8EB"/>
                </a:solidFill>
                <a:latin typeface="Consolas"/>
              </a:rPr>
              <a:t>    Mode    : REFERENCE TO FB_ModeManager;</a:t>
            </a:r>
            <a:endParaRPr/>
          </a:p>
          <a:p>
            <a:pPr algn="l">
              <a:lnSpc>
                <a:spcPct val="125000"/>
              </a:lnSpc>
              <a:defRPr/>
            </a:pPr>
            <a:r>
              <a:rPr sz="1200" b="0" i="0">
                <a:solidFill>
                  <a:srgbClr val="E6E8EB"/>
                </a:solidFill>
                <a:latin typeface="Consolas"/>
              </a:rPr>
              <a:t>    Alarm   : I_AlarmHandler;        // &lt;-- depends on the INTERFACE</a:t>
            </a:r>
            <a:endParaRPr/>
          </a:p>
          <a:p>
            <a:pPr algn="l">
              <a:lnSpc>
                <a:spcPct val="125000"/>
              </a:lnSpc>
              <a:defRPr/>
            </a:pPr>
            <a:r>
              <a:rPr sz="1200" b="0" i="0">
                <a:solidFill>
                  <a:srgbClr val="E6E8EB"/>
                </a:solidFill>
                <a:latin typeface="Consolas"/>
              </a:rPr>
              <a:t>    Logger  : I_DataLogger;          // &lt;-- same</a:t>
            </a:r>
            <a:endParaRPr/>
          </a:p>
          <a:p>
            <a:pPr algn="l">
              <a:lnSpc>
                <a:spcPct val="125000"/>
              </a:lnSpc>
              <a:defRPr/>
            </a:pPr>
            <a:r>
              <a:rPr sz="1200" b="0" i="0">
                <a:solidFill>
                  <a:srgbClr val="E6E8EB"/>
                </a:solidFill>
                <a:latin typeface="Consolas"/>
              </a:rPr>
              <a:t>    Seq     : FB_StepSequencer;</a:t>
            </a:r>
            <a:endParaRPr/>
          </a:p>
          <a:p>
            <a:pPr algn="l">
              <a:lnSpc>
                <a:spcPct val="125000"/>
              </a:lnSpc>
              <a:defRPr/>
            </a:pPr>
            <a:r>
              <a:rPr sz="1200" b="0" i="0">
                <a:solidFill>
                  <a:srgbClr val="E6E8EB"/>
                </a:solidFill>
                <a:latin typeface="Consolas"/>
              </a:rPr>
              <a:t>END_VAR</a:t>
            </a:r>
            <a:endParaRPr/>
          </a:p>
          <a:p>
            <a:pPr algn="l">
              <a:lnSpc>
                <a:spcPct val="125000"/>
              </a:lnSpc>
              <a:defRPr/>
            </a:pPr>
            <a:endParaRPr sz="1200" b="0" i="0">
              <a:solidFill>
                <a:srgbClr val="E6E8EB"/>
              </a:solidFill>
              <a:latin typeface="Consolas"/>
            </a:endParaRPr>
          </a:p>
          <a:p>
            <a:pPr algn="l">
              <a:lnSpc>
                <a:spcPct val="125000"/>
              </a:lnSpc>
              <a:defRPr/>
            </a:pPr>
            <a:r>
              <a:rPr sz="1200" b="0" i="0">
                <a:solidFill>
                  <a:srgbClr val="E6E8EB"/>
                </a:solidFill>
                <a:latin typeface="Consolas"/>
              </a:rPr>
              <a:t>METHOD FB_init : BOOL</a:t>
            </a:r>
            <a:endParaRPr/>
          </a:p>
          <a:p>
            <a:pPr algn="l">
              <a:lnSpc>
                <a:spcPct val="125000"/>
              </a:lnSpc>
              <a:defRPr/>
            </a:pPr>
            <a:r>
              <a:rPr sz="1200" b="0" i="0">
                <a:solidFill>
                  <a:srgbClr val="E6E8EB"/>
                </a:solidFill>
                <a:latin typeface="Consolas"/>
              </a:rPr>
              <a:t>VAR_INPUT</a:t>
            </a:r>
            <a:endParaRPr/>
          </a:p>
          <a:p>
            <a:pPr algn="l">
              <a:lnSpc>
                <a:spcPct val="125000"/>
              </a:lnSpc>
              <a:defRPr/>
            </a:pPr>
            <a:r>
              <a:rPr sz="1200" b="0" i="0">
                <a:solidFill>
                  <a:srgbClr val="E6E8EB"/>
                </a:solidFill>
                <a:latin typeface="Consolas"/>
              </a:rPr>
              <a:t>    bInitRetains  : BOOL;</a:t>
            </a:r>
            <a:endParaRPr/>
          </a:p>
          <a:p>
            <a:pPr algn="l">
              <a:lnSpc>
                <a:spcPct val="125000"/>
              </a:lnSpc>
              <a:defRPr/>
            </a:pPr>
            <a:r>
              <a:rPr sz="1200" b="0" i="0">
                <a:solidFill>
                  <a:srgbClr val="E6E8EB"/>
                </a:solidFill>
                <a:latin typeface="Consolas"/>
              </a:rPr>
              <a:t>    bInCopyCode   : BOOL;</a:t>
            </a:r>
            <a:endParaRPr/>
          </a:p>
          <a:p>
            <a:pPr algn="l">
              <a:lnSpc>
                <a:spcPct val="125000"/>
              </a:lnSpc>
              <a:defRPr/>
            </a:pPr>
            <a:r>
              <a:rPr sz="1200" b="0" i="0">
                <a:solidFill>
                  <a:srgbClr val="E6E8EB"/>
                </a:solidFill>
                <a:latin typeface="Consolas"/>
              </a:rPr>
              <a:t>    ModeRef       : REFERENCE TO FB_ModeManager;</a:t>
            </a:r>
            <a:endParaRPr/>
          </a:p>
          <a:p>
            <a:pPr algn="l">
              <a:lnSpc>
                <a:spcPct val="125000"/>
              </a:lnSpc>
              <a:defRPr/>
            </a:pPr>
            <a:r>
              <a:rPr sz="1200" b="0" i="0">
                <a:solidFill>
                  <a:srgbClr val="E6E8EB"/>
                </a:solidFill>
                <a:latin typeface="Consolas"/>
              </a:rPr>
              <a:t>    AlarmHandler  : I_AlarmHandler;     // &lt;-- injected at construction</a:t>
            </a:r>
            <a:endParaRPr/>
          </a:p>
          <a:p>
            <a:pPr algn="l">
              <a:lnSpc>
                <a:spcPct val="125000"/>
              </a:lnSpc>
              <a:defRPr/>
            </a:pPr>
            <a:r>
              <a:rPr sz="1200" b="0" i="0">
                <a:solidFill>
                  <a:srgbClr val="E6E8EB"/>
                </a:solidFill>
                <a:latin typeface="Consolas"/>
              </a:rPr>
              <a:t>    DataLogger    : I_DataLogger;       // &lt;-- injected at construction</a:t>
            </a:r>
            <a:endParaRPr/>
          </a:p>
          <a:p>
            <a:pPr algn="l">
              <a:lnSpc>
                <a:spcPct val="125000"/>
              </a:lnSpc>
              <a:defRPr/>
            </a:pPr>
            <a:r>
              <a:rPr sz="1200" b="0" i="0">
                <a:solidFill>
                  <a:srgbClr val="E6E8EB"/>
                </a:solidFill>
                <a:latin typeface="Consolas"/>
              </a:rPr>
              <a:t>END_VAR</a:t>
            </a:r>
            <a:endParaRPr/>
          </a:p>
          <a:p>
            <a:pPr algn="l">
              <a:lnSpc>
                <a:spcPct val="125000"/>
              </a:lnSpc>
              <a:defRPr/>
            </a:pPr>
            <a:r>
              <a:rPr sz="1200" b="0" i="0">
                <a:solidFill>
                  <a:srgbClr val="E6E8EB"/>
                </a:solidFill>
                <a:latin typeface="Consolas"/>
              </a:rPr>
              <a:t>THIS^.Mode  REF= ModeRef;</a:t>
            </a:r>
            <a:endParaRPr/>
          </a:p>
          <a:p>
            <a:pPr algn="l">
              <a:lnSpc>
                <a:spcPct val="125000"/>
              </a:lnSpc>
              <a:defRPr/>
            </a:pPr>
            <a:r>
              <a:rPr sz="1200" b="0" i="0">
                <a:solidFill>
                  <a:srgbClr val="E6E8EB"/>
                </a:solidFill>
                <a:latin typeface="Consolas"/>
              </a:rPr>
              <a:t>THIS^.Alarm := AlarmHandler;</a:t>
            </a:r>
            <a:endParaRPr/>
          </a:p>
          <a:p>
            <a:pPr algn="l">
              <a:lnSpc>
                <a:spcPct val="125000"/>
              </a:lnSpc>
              <a:defRPr/>
            </a:pPr>
            <a:r>
              <a:rPr sz="1200" b="0" i="0">
                <a:solidFill>
                  <a:srgbClr val="E6E8EB"/>
                </a:solidFill>
                <a:latin typeface="Consolas"/>
              </a:rPr>
              <a:t>THIS^.Logger := DataLogger;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9238137" name="Title 1"/>
          <p:cNvSpPr>
            <a:spLocks noGrp="1"/>
          </p:cNvSpPr>
          <p:nvPr>
            <p:ph type="title"/>
          </p:nvPr>
        </p:nvSpPr>
        <p:spPr bwMode="auto"/>
        <p:txBody>
          <a:bodyPr/>
          <a:lstStyle/>
          <a:p>
            <a:pPr>
              <a:defRPr/>
            </a:pPr>
            <a:r>
              <a:rPr/>
              <a:t>MAIN — the construction is the architecture</a:t>
            </a:r>
            <a:endParaRPr/>
          </a:p>
        </p:txBody>
      </p:sp>
      <p:sp>
        <p:nvSpPr>
          <p:cNvPr id="1103286566"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3A ARCHITECTURE WALKTHROUGH</a:t>
            </a:r>
            <a:endParaRPr/>
          </a:p>
        </p:txBody>
      </p:sp>
      <p:sp>
        <p:nvSpPr>
          <p:cNvPr id="1123764672" name="Rectangle 3"/>
          <p:cNvSpPr/>
          <p:nvPr/>
        </p:nvSpPr>
        <p:spPr bwMode="auto">
          <a:xfrm>
            <a:off x="0" y="1234440"/>
            <a:ext cx="10012680" cy="4892039"/>
          </a:xfrm>
          <a:prstGeom prst="rect">
            <a:avLst/>
          </a:prstGeom>
          <a:solidFill>
            <a:srgbClr val="1B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39162631" name="TextBox 4"/>
          <p:cNvSpPr txBox="1"/>
          <p:nvPr/>
        </p:nvSpPr>
        <p:spPr bwMode="auto">
          <a:xfrm>
            <a:off x="182880" y="1325880"/>
            <a:ext cx="2743200" cy="274320"/>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STRUCTURED TEXT</a:t>
            </a:r>
            <a:endParaRPr/>
          </a:p>
        </p:txBody>
      </p:sp>
      <p:sp>
        <p:nvSpPr>
          <p:cNvPr id="1010243470" name="TextBox 5"/>
          <p:cNvSpPr txBox="1"/>
          <p:nvPr/>
        </p:nvSpPr>
        <p:spPr bwMode="auto">
          <a:xfrm>
            <a:off x="274320" y="1691640"/>
            <a:ext cx="9509760" cy="4297680"/>
          </a:xfrm>
          <a:prstGeom prst="rect">
            <a:avLst/>
          </a:prstGeom>
          <a:noFill/>
        </p:spPr>
        <p:txBody>
          <a:bodyPr wrap="square" lIns="0" tIns="0" rIns="0" bIns="0" anchor="t">
            <a:spAutoFit/>
          </a:bodyPr>
          <a:lstStyle/>
          <a:p>
            <a:pPr algn="l">
              <a:lnSpc>
                <a:spcPct val="125000"/>
              </a:lnSpc>
              <a:defRPr/>
            </a:pPr>
            <a:r>
              <a:rPr sz="1200" b="0" i="0">
                <a:solidFill>
                  <a:srgbClr val="E6E8EB"/>
                </a:solidFill>
                <a:latin typeface="Consolas"/>
              </a:rPr>
              <a:t>PROGRAM MAIN</a:t>
            </a:r>
            <a:endParaRPr/>
          </a:p>
          <a:p>
            <a:pPr algn="l">
              <a:lnSpc>
                <a:spcPct val="125000"/>
              </a:lnSpc>
              <a:defRPr/>
            </a:pPr>
            <a:r>
              <a:rPr sz="1200" b="0" i="0">
                <a:solidFill>
                  <a:srgbClr val="E6E8EB"/>
                </a:solidFill>
                <a:latin typeface="Consolas"/>
              </a:rPr>
              <a:t>VAR</a:t>
            </a:r>
            <a:endParaRPr/>
          </a:p>
          <a:p>
            <a:pPr algn="l">
              <a:lnSpc>
                <a:spcPct val="125000"/>
              </a:lnSpc>
              <a:defRPr/>
            </a:pPr>
            <a:r>
              <a:rPr sz="1200" b="0" i="0">
                <a:solidFill>
                  <a:srgbClr val="E6E8EB"/>
                </a:solidFill>
                <a:latin typeface="Consolas"/>
              </a:rPr>
              <a:t>    Mode          : FB_ModeManager;</a:t>
            </a:r>
            <a:endParaRPr/>
          </a:p>
          <a:p>
            <a:pPr algn="l">
              <a:lnSpc>
                <a:spcPct val="125000"/>
              </a:lnSpc>
              <a:defRPr/>
            </a:pPr>
            <a:r>
              <a:rPr sz="1200" b="0" i="0">
                <a:solidFill>
                  <a:srgbClr val="E6E8EB"/>
                </a:solidFill>
                <a:latin typeface="Consolas"/>
              </a:rPr>
              <a:t>    LineFault     : FB_AlarmHandler_LineFault;</a:t>
            </a:r>
            <a:endParaRPr/>
          </a:p>
          <a:p>
            <a:pPr algn="l">
              <a:lnSpc>
                <a:spcPct val="125000"/>
              </a:lnSpc>
              <a:defRPr/>
            </a:pPr>
            <a:r>
              <a:rPr sz="1200" b="0" i="0">
                <a:solidFill>
                  <a:srgbClr val="E6E8EB"/>
                </a:solidFill>
                <a:latin typeface="Consolas"/>
              </a:rPr>
              <a:t>    QualityFlag   : FB_AlarmHandler_QualityFlag;   // &lt;-- both available</a:t>
            </a:r>
            <a:endParaRPr/>
          </a:p>
          <a:p>
            <a:pPr algn="l">
              <a:lnSpc>
                <a:spcPct val="125000"/>
              </a:lnSpc>
              <a:defRPr/>
            </a:pPr>
            <a:r>
              <a:rPr sz="1200" b="0" i="0">
                <a:solidFill>
                  <a:srgbClr val="E6E8EB"/>
                </a:solidFill>
                <a:latin typeface="Consolas"/>
              </a:rPr>
              <a:t>    CycleLogger   : FB_CycleDataLogger;</a:t>
            </a:r>
            <a:endParaRPr/>
          </a:p>
          <a:p>
            <a:pPr algn="l">
              <a:lnSpc>
                <a:spcPct val="125000"/>
              </a:lnSpc>
              <a:defRPr/>
            </a:pPr>
            <a:endParaRPr sz="1200" b="0" i="0">
              <a:solidFill>
                <a:srgbClr val="E6E8EB"/>
              </a:solidFill>
              <a:latin typeface="Consolas"/>
            </a:endParaRPr>
          </a:p>
          <a:p>
            <a:pPr algn="l">
              <a:lnSpc>
                <a:spcPct val="125000"/>
              </a:lnSpc>
              <a:defRPr/>
            </a:pPr>
            <a:r>
              <a:rPr sz="1200" b="0" i="0">
                <a:solidFill>
                  <a:srgbClr val="E6E8EB"/>
                </a:solidFill>
                <a:latin typeface="Consolas"/>
              </a:rPr>
              <a:t>    Fill          : FB_StationFill(</a:t>
            </a:r>
            <a:endParaRPr/>
          </a:p>
          <a:p>
            <a:pPr algn="l">
              <a:lnSpc>
                <a:spcPct val="125000"/>
              </a:lnSpc>
              <a:defRPr/>
            </a:pPr>
            <a:r>
              <a:rPr sz="1200" b="0" i="0">
                <a:solidFill>
                  <a:srgbClr val="E6E8EB"/>
                </a:solidFill>
                <a:latin typeface="Consolas"/>
              </a:rPr>
              <a:t>                        ModeRef       := Mode,</a:t>
            </a:r>
            <a:endParaRPr/>
          </a:p>
          <a:p>
            <a:pPr algn="l">
              <a:lnSpc>
                <a:spcPct val="125000"/>
              </a:lnSpc>
              <a:defRPr/>
            </a:pPr>
            <a:r>
              <a:rPr sz="1200" b="0" i="0">
                <a:solidFill>
                  <a:srgbClr val="E6E8EB"/>
                </a:solidFill>
                <a:latin typeface="Consolas"/>
              </a:rPr>
              <a:t>                        AlarmHandler  := LineFault,        // &lt;-- swap point</a:t>
            </a:r>
            <a:endParaRPr/>
          </a:p>
          <a:p>
            <a:pPr algn="l">
              <a:lnSpc>
                <a:spcPct val="125000"/>
              </a:lnSpc>
              <a:defRPr/>
            </a:pPr>
            <a:r>
              <a:rPr sz="1200" b="0" i="0">
                <a:solidFill>
                  <a:srgbClr val="E6E8EB"/>
                </a:solidFill>
                <a:latin typeface="Consolas"/>
              </a:rPr>
              <a:t>                        DataLogger    := CycleLogger);</a:t>
            </a:r>
            <a:endParaRPr/>
          </a:p>
          <a:p>
            <a:pPr algn="l">
              <a:lnSpc>
                <a:spcPct val="125000"/>
              </a:lnSpc>
              <a:defRPr/>
            </a:pPr>
            <a:r>
              <a:rPr sz="1200" b="0" i="0">
                <a:solidFill>
                  <a:srgbClr val="E6E8EB"/>
                </a:solidFill>
                <a:latin typeface="Consolas"/>
              </a:rPr>
              <a:t>    Cap           : FB_StationCap(</a:t>
            </a:r>
            <a:endParaRPr/>
          </a:p>
          <a:p>
            <a:pPr algn="l">
              <a:lnSpc>
                <a:spcPct val="125000"/>
              </a:lnSpc>
              <a:defRPr/>
            </a:pPr>
            <a:r>
              <a:rPr sz="1200" b="0" i="0">
                <a:solidFill>
                  <a:srgbClr val="E6E8EB"/>
                </a:solidFill>
                <a:latin typeface="Consolas"/>
              </a:rPr>
              <a:t>                        ModeRef       := Mode,</a:t>
            </a:r>
            <a:endParaRPr/>
          </a:p>
          <a:p>
            <a:pPr algn="l">
              <a:lnSpc>
                <a:spcPct val="125000"/>
              </a:lnSpc>
              <a:defRPr/>
            </a:pPr>
            <a:r>
              <a:rPr sz="1200" b="0" i="0">
                <a:solidFill>
                  <a:srgbClr val="E6E8EB"/>
                </a:solidFill>
                <a:latin typeface="Consolas"/>
              </a:rPr>
              <a:t>                        AlarmHandler  := LineFault);</a:t>
            </a:r>
            <a:endParaRPr/>
          </a:p>
          <a:p>
            <a:pPr algn="l">
              <a:lnSpc>
                <a:spcPct val="125000"/>
              </a:lnSpc>
              <a:defRPr/>
            </a:pPr>
            <a:r>
              <a:rPr sz="1200" b="0" i="0">
                <a:solidFill>
                  <a:srgbClr val="E6E8EB"/>
                </a:solidFill>
                <a:latin typeface="Consolas"/>
              </a:rPr>
              <a:t>    Label         : FB_StationLabel(</a:t>
            </a:r>
            <a:endParaRPr/>
          </a:p>
          <a:p>
            <a:pPr algn="l">
              <a:lnSpc>
                <a:spcPct val="125000"/>
              </a:lnSpc>
              <a:defRPr/>
            </a:pPr>
            <a:r>
              <a:rPr sz="1200" b="0" i="0">
                <a:solidFill>
                  <a:srgbClr val="E6E8EB"/>
                </a:solidFill>
                <a:latin typeface="Consolas"/>
              </a:rPr>
              <a:t>                        ModeRef       := Mode,</a:t>
            </a:r>
            <a:endParaRPr/>
          </a:p>
          <a:p>
            <a:pPr algn="l">
              <a:lnSpc>
                <a:spcPct val="125000"/>
              </a:lnSpc>
              <a:defRPr/>
            </a:pPr>
            <a:r>
              <a:rPr sz="1200" b="0" i="0">
                <a:solidFill>
                  <a:srgbClr val="E6E8EB"/>
                </a:solidFill>
                <a:latin typeface="Consolas"/>
              </a:rPr>
              <a:t>                        AlarmHandler  := LineFault);</a:t>
            </a:r>
            <a:endParaRPr/>
          </a:p>
          <a:p>
            <a:pPr algn="l">
              <a:lnSpc>
                <a:spcPct val="125000"/>
              </a:lnSpc>
              <a:defRPr/>
            </a:pPr>
            <a:r>
              <a:rPr sz="1200" b="0" i="0">
                <a:solidFill>
                  <a:srgbClr val="E6E8EB"/>
                </a:solidFill>
                <a:latin typeface="Consolas"/>
              </a:rPr>
              <a:t>    Inspect       : FB_StationInspect(</a:t>
            </a:r>
            <a:endParaRPr/>
          </a:p>
          <a:p>
            <a:pPr algn="l">
              <a:lnSpc>
                <a:spcPct val="125000"/>
              </a:lnSpc>
              <a:defRPr/>
            </a:pPr>
            <a:r>
              <a:rPr sz="1200" b="0" i="0">
                <a:solidFill>
                  <a:srgbClr val="E6E8EB"/>
                </a:solidFill>
                <a:latin typeface="Consolas"/>
              </a:rPr>
              <a:t>                        ModeRef       := Mode,</a:t>
            </a:r>
            <a:endParaRPr/>
          </a:p>
          <a:p>
            <a:pPr algn="l">
              <a:lnSpc>
                <a:spcPct val="125000"/>
              </a:lnSpc>
              <a:defRPr/>
            </a:pPr>
            <a:r>
              <a:rPr sz="1200" b="0" i="0">
                <a:solidFill>
                  <a:srgbClr val="E6E8EB"/>
                </a:solidFill>
                <a:latin typeface="Consolas"/>
              </a:rPr>
              <a:t>                        AlarmHandler  := LineFault);       // &lt;-- this line</a:t>
            </a:r>
            <a:endParaRPr/>
          </a:p>
          <a:p>
            <a:pPr algn="l">
              <a:lnSpc>
                <a:spcPct val="125000"/>
              </a:lnSpc>
              <a:defRPr/>
            </a:pPr>
            <a:r>
              <a:rPr sz="1200" b="0" i="0">
                <a:solidFill>
                  <a:srgbClr val="E6E8EB"/>
                </a:solidFill>
                <a:latin typeface="Consolas"/>
              </a:rPr>
              <a:t>END_VAR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1413499" name="Text Placeholder 1"/>
          <p:cNvSpPr>
            <a:spLocks noGrp="1"/>
          </p:cNvSpPr>
          <p:nvPr>
            <p:ph type="body" sz="quarter" idx="15"/>
          </p:nvPr>
        </p:nvSpPr>
        <p:spPr bwMode="auto"/>
        <p:txBody>
          <a:bodyPr wrap="square"/>
          <a:lstStyle/>
          <a:p>
            <a:pPr algn="l">
              <a:lnSpc>
                <a:spcPct val="130000"/>
              </a:lnSpc>
              <a:defRPr/>
            </a:pPr>
            <a:r>
              <a:rPr sz="2000" b="1">
                <a:solidFill>
                  <a:srgbClr val="2D76AD"/>
                </a:solidFill>
                <a:latin typeface="Arial"/>
              </a:rPr>
              <a:t>▸  </a:t>
            </a:r>
            <a:r>
              <a:rPr sz="2000" b="1">
                <a:solidFill>
                  <a:srgbClr val="242A33"/>
                </a:solidFill>
                <a:latin typeface="Arial"/>
              </a:rPr>
              <a:t>S </a:t>
            </a:r>
            <a:r>
              <a:rPr sz="2000">
                <a:solidFill>
                  <a:srgbClr val="242A33"/>
                </a:solidFill>
                <a:latin typeface="Arial"/>
              </a:rPr>
              <a:t>— Single Responsibility — one job per FB.</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O </a:t>
            </a:r>
            <a:r>
              <a:rPr sz="2000">
                <a:solidFill>
                  <a:srgbClr val="242A33"/>
                </a:solidFill>
                <a:latin typeface="Arial"/>
              </a:rPr>
              <a:t>— Open/Closed — add new alarm strategy, existing code untouched.</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L </a:t>
            </a:r>
            <a:r>
              <a:rPr sz="2000">
                <a:solidFill>
                  <a:srgbClr val="242A33"/>
                </a:solidFill>
                <a:latin typeface="Arial"/>
              </a:rPr>
              <a:t>— Liskov Substitution — any I_AlarmHandler works anywhere.</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I </a:t>
            </a:r>
            <a:r>
              <a:rPr sz="2000">
                <a:solidFill>
                  <a:srgbClr val="242A33"/>
                </a:solidFill>
                <a:latin typeface="Arial"/>
              </a:rPr>
              <a:t>— Interface Segregation — HMI sees I_HmiReportable only.</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D </a:t>
            </a:r>
            <a:r>
              <a:rPr sz="2000">
                <a:solidFill>
                  <a:srgbClr val="242A33"/>
                </a:solidFill>
                <a:latin typeface="Arial"/>
              </a:rPr>
              <a:t>— Dependency Inversion — stations depend on I_AlarmHandler.</a:t>
            </a:r>
            <a:endParaRPr/>
          </a:p>
        </p:txBody>
      </p:sp>
      <p:sp>
        <p:nvSpPr>
          <p:cNvPr id="2061317324" name="Title 2"/>
          <p:cNvSpPr>
            <a:spLocks noGrp="1"/>
          </p:cNvSpPr>
          <p:nvPr>
            <p:ph type="title"/>
          </p:nvPr>
        </p:nvSpPr>
        <p:spPr bwMode="auto"/>
        <p:txBody>
          <a:bodyPr/>
          <a:lstStyle/>
          <a:p>
            <a:pPr>
              <a:defRPr/>
            </a:pPr>
            <a:r>
              <a:rPr/>
              <a:t>SOLID — concretely, in this codebase</a:t>
            </a:r>
            <a:endParaRPr/>
          </a:p>
        </p:txBody>
      </p:sp>
      <p:sp>
        <p:nvSpPr>
          <p:cNvPr id="2031625452"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3A ARCHITECTURE WALKTHROUGH</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8423946" name="Title 1"/>
          <p:cNvSpPr>
            <a:spLocks noGrp="1"/>
          </p:cNvSpPr>
          <p:nvPr>
            <p:ph type="title"/>
          </p:nvPr>
        </p:nvSpPr>
        <p:spPr bwMode="auto"/>
        <p:txBody>
          <a:bodyPr/>
          <a:lstStyle/>
          <a:p>
            <a:pPr>
              <a:defRPr/>
            </a:pPr>
            <a:r>
              <a:rPr/>
              <a:t>Pre-emptive pushback</a:t>
            </a:r>
            <a:endParaRPr/>
          </a:p>
        </p:txBody>
      </p:sp>
      <p:sp>
        <p:nvSpPr>
          <p:cNvPr id="1510788054"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EF0000"/>
                </a:solidFill>
                <a:latin typeface="Arial"/>
              </a:rPr>
              <a:t>BLOCK 3 · 3A PRE-EMPTIVE PUSHBACK</a:t>
            </a:r>
            <a:endParaRPr/>
          </a:p>
        </p:txBody>
      </p:sp>
      <p:sp>
        <p:nvSpPr>
          <p:cNvPr id="1650136208" name="Rectangle 3"/>
          <p:cNvSpPr/>
          <p:nvPr/>
        </p:nvSpPr>
        <p:spPr bwMode="auto">
          <a:xfrm>
            <a:off x="0" y="1188720"/>
            <a:ext cx="10012680" cy="1874519"/>
          </a:xfrm>
          <a:prstGeom prst="rect">
            <a:avLst/>
          </a:prstGeom>
          <a:solidFill>
            <a:srgbClr val="E5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5267493" name="Rectangle 4"/>
          <p:cNvSpPr/>
          <p:nvPr/>
        </p:nvSpPr>
        <p:spPr bwMode="auto">
          <a:xfrm>
            <a:off x="0" y="1188720"/>
            <a:ext cx="91440" cy="1874519"/>
          </a:xfrm>
          <a:prstGeom prst="rect">
            <a:avLst/>
          </a:prstGeom>
          <a:solidFill>
            <a:srgbClr val="E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08488315" name="TextBox 5"/>
          <p:cNvSpPr txBox="1"/>
          <p:nvPr/>
        </p:nvSpPr>
        <p:spPr bwMode="auto">
          <a:xfrm>
            <a:off x="274320" y="1325880"/>
            <a:ext cx="9601200" cy="320040"/>
          </a:xfrm>
          <a:prstGeom prst="rect">
            <a:avLst/>
          </a:prstGeom>
          <a:noFill/>
        </p:spPr>
        <p:txBody>
          <a:bodyPr wrap="square" lIns="0" tIns="0" rIns="0" bIns="0" anchor="t">
            <a:spAutoFit/>
          </a:bodyPr>
          <a:lstStyle/>
          <a:p>
            <a:pPr algn="l">
              <a:lnSpc>
                <a:spcPct val="114999"/>
              </a:lnSpc>
              <a:defRPr/>
            </a:pPr>
            <a:r>
              <a:rPr sz="1100" b="1" i="0">
                <a:solidFill>
                  <a:srgbClr val="EF0000"/>
                </a:solidFill>
                <a:latin typeface="Arial"/>
              </a:rPr>
              <a:t>CUSTOMER</a:t>
            </a:r>
            <a:endParaRPr/>
          </a:p>
        </p:txBody>
      </p:sp>
      <p:sp>
        <p:nvSpPr>
          <p:cNvPr id="1673490229" name="TextBox 6"/>
          <p:cNvSpPr txBox="1"/>
          <p:nvPr/>
        </p:nvSpPr>
        <p:spPr bwMode="auto">
          <a:xfrm>
            <a:off x="274320" y="1691640"/>
            <a:ext cx="9601200" cy="1325880"/>
          </a:xfrm>
          <a:prstGeom prst="rect">
            <a:avLst/>
          </a:prstGeom>
          <a:noFill/>
        </p:spPr>
        <p:txBody>
          <a:bodyPr wrap="square" lIns="0" tIns="0" rIns="0" bIns="0" anchor="t">
            <a:spAutoFit/>
          </a:bodyPr>
          <a:lstStyle/>
          <a:p>
            <a:pPr algn="l">
              <a:lnSpc>
                <a:spcPct val="130000"/>
              </a:lnSpc>
              <a:defRPr/>
            </a:pPr>
            <a:r>
              <a:rPr sz="1800" b="0" i="1">
                <a:solidFill>
                  <a:srgbClr val="414D5C"/>
                </a:solidFill>
                <a:latin typeface="Arial"/>
              </a:rPr>
              <a:t>Eighteen files for a 4-station machine? You've got to be kidding.</a:t>
            </a:r>
            <a:endParaRPr/>
          </a:p>
        </p:txBody>
      </p:sp>
      <p:sp>
        <p:nvSpPr>
          <p:cNvPr id="1562175262" name="Rectangle 7"/>
          <p:cNvSpPr/>
          <p:nvPr/>
        </p:nvSpPr>
        <p:spPr bwMode="auto">
          <a:xfrm>
            <a:off x="0" y="3246120"/>
            <a:ext cx="10012680" cy="3063240"/>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92723515" name="Rectangle 8"/>
          <p:cNvSpPr/>
          <p:nvPr/>
        </p:nvSpPr>
        <p:spPr bwMode="auto">
          <a:xfrm>
            <a:off x="0" y="3246120"/>
            <a:ext cx="91440" cy="306324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51441870" name="TextBox 9"/>
          <p:cNvSpPr txBox="1"/>
          <p:nvPr/>
        </p:nvSpPr>
        <p:spPr bwMode="auto">
          <a:xfrm>
            <a:off x="274320" y="3383280"/>
            <a:ext cx="9601200" cy="320040"/>
          </a:xfrm>
          <a:prstGeom prst="rect">
            <a:avLst/>
          </a:prstGeom>
          <a:noFill/>
        </p:spPr>
        <p:txBody>
          <a:bodyPr wrap="square" lIns="0" tIns="0" rIns="0" bIns="0" anchor="t">
            <a:spAutoFit/>
          </a:bodyPr>
          <a:lstStyle/>
          <a:p>
            <a:pPr algn="l">
              <a:lnSpc>
                <a:spcPct val="114999"/>
              </a:lnSpc>
              <a:defRPr/>
            </a:pPr>
            <a:r>
              <a:rPr sz="1100" b="1" i="0">
                <a:solidFill>
                  <a:srgbClr val="2D76AD"/>
                </a:solidFill>
                <a:latin typeface="Arial"/>
              </a:rPr>
              <a:t>FAE ANSWER</a:t>
            </a:r>
            <a:endParaRPr/>
          </a:p>
        </p:txBody>
      </p:sp>
      <p:sp>
        <p:nvSpPr>
          <p:cNvPr id="212613490" name="TextBox 10"/>
          <p:cNvSpPr txBox="1"/>
          <p:nvPr/>
        </p:nvSpPr>
        <p:spPr bwMode="auto">
          <a:xfrm>
            <a:off x="274320" y="3749040"/>
            <a:ext cx="9601200" cy="2468880"/>
          </a:xfrm>
          <a:prstGeom prst="rect">
            <a:avLst/>
          </a:prstGeom>
          <a:noFill/>
        </p:spPr>
        <p:txBody>
          <a:bodyPr wrap="square" lIns="0" tIns="0" rIns="0" bIns="0" anchor="t">
            <a:spAutoFit/>
          </a:bodyPr>
          <a:lstStyle/>
          <a:p>
            <a:pPr algn="l">
              <a:lnSpc>
                <a:spcPct val="135000"/>
              </a:lnSpc>
              <a:defRPr/>
            </a:pPr>
            <a:r>
              <a:rPr sz="1700" b="0" i="0">
                <a:solidFill>
                  <a:srgbClr val="FFFFFF"/>
                </a:solidFill>
                <a:latin typeface="Arial"/>
              </a:rPr>
              <a:t>You're right — for 4 stations, this is overkill. The architecture pays back when the codebase grows. If you're shipping one machine and walking away, Stage 1 is the right answer. If you're building a product family, Stage 3 is the prerequisite for sane long-term maintenance.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7630673" name="Title 1"/>
          <p:cNvSpPr>
            <a:spLocks noGrp="1"/>
          </p:cNvSpPr>
          <p:nvPr>
            <p:ph type="title"/>
          </p:nvPr>
        </p:nvSpPr>
        <p:spPr bwMode="auto"/>
        <p:txBody>
          <a:bodyPr/>
          <a:lstStyle/>
          <a:p>
            <a:pPr>
              <a:defRPr/>
            </a:pPr>
            <a:r>
              <a:rPr/>
              <a:t>CR-1 — the composition way (Fill's exception comes free)</a:t>
            </a:r>
            <a:endParaRPr/>
          </a:p>
        </p:txBody>
      </p:sp>
      <p:sp>
        <p:nvSpPr>
          <p:cNvPr id="1768556246"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3B  ·  CR-1 HANDS-ON (10 MIN)</a:t>
            </a:r>
            <a:endParaRPr/>
          </a:p>
        </p:txBody>
      </p:sp>
      <p:sp>
        <p:nvSpPr>
          <p:cNvPr id="1939414567" name="TextBox 3"/>
          <p:cNvSpPr txBox="1"/>
          <p:nvPr/>
        </p:nvSpPr>
        <p:spPr bwMode="auto">
          <a:xfrm>
            <a:off x="0" y="1188720"/>
            <a:ext cx="10012680" cy="365760"/>
          </a:xfrm>
          <a:prstGeom prst="rect">
            <a:avLst/>
          </a:prstGeom>
          <a:noFill/>
        </p:spPr>
        <p:txBody>
          <a:bodyPr wrap="square" lIns="0" tIns="0" rIns="0" bIns="0" anchor="t">
            <a:spAutoFit/>
          </a:bodyPr>
          <a:lstStyle/>
          <a:p>
            <a:pPr algn="l">
              <a:lnSpc>
                <a:spcPct val="114999"/>
              </a:lnSpc>
              <a:defRPr/>
            </a:pPr>
            <a:r>
              <a:rPr sz="1200" b="0" i="0">
                <a:solidFill>
                  <a:srgbClr val="627186"/>
                </a:solidFill>
                <a:latin typeface="Consolas"/>
              </a:rPr>
              <a:t>git diff  stage-3-composition...stage-3-cr1-applied --stat</a:t>
            </a:r>
            <a:endParaRPr/>
          </a:p>
        </p:txBody>
      </p:sp>
      <p:sp>
        <p:nvSpPr>
          <p:cNvPr id="95358011" name="TextBox 4"/>
          <p:cNvSpPr txBox="1"/>
          <p:nvPr/>
        </p:nvSpPr>
        <p:spPr bwMode="auto">
          <a:xfrm>
            <a:off x="0" y="1691640"/>
            <a:ext cx="10012680" cy="1280160"/>
          </a:xfrm>
          <a:prstGeom prst="rect">
            <a:avLst/>
          </a:prstGeom>
          <a:noFill/>
        </p:spPr>
        <p:txBody>
          <a:bodyPr wrap="square" lIns="0" tIns="0" rIns="0" bIns="0" anchor="t">
            <a:spAutoFit/>
          </a:bodyPr>
          <a:lstStyle/>
          <a:p>
            <a:pPr algn="l">
              <a:lnSpc>
                <a:spcPct val="100000"/>
              </a:lnSpc>
              <a:defRPr/>
            </a:pPr>
            <a:r>
              <a:rPr sz="6400" b="1" i="0">
                <a:solidFill>
                  <a:srgbClr val="2D76AD"/>
                </a:solidFill>
                <a:latin typeface="Arial"/>
              </a:rPr>
              <a:t>2 files  ·  +19  −6</a:t>
            </a:r>
            <a:endParaRPr/>
          </a:p>
        </p:txBody>
      </p:sp>
      <p:sp>
        <p:nvSpPr>
          <p:cNvPr id="1598954409" name="Rectangle 5"/>
          <p:cNvSpPr/>
          <p:nvPr/>
        </p:nvSpPr>
        <p:spPr bwMode="auto">
          <a:xfrm>
            <a:off x="0" y="3154680"/>
            <a:ext cx="1097280" cy="4572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5084213" name="TextBox 6"/>
          <p:cNvSpPr txBox="1"/>
          <p:nvPr/>
        </p:nvSpPr>
        <p:spPr bwMode="auto">
          <a:xfrm>
            <a:off x="0" y="3474720"/>
            <a:ext cx="10012680" cy="2651760"/>
          </a:xfrm>
          <a:prstGeom prst="rect">
            <a:avLst/>
          </a:prstGeom>
          <a:noFill/>
        </p:spPr>
        <p:txBody>
          <a:bodyPr wrap="square" lIns="0" tIns="0" rIns="0" bIns="0">
            <a:spAutoFit/>
          </a:bodyPr>
          <a:lstStyle/>
          <a:p>
            <a:pPr algn="l">
              <a:lnSpc>
                <a:spcPct val="130000"/>
              </a:lnSpc>
              <a:defRPr/>
            </a:pPr>
            <a:r>
              <a:rPr sz="1800" b="1">
                <a:solidFill>
                  <a:srgbClr val="2D76AD"/>
                </a:solidFill>
                <a:latin typeface="Arial"/>
              </a:rPr>
              <a:t>▸  </a:t>
            </a:r>
            <a:r>
              <a:rPr sz="1800">
                <a:solidFill>
                  <a:srgbClr val="242A33"/>
                </a:solidFill>
                <a:latin typeface="Arial"/>
              </a:rPr>
              <a:t>Just modify FB_ModeManager. Stations are not touched.</a:t>
            </a:r>
            <a:endParaRPr/>
          </a:p>
          <a:p>
            <a:pPr algn="l">
              <a:lnSpc>
                <a:spcPct val="130000"/>
              </a:lnSpc>
              <a:spcBef>
                <a:spcPts val="400"/>
              </a:spcBef>
              <a:defRPr/>
            </a:pPr>
            <a:r>
              <a:rPr sz="1800" b="1">
                <a:solidFill>
                  <a:srgbClr val="2D76AD"/>
                </a:solidFill>
                <a:latin typeface="Arial"/>
              </a:rPr>
              <a:t>▸  </a:t>
            </a:r>
            <a:r>
              <a:rPr sz="1800" b="1">
                <a:solidFill>
                  <a:srgbClr val="242A33"/>
                </a:solidFill>
                <a:latin typeface="Arial"/>
              </a:rPr>
              <a:t>Fill's mid-cycle exception </a:t>
            </a:r>
            <a:r>
              <a:rPr sz="1800">
                <a:solidFill>
                  <a:srgbClr val="242A33"/>
                </a:solidFill>
                <a:latin typeface="Arial"/>
              </a:rPr>
              <a:t>— automatic.</a:t>
            </a:r>
            <a:endParaRPr/>
          </a:p>
          <a:p>
            <a:pPr algn="l">
              <a:lnSpc>
                <a:spcPct val="130000"/>
              </a:lnSpc>
              <a:spcBef>
                <a:spcPts val="400"/>
              </a:spcBef>
              <a:defRPr/>
            </a:pPr>
            <a:r>
              <a:rPr sz="1800" b="1">
                <a:solidFill>
                  <a:srgbClr val="2D76AD"/>
                </a:solidFill>
                <a:latin typeface="Arial"/>
              </a:rPr>
              <a:t>▸  </a:t>
            </a:r>
            <a:r>
              <a:rPr sz="1800">
                <a:solidFill>
                  <a:srgbClr val="242A33"/>
                </a:solidFill>
                <a:latin typeface="Arial"/>
              </a:rPr>
              <a:t>The abstraction already encoded the right behavior.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7367038" name="Title 2"/>
          <p:cNvSpPr>
            <a:spLocks noGrp="1"/>
          </p:cNvSpPr>
          <p:nvPr>
            <p:ph type="title"/>
          </p:nvPr>
        </p:nvSpPr>
        <p:spPr bwMode="auto"/>
        <p:txBody>
          <a:bodyPr/>
          <a:lstStyle/>
          <a:p>
            <a:pPr>
              <a:defRPr/>
            </a:pPr>
            <a:r>
              <a:rPr/>
              <a:t>Block 3 · 3C</a:t>
            </a:r>
            <a:endParaRPr/>
          </a:p>
        </p:txBody>
      </p:sp>
      <p:sp>
        <p:nvSpPr>
          <p:cNvPr id="808617215" name="Rectangle 3"/>
          <p:cNvSpPr/>
          <p:nvPr/>
        </p:nvSpPr>
        <p:spPr bwMode="auto">
          <a:xfrm>
            <a:off x="0" y="1188720"/>
            <a:ext cx="164592" cy="512064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9472269" name="TextBox 4"/>
          <p:cNvSpPr txBox="1"/>
          <p:nvPr/>
        </p:nvSpPr>
        <p:spPr bwMode="auto">
          <a:xfrm>
            <a:off x="411480" y="1280160"/>
            <a:ext cx="9601200" cy="1554480"/>
          </a:xfrm>
          <a:prstGeom prst="rect">
            <a:avLst/>
          </a:prstGeom>
          <a:noFill/>
        </p:spPr>
        <p:txBody>
          <a:bodyPr wrap="square" lIns="0" tIns="0" rIns="0" bIns="0" anchor="t">
            <a:spAutoFit/>
          </a:bodyPr>
          <a:lstStyle/>
          <a:p>
            <a:pPr algn="l">
              <a:lnSpc>
                <a:spcPct val="105000"/>
              </a:lnSpc>
              <a:defRPr/>
            </a:pPr>
            <a:r>
              <a:rPr sz="4600" b="1" i="0">
                <a:solidFill>
                  <a:srgbClr val="414D5C"/>
                </a:solidFill>
                <a:latin typeface="Arial"/>
              </a:rPr>
              <a:t>CR-2 — the headline swap demo</a:t>
            </a:r>
            <a:endParaRPr/>
          </a:p>
        </p:txBody>
      </p:sp>
      <p:sp>
        <p:nvSpPr>
          <p:cNvPr id="427754545" name="TextBox 5"/>
          <p:cNvSpPr txBox="1"/>
          <p:nvPr/>
        </p:nvSpPr>
        <p:spPr bwMode="auto">
          <a:xfrm>
            <a:off x="411480" y="2926080"/>
            <a:ext cx="9601200" cy="457200"/>
          </a:xfrm>
          <a:prstGeom prst="rect">
            <a:avLst/>
          </a:prstGeom>
          <a:noFill/>
        </p:spPr>
        <p:txBody>
          <a:bodyPr wrap="square" lIns="0" tIns="0" rIns="0" bIns="0" anchor="t">
            <a:spAutoFit/>
          </a:bodyPr>
          <a:lstStyle/>
          <a:p>
            <a:pPr algn="l">
              <a:lnSpc>
                <a:spcPct val="114999"/>
              </a:lnSpc>
              <a:defRPr/>
            </a:pPr>
            <a:r>
              <a:rPr sz="1800" b="1" i="0">
                <a:solidFill>
                  <a:srgbClr val="2D76AD"/>
                </a:solidFill>
                <a:latin typeface="Arial"/>
              </a:rPr>
              <a:t>20 min  ·  the workshop's emotional payoff</a:t>
            </a:r>
            <a:endParaRPr/>
          </a:p>
        </p:txBody>
      </p:sp>
      <p:sp>
        <p:nvSpPr>
          <p:cNvPr id="722195777" name="TextBox 6"/>
          <p:cNvSpPr txBox="1"/>
          <p:nvPr/>
        </p:nvSpPr>
        <p:spPr bwMode="auto">
          <a:xfrm>
            <a:off x="411480" y="3749039"/>
            <a:ext cx="9601200" cy="2286000"/>
          </a:xfrm>
          <a:prstGeom prst="rect">
            <a:avLst/>
          </a:prstGeom>
          <a:noFill/>
        </p:spPr>
        <p:txBody>
          <a:bodyPr wrap="square" lIns="0" tIns="0" rIns="0" bIns="0" anchor="t">
            <a:spAutoFit/>
          </a:bodyPr>
          <a:lstStyle/>
          <a:p>
            <a:pPr algn="l">
              <a:lnSpc>
                <a:spcPct val="140000"/>
              </a:lnSpc>
              <a:defRPr/>
            </a:pPr>
            <a:r>
              <a:rPr sz="2000" b="0" i="1">
                <a:solidFill>
                  <a:srgbClr val="242A33"/>
                </a:solidFill>
                <a:latin typeface="Arial"/>
              </a:rPr>
              <a:t>One line in MAIN. Watch.</a:t>
            </a:r>
            <a:endParaRPr/>
          </a:p>
          <a:p>
            <a:pPr algn="l">
              <a:lnSpc>
                <a:spcPct val="140000"/>
              </a:lnSpc>
              <a:defRPr/>
            </a:pPr>
            <a:r>
              <a:rPr sz="2000" b="0" i="1">
                <a:solidFill>
                  <a:srgbClr val="242A33"/>
                </a:solidFill>
                <a:latin typeface="Arial"/>
              </a:rPr>
              <a:t>Then pause. Don't fill the silence.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4745308" name="Title 1"/>
          <p:cNvSpPr>
            <a:spLocks noGrp="1"/>
          </p:cNvSpPr>
          <p:nvPr>
            <p:ph type="title"/>
          </p:nvPr>
        </p:nvSpPr>
        <p:spPr bwMode="auto"/>
        <p:txBody>
          <a:bodyPr/>
          <a:lstStyle/>
          <a:p>
            <a:pPr>
              <a:defRPr/>
            </a:pPr>
            <a:r>
              <a:rPr/>
              <a:t>The swap — one line in MAIN</a:t>
            </a:r>
            <a:endParaRPr/>
          </a:p>
        </p:txBody>
      </p:sp>
      <p:sp>
        <p:nvSpPr>
          <p:cNvPr id="1195501172"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CR-2 THE HEADLINE SWAP</a:t>
            </a:r>
            <a:endParaRPr/>
          </a:p>
        </p:txBody>
      </p:sp>
      <p:sp>
        <p:nvSpPr>
          <p:cNvPr id="1074167435" name="Rectangle 3"/>
          <p:cNvSpPr/>
          <p:nvPr/>
        </p:nvSpPr>
        <p:spPr bwMode="auto">
          <a:xfrm>
            <a:off x="0" y="1234440"/>
            <a:ext cx="10012680" cy="4892039"/>
          </a:xfrm>
          <a:prstGeom prst="rect">
            <a:avLst/>
          </a:prstGeom>
          <a:solidFill>
            <a:srgbClr val="1B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20606087" name="TextBox 4"/>
          <p:cNvSpPr txBox="1"/>
          <p:nvPr/>
        </p:nvSpPr>
        <p:spPr bwMode="auto">
          <a:xfrm>
            <a:off x="182880" y="1325880"/>
            <a:ext cx="2743200" cy="274320"/>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STRUCTURED TEXT</a:t>
            </a:r>
            <a:endParaRPr/>
          </a:p>
        </p:txBody>
      </p:sp>
      <p:sp>
        <p:nvSpPr>
          <p:cNvPr id="1865609805" name="TextBox 5"/>
          <p:cNvSpPr txBox="1"/>
          <p:nvPr/>
        </p:nvSpPr>
        <p:spPr bwMode="auto">
          <a:xfrm>
            <a:off x="274320" y="1691640"/>
            <a:ext cx="9509760" cy="4297680"/>
          </a:xfrm>
          <a:prstGeom prst="rect">
            <a:avLst/>
          </a:prstGeom>
          <a:noFill/>
        </p:spPr>
        <p:txBody>
          <a:bodyPr wrap="square" lIns="0" tIns="0" rIns="0" bIns="0" anchor="t">
            <a:spAutoFit/>
          </a:bodyPr>
          <a:lstStyle/>
          <a:p>
            <a:pPr algn="l">
              <a:lnSpc>
                <a:spcPct val="125000"/>
              </a:lnSpc>
              <a:defRPr/>
            </a:pPr>
            <a:r>
              <a:rPr sz="1300" b="0" i="0">
                <a:solidFill>
                  <a:srgbClr val="E6E8EB"/>
                </a:solidFill>
                <a:latin typeface="Consolas"/>
              </a:rPr>
              <a:t>// MAIN.TcPOU — find this line:</a:t>
            </a:r>
            <a:endParaRPr/>
          </a:p>
          <a:p>
            <a:pPr algn="l">
              <a:lnSpc>
                <a:spcPct val="125000"/>
              </a:lnSpc>
              <a:defRPr/>
            </a:pPr>
            <a:endParaRPr sz="1300" b="0" i="0">
              <a:solidFill>
                <a:srgbClr val="E6E8EB"/>
              </a:solidFill>
              <a:latin typeface="Consolas"/>
            </a:endParaRPr>
          </a:p>
          <a:p>
            <a:pPr algn="l">
              <a:lnSpc>
                <a:spcPct val="125000"/>
              </a:lnSpc>
              <a:defRPr/>
            </a:pPr>
            <a:r>
              <a:rPr sz="1300" b="0" i="0">
                <a:solidFill>
                  <a:srgbClr val="E6E8EB"/>
                </a:solidFill>
                <a:latin typeface="Consolas"/>
              </a:rPr>
              <a:t>Inspect       : FB_StationInspect(</a:t>
            </a:r>
            <a:endParaRPr/>
          </a:p>
          <a:p>
            <a:pPr algn="l">
              <a:lnSpc>
                <a:spcPct val="125000"/>
              </a:lnSpc>
              <a:defRPr/>
            </a:pPr>
            <a:r>
              <a:rPr sz="1300" b="0" i="0">
                <a:solidFill>
                  <a:srgbClr val="E6E8EB"/>
                </a:solidFill>
                <a:latin typeface="Consolas"/>
              </a:rPr>
              <a:t>                    ModeRef       := Mode,</a:t>
            </a:r>
            <a:endParaRPr/>
          </a:p>
          <a:p>
            <a:pPr algn="l">
              <a:lnSpc>
                <a:spcPct val="125000"/>
              </a:lnSpc>
              <a:defRPr/>
            </a:pPr>
            <a:r>
              <a:rPr sz="1300" b="0" i="0">
                <a:solidFill>
                  <a:srgbClr val="E6E8EB"/>
                </a:solidFill>
                <a:latin typeface="Consolas"/>
              </a:rPr>
              <a:t>                    AlarmHandler  := LineFault);     // &lt;-- this</a:t>
            </a:r>
            <a:endParaRPr/>
          </a:p>
          <a:p>
            <a:pPr algn="l">
              <a:lnSpc>
                <a:spcPct val="125000"/>
              </a:lnSpc>
              <a:defRPr/>
            </a:pPr>
            <a:endParaRPr sz="1300" b="0" i="0">
              <a:solidFill>
                <a:srgbClr val="E6E8EB"/>
              </a:solidFill>
              <a:latin typeface="Consolas"/>
            </a:endParaRPr>
          </a:p>
          <a:p>
            <a:pPr algn="l">
              <a:lnSpc>
                <a:spcPct val="125000"/>
              </a:lnSpc>
              <a:defRPr/>
            </a:pPr>
            <a:r>
              <a:rPr sz="1300" b="0" i="0">
                <a:solidFill>
                  <a:srgbClr val="E6E8EB"/>
                </a:solidFill>
                <a:latin typeface="Consolas"/>
              </a:rPr>
              <a:t>// Change to:</a:t>
            </a:r>
            <a:endParaRPr/>
          </a:p>
          <a:p>
            <a:pPr algn="l">
              <a:lnSpc>
                <a:spcPct val="125000"/>
              </a:lnSpc>
              <a:defRPr/>
            </a:pPr>
            <a:endParaRPr sz="1300" b="0" i="0">
              <a:solidFill>
                <a:srgbClr val="E6E8EB"/>
              </a:solidFill>
              <a:latin typeface="Consolas"/>
            </a:endParaRPr>
          </a:p>
          <a:p>
            <a:pPr algn="l">
              <a:lnSpc>
                <a:spcPct val="125000"/>
              </a:lnSpc>
              <a:defRPr/>
            </a:pPr>
            <a:r>
              <a:rPr sz="1300" b="0" i="0">
                <a:solidFill>
                  <a:srgbClr val="E6E8EB"/>
                </a:solidFill>
                <a:latin typeface="Consolas"/>
              </a:rPr>
              <a:t>Inspect       : FB_StationInspect(</a:t>
            </a:r>
            <a:endParaRPr/>
          </a:p>
          <a:p>
            <a:pPr algn="l">
              <a:lnSpc>
                <a:spcPct val="125000"/>
              </a:lnSpc>
              <a:defRPr/>
            </a:pPr>
            <a:r>
              <a:rPr sz="1300" b="0" i="0">
                <a:solidFill>
                  <a:srgbClr val="E6E8EB"/>
                </a:solidFill>
                <a:latin typeface="Consolas"/>
              </a:rPr>
              <a:t>                    ModeRef       := Mode,</a:t>
            </a:r>
            <a:endParaRPr/>
          </a:p>
          <a:p>
            <a:pPr algn="l">
              <a:lnSpc>
                <a:spcPct val="125000"/>
              </a:lnSpc>
              <a:defRPr/>
            </a:pPr>
            <a:r>
              <a:rPr sz="1300" b="0" i="0">
                <a:solidFill>
                  <a:srgbClr val="E6E8EB"/>
                </a:solidFill>
                <a:latin typeface="Consolas"/>
              </a:rPr>
              <a:t>                    AlarmHandler  := QualityFlag);   // &lt;-- this</a:t>
            </a:r>
            <a:endParaRPr/>
          </a:p>
          <a:p>
            <a:pPr algn="l">
              <a:lnSpc>
                <a:spcPct val="125000"/>
              </a:lnSpc>
              <a:defRPr/>
            </a:pPr>
            <a:endParaRPr sz="1300" b="0" i="0">
              <a:solidFill>
                <a:srgbClr val="E6E8EB"/>
              </a:solidFill>
              <a:latin typeface="Consolas"/>
            </a:endParaRPr>
          </a:p>
          <a:p>
            <a:pPr algn="l">
              <a:lnSpc>
                <a:spcPct val="125000"/>
              </a:lnSpc>
              <a:defRPr/>
            </a:pPr>
            <a:r>
              <a:rPr sz="1300" b="0" i="0">
                <a:solidFill>
                  <a:srgbClr val="E6E8EB"/>
                </a:solidFill>
                <a:latin typeface="Consolas"/>
              </a:rPr>
              <a:t>// Save. Build.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3008778" name="Title 1"/>
          <p:cNvSpPr>
            <a:spLocks noGrp="1"/>
          </p:cNvSpPr>
          <p:nvPr>
            <p:ph type="title"/>
          </p:nvPr>
        </p:nvSpPr>
        <p:spPr bwMode="auto"/>
        <p:txBody>
          <a:bodyPr/>
          <a:lstStyle/>
          <a:p>
            <a:pPr>
              <a:defRPr/>
            </a:pPr>
            <a:r>
              <a:rPr/>
              <a:t>Block 3 · the workshop's central claim</a:t>
            </a:r>
            <a:endParaRPr/>
          </a:p>
        </p:txBody>
      </p:sp>
      <p:sp>
        <p:nvSpPr>
          <p:cNvPr id="680813662" name="Rectangle 2"/>
          <p:cNvSpPr/>
          <p:nvPr/>
        </p:nvSpPr>
        <p:spPr bwMode="auto">
          <a:xfrm>
            <a:off x="0" y="1088136"/>
            <a:ext cx="10140696" cy="5330952"/>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70926241" name="TextBox 3"/>
          <p:cNvSpPr txBox="1"/>
          <p:nvPr/>
        </p:nvSpPr>
        <p:spPr bwMode="auto">
          <a:xfrm>
            <a:off x="91440" y="1097280"/>
            <a:ext cx="1828800" cy="2011680"/>
          </a:xfrm>
          <a:prstGeom prst="rect">
            <a:avLst/>
          </a:prstGeom>
          <a:noFill/>
        </p:spPr>
        <p:txBody>
          <a:bodyPr wrap="square" lIns="0" tIns="0" rIns="0" bIns="0" anchor="t">
            <a:spAutoFit/>
          </a:bodyPr>
          <a:lstStyle/>
          <a:p>
            <a:pPr algn="l">
              <a:lnSpc>
                <a:spcPct val="114999"/>
              </a:lnSpc>
              <a:defRPr/>
            </a:pPr>
            <a:r>
              <a:rPr sz="16000" b="0" i="0">
                <a:solidFill>
                  <a:srgbClr val="2D76AD"/>
                </a:solidFill>
                <a:latin typeface="Georgia"/>
              </a:rPr>
              <a:t>“</a:t>
            </a:r>
            <a:endParaRPr/>
          </a:p>
        </p:txBody>
      </p:sp>
      <p:sp>
        <p:nvSpPr>
          <p:cNvPr id="1013470229" name="TextBox 4"/>
          <p:cNvSpPr txBox="1"/>
          <p:nvPr/>
        </p:nvSpPr>
        <p:spPr bwMode="auto">
          <a:xfrm>
            <a:off x="1371600" y="1645920"/>
            <a:ext cx="8503920" cy="3657600"/>
          </a:xfrm>
          <a:prstGeom prst="rect">
            <a:avLst/>
          </a:prstGeom>
          <a:noFill/>
        </p:spPr>
        <p:txBody>
          <a:bodyPr wrap="square" lIns="0" tIns="0" rIns="0" bIns="0" anchor="t">
            <a:spAutoFit/>
          </a:bodyPr>
          <a:lstStyle/>
          <a:p>
            <a:pPr algn="l">
              <a:lnSpc>
                <a:spcPct val="130000"/>
              </a:lnSpc>
              <a:defRPr/>
            </a:pPr>
            <a:r>
              <a:rPr sz="2800" b="0" i="1">
                <a:solidFill>
                  <a:srgbClr val="FFFFFF"/>
                </a:solidFill>
                <a:latin typeface="Arial"/>
              </a:rPr>
              <a:t>Stage 1 CR-2: 92 lines of inline rewrite.</a:t>
            </a:r>
            <a:endParaRPr/>
          </a:p>
          <a:p>
            <a:pPr algn="l">
              <a:lnSpc>
                <a:spcPct val="130000"/>
              </a:lnSpc>
              <a:defRPr/>
            </a:pPr>
            <a:r>
              <a:rPr sz="2800" b="0" i="1">
                <a:solidFill>
                  <a:srgbClr val="FFFFFF"/>
                </a:solidFill>
                <a:latin typeface="Arial"/>
              </a:rPr>
              <a:t>Stage 2 CR-2: 121 lines of override fight.</a:t>
            </a:r>
            <a:endParaRPr/>
          </a:p>
          <a:p>
            <a:pPr algn="l">
              <a:lnSpc>
                <a:spcPct val="130000"/>
              </a:lnSpc>
              <a:defRPr/>
            </a:pPr>
            <a:r>
              <a:rPr sz="2800" b="0" i="1">
                <a:solidFill>
                  <a:srgbClr val="FFFFFF"/>
                </a:solidFill>
                <a:latin typeface="Arial"/>
              </a:rPr>
              <a:t>Stage 3 CR-2: ONE LINE.</a:t>
            </a:r>
            <a:endParaRPr/>
          </a:p>
        </p:txBody>
      </p:sp>
      <p:sp>
        <p:nvSpPr>
          <p:cNvPr id="1751322683" name="TextBox 5"/>
          <p:cNvSpPr txBox="1"/>
          <p:nvPr/>
        </p:nvSpPr>
        <p:spPr bwMode="auto">
          <a:xfrm>
            <a:off x="1371600" y="5760720"/>
            <a:ext cx="8503920" cy="502920"/>
          </a:xfrm>
          <a:prstGeom prst="rect">
            <a:avLst/>
          </a:prstGeom>
          <a:noFill/>
        </p:spPr>
        <p:txBody>
          <a:bodyPr wrap="square" lIns="0" tIns="0" rIns="0" bIns="0" anchor="t">
            <a:spAutoFit/>
          </a:bodyPr>
          <a:lstStyle/>
          <a:p>
            <a:pPr algn="l">
              <a:lnSpc>
                <a:spcPct val="114999"/>
              </a:lnSpc>
              <a:defRPr/>
            </a:pPr>
            <a:r>
              <a:rPr sz="1400" b="0" i="0">
                <a:solidFill>
                  <a:srgbClr val="E5E8EC"/>
                </a:solidFill>
                <a:latin typeface="Arial"/>
              </a:rPr>
              <a:t>— Same requirements, three architectures, different blast radius.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596796" name="Text Placeholder 1"/>
          <p:cNvSpPr>
            <a:spLocks noGrp="1"/>
          </p:cNvSpPr>
          <p:nvPr>
            <p:ph type="body" sz="quarter" idx="15"/>
          </p:nvPr>
        </p:nvSpPr>
        <p:spPr bwMode="auto"/>
        <p:txBody>
          <a:bodyPr wrap="square"/>
          <a:lstStyle/>
          <a:p>
            <a:pPr algn="l">
              <a:lnSpc>
                <a:spcPct val="130000"/>
              </a:lnSpc>
              <a:defRPr/>
            </a:pPr>
            <a:r>
              <a:rPr sz="2000" b="1">
                <a:solidFill>
                  <a:srgbClr val="2D76AD"/>
                </a:solidFill>
                <a:latin typeface="Arial"/>
              </a:rPr>
              <a:t>▸  </a:t>
            </a:r>
            <a:r>
              <a:rPr sz="2000">
                <a:solidFill>
                  <a:srgbClr val="242A33"/>
                </a:solidFill>
                <a:latin typeface="Arial"/>
              </a:rPr>
              <a:t>Compose FB_ParallelSequencer alongside FB_StepSequencer.</a:t>
            </a:r>
            <a:endParaRPr/>
          </a:p>
          <a:p>
            <a:pPr algn="l">
              <a:lnSpc>
                <a:spcPct val="130000"/>
              </a:lnSpc>
              <a:spcBef>
                <a:spcPts val="400"/>
              </a:spcBef>
              <a:defRPr/>
            </a:pPr>
            <a:r>
              <a:rPr sz="2000" b="1">
                <a:solidFill>
                  <a:srgbClr val="2D76AD"/>
                </a:solidFill>
                <a:latin typeface="Arial"/>
              </a:rPr>
              <a:t>▸  </a:t>
            </a:r>
            <a:r>
              <a:rPr sz="2000">
                <a:solidFill>
                  <a:srgbClr val="242A33"/>
                </a:solidFill>
                <a:latin typeface="Arial"/>
              </a:rPr>
              <a:t>Configure for 2 branches in FB_init. Rework state 10.</a:t>
            </a:r>
            <a:endParaRPr/>
          </a:p>
          <a:p>
            <a:pPr algn="l">
              <a:lnSpc>
                <a:spcPct val="130000"/>
              </a:lnSpc>
              <a:spcBef>
                <a:spcPts val="400"/>
              </a:spcBef>
              <a:defRPr/>
            </a:pPr>
            <a:r>
              <a:rPr sz="2000" b="1">
                <a:solidFill>
                  <a:srgbClr val="2D76AD"/>
                </a:solidFill>
                <a:latin typeface="Arial"/>
              </a:rPr>
              <a:t>▸  </a:t>
            </a:r>
            <a:r>
              <a:rPr sz="2000">
                <a:solidFill>
                  <a:srgbClr val="242A33"/>
                </a:solidFill>
                <a:latin typeface="Arial"/>
              </a:rPr>
              <a:t>Composition, not rewriting.</a:t>
            </a:r>
            <a:endParaRPr/>
          </a:p>
          <a:p>
            <a:pPr algn="l">
              <a:lnSpc>
                <a:spcPct val="130000"/>
              </a:lnSpc>
              <a:spcBef>
                <a:spcPts val="400"/>
              </a:spcBef>
              <a:defRPr/>
            </a:pPr>
            <a:r>
              <a:rPr sz="2000" b="1">
                <a:solidFill>
                  <a:srgbClr val="2D76AD"/>
                </a:solidFill>
                <a:latin typeface="Arial"/>
              </a:rPr>
              <a:t>▸  </a:t>
            </a:r>
            <a:r>
              <a:rPr sz="2000" b="1">
                <a:solidFill>
                  <a:srgbClr val="242A33"/>
                </a:solidFill>
                <a:latin typeface="Arial"/>
              </a:rPr>
              <a:t>Final diff </a:t>
            </a:r>
            <a:r>
              <a:rPr sz="2000">
                <a:solidFill>
                  <a:srgbClr val="242A33"/>
                </a:solidFill>
                <a:latin typeface="Arial"/>
              </a:rPr>
              <a:t>— 2 files, ~30 lines added.</a:t>
            </a:r>
            <a:endParaRPr/>
          </a:p>
        </p:txBody>
      </p:sp>
      <p:sp>
        <p:nvSpPr>
          <p:cNvPr id="561780365" name="Title 2"/>
          <p:cNvSpPr>
            <a:spLocks noGrp="1"/>
          </p:cNvSpPr>
          <p:nvPr>
            <p:ph type="title"/>
          </p:nvPr>
        </p:nvSpPr>
        <p:spPr bwMode="auto"/>
        <p:txBody>
          <a:bodyPr/>
          <a:lstStyle/>
          <a:p>
            <a:pPr>
              <a:defRPr/>
            </a:pPr>
            <a:r>
              <a:rPr/>
              <a:t>CR-2 hands-on — the parallel sequencer</a:t>
            </a:r>
            <a:endParaRPr/>
          </a:p>
        </p:txBody>
      </p:sp>
      <p:sp>
        <p:nvSpPr>
          <p:cNvPr id="2004257927"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CR-2 HANDS-ON (10 MIN)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29941645" name="Title 1"/>
          <p:cNvSpPr>
            <a:spLocks noGrp="1"/>
          </p:cNvSpPr>
          <p:nvPr>
            <p:ph type="title"/>
          </p:nvPr>
        </p:nvSpPr>
        <p:spPr bwMode="auto"/>
        <p:txBody>
          <a:bodyPr/>
          <a:lstStyle/>
          <a:p>
            <a:pPr>
              <a:defRPr/>
            </a:pPr>
            <a:r>
              <a:rPr/>
              <a:t>CR-3 — DI all the way</a:t>
            </a:r>
            <a:endParaRPr/>
          </a:p>
        </p:txBody>
      </p:sp>
      <p:sp>
        <p:nvSpPr>
          <p:cNvPr id="1537849394"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3D  ·  CR-3 HANDS-ON (10 MIN)</a:t>
            </a:r>
            <a:endParaRPr/>
          </a:p>
        </p:txBody>
      </p:sp>
      <p:sp>
        <p:nvSpPr>
          <p:cNvPr id="240576747" name="TextBox 3"/>
          <p:cNvSpPr txBox="1"/>
          <p:nvPr/>
        </p:nvSpPr>
        <p:spPr bwMode="auto">
          <a:xfrm>
            <a:off x="0" y="1188720"/>
            <a:ext cx="10012680" cy="365760"/>
          </a:xfrm>
          <a:prstGeom prst="rect">
            <a:avLst/>
          </a:prstGeom>
          <a:noFill/>
        </p:spPr>
        <p:txBody>
          <a:bodyPr wrap="square" lIns="0" tIns="0" rIns="0" bIns="0" anchor="t">
            <a:spAutoFit/>
          </a:bodyPr>
          <a:lstStyle/>
          <a:p>
            <a:pPr algn="l">
              <a:lnSpc>
                <a:spcPct val="114999"/>
              </a:lnSpc>
              <a:defRPr/>
            </a:pPr>
            <a:r>
              <a:rPr sz="1200" b="0" i="0">
                <a:solidFill>
                  <a:srgbClr val="627186"/>
                </a:solidFill>
                <a:latin typeface="Consolas"/>
              </a:rPr>
              <a:t>git diff  stage-3-composition...stage-3-cr3-applied --stat</a:t>
            </a:r>
            <a:endParaRPr/>
          </a:p>
        </p:txBody>
      </p:sp>
      <p:sp>
        <p:nvSpPr>
          <p:cNvPr id="1255897428" name="TextBox 4"/>
          <p:cNvSpPr txBox="1"/>
          <p:nvPr/>
        </p:nvSpPr>
        <p:spPr bwMode="auto">
          <a:xfrm>
            <a:off x="0" y="1691640"/>
            <a:ext cx="10012680" cy="1280160"/>
          </a:xfrm>
          <a:prstGeom prst="rect">
            <a:avLst/>
          </a:prstGeom>
          <a:noFill/>
        </p:spPr>
        <p:txBody>
          <a:bodyPr wrap="square" lIns="0" tIns="0" rIns="0" bIns="0" anchor="t">
            <a:spAutoFit/>
          </a:bodyPr>
          <a:lstStyle/>
          <a:p>
            <a:pPr algn="l">
              <a:lnSpc>
                <a:spcPct val="100000"/>
              </a:lnSpc>
              <a:defRPr/>
            </a:pPr>
            <a:r>
              <a:rPr sz="6400" b="1" i="0">
                <a:solidFill>
                  <a:srgbClr val="2D76AD"/>
                </a:solidFill>
                <a:latin typeface="Arial"/>
              </a:rPr>
              <a:t>3 files  ·  +32  −11</a:t>
            </a:r>
            <a:endParaRPr/>
          </a:p>
        </p:txBody>
      </p:sp>
      <p:sp>
        <p:nvSpPr>
          <p:cNvPr id="616903431" name="Rectangle 5"/>
          <p:cNvSpPr/>
          <p:nvPr/>
        </p:nvSpPr>
        <p:spPr bwMode="auto">
          <a:xfrm>
            <a:off x="0" y="3154680"/>
            <a:ext cx="1097280" cy="4572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85169518" name="TextBox 6"/>
          <p:cNvSpPr txBox="1"/>
          <p:nvPr/>
        </p:nvSpPr>
        <p:spPr bwMode="auto">
          <a:xfrm>
            <a:off x="0" y="3474720"/>
            <a:ext cx="10012680" cy="2651760"/>
          </a:xfrm>
          <a:prstGeom prst="rect">
            <a:avLst/>
          </a:prstGeom>
          <a:noFill/>
        </p:spPr>
        <p:txBody>
          <a:bodyPr wrap="square" lIns="0" tIns="0" rIns="0" bIns="0">
            <a:spAutoFit/>
          </a:bodyPr>
          <a:lstStyle/>
          <a:p>
            <a:pPr algn="l">
              <a:lnSpc>
                <a:spcPct val="130000"/>
              </a:lnSpc>
              <a:defRPr/>
            </a:pPr>
            <a:r>
              <a:rPr sz="1800" b="1">
                <a:solidFill>
                  <a:srgbClr val="2D76AD"/>
                </a:solidFill>
                <a:latin typeface="Arial"/>
              </a:rPr>
              <a:t>▸  </a:t>
            </a:r>
            <a:r>
              <a:rPr sz="1800">
                <a:solidFill>
                  <a:srgbClr val="242A33"/>
                </a:solidFill>
                <a:latin typeface="Arial"/>
              </a:rPr>
              <a:t>Add I_DataLogger field + FB_init param to Fill and Inspect only.</a:t>
            </a:r>
            <a:endParaRPr/>
          </a:p>
          <a:p>
            <a:pPr algn="l">
              <a:lnSpc>
                <a:spcPct val="130000"/>
              </a:lnSpc>
              <a:spcBef>
                <a:spcPts val="400"/>
              </a:spcBef>
              <a:defRPr/>
            </a:pPr>
            <a:r>
              <a:rPr sz="1800" b="1">
                <a:solidFill>
                  <a:srgbClr val="2D76AD"/>
                </a:solidFill>
                <a:latin typeface="Arial"/>
              </a:rPr>
              <a:t>▸  </a:t>
            </a:r>
            <a:r>
              <a:rPr sz="1800" b="1">
                <a:solidFill>
                  <a:srgbClr val="242A33"/>
                </a:solidFill>
                <a:latin typeface="Arial"/>
              </a:rPr>
              <a:t>Cap and Label keep their 4-arg signature </a:t>
            </a:r>
            <a:r>
              <a:rPr sz="1800">
                <a:solidFill>
                  <a:srgbClr val="242A33"/>
                </a:solidFill>
                <a:latin typeface="Arial"/>
              </a:rPr>
              <a:t>— DON'T touch them.</a:t>
            </a:r>
            <a:endParaRPr/>
          </a:p>
          <a:p>
            <a:pPr algn="l">
              <a:lnSpc>
                <a:spcPct val="130000"/>
              </a:lnSpc>
              <a:spcBef>
                <a:spcPts val="400"/>
              </a:spcBef>
              <a:defRPr/>
            </a:pPr>
            <a:r>
              <a:rPr sz="1800" b="1">
                <a:solidFill>
                  <a:srgbClr val="2D76AD"/>
                </a:solidFill>
                <a:latin typeface="Arial"/>
              </a:rPr>
              <a:t>▸  </a:t>
            </a:r>
            <a:r>
              <a:rPr sz="1800" b="1">
                <a:solidFill>
                  <a:srgbClr val="242A33"/>
                </a:solidFill>
                <a:latin typeface="Arial"/>
              </a:rPr>
              <a:t>Logger swap (in-memory → file → DB) </a:t>
            </a:r>
            <a:r>
              <a:rPr sz="1800">
                <a:solidFill>
                  <a:srgbClr val="242A33"/>
                </a:solidFill>
                <a:latin typeface="Arial"/>
              </a:rPr>
              <a:t>— replace one FB. Stations don't change.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6601055" name="Text Placeholder 1"/>
          <p:cNvSpPr>
            <a:spLocks noGrp="1"/>
          </p:cNvSpPr>
          <p:nvPr>
            <p:ph type="body" sz="quarter" idx="15"/>
          </p:nvPr>
        </p:nvSpPr>
        <p:spPr bwMode="auto"/>
        <p:txBody>
          <a:bodyPr wrap="square"/>
          <a:lstStyle/>
          <a:p>
            <a:pPr algn="l">
              <a:lnSpc>
                <a:spcPct val="130000"/>
              </a:lnSpc>
              <a:defRPr/>
            </a:pPr>
            <a:r>
              <a:rPr sz="2000" b="1">
                <a:solidFill>
                  <a:srgbClr val="2D76AD"/>
                </a:solidFill>
                <a:latin typeface="Arial"/>
              </a:rPr>
              <a:t>▸  </a:t>
            </a:r>
            <a:r>
              <a:rPr sz="2000" b="1">
                <a:solidFill>
                  <a:srgbClr val="242A33"/>
                </a:solidFill>
                <a:latin typeface="Arial"/>
              </a:rPr>
              <a:t>git switch stage-3-broken </a:t>
            </a:r>
            <a:r>
              <a:rPr sz="2000">
                <a:solidFill>
                  <a:srgbClr val="242A33"/>
                </a:solidFill>
                <a:latin typeface="Arial"/>
              </a:rPr>
              <a:t>— Pause via per-station guards.</a:t>
            </a:r>
            <a:endParaRPr/>
          </a:p>
          <a:p>
            <a:pPr algn="l">
              <a:lnSpc>
                <a:spcPct val="130000"/>
              </a:lnSpc>
              <a:spcBef>
                <a:spcPts val="400"/>
              </a:spcBef>
              <a:defRPr/>
            </a:pPr>
            <a:r>
              <a:rPr sz="2000" b="1">
                <a:solidFill>
                  <a:srgbClr val="2D76AD"/>
                </a:solidFill>
                <a:latin typeface="Arial"/>
              </a:rPr>
              <a:t>▸  </a:t>
            </a:r>
            <a:r>
              <a:rPr sz="2000">
                <a:solidFill>
                  <a:srgbClr val="242A33"/>
                </a:solidFill>
                <a:latin typeface="Arial"/>
              </a:rPr>
              <a:t>Compiles. Runs. Halts Fill mid-cycle.</a:t>
            </a:r>
            <a:endParaRPr/>
          </a:p>
          <a:p>
            <a:pPr algn="l">
              <a:lnSpc>
                <a:spcPct val="130000"/>
              </a:lnSpc>
              <a:spcBef>
                <a:spcPts val="400"/>
              </a:spcBef>
              <a:defRPr/>
            </a:pPr>
            <a:r>
              <a:rPr sz="2000" b="1">
                <a:solidFill>
                  <a:srgbClr val="2D76AD"/>
                </a:solidFill>
                <a:latin typeface="Arial"/>
              </a:rPr>
              <a:t>▸  </a:t>
            </a:r>
            <a:r>
              <a:rPr sz="2000">
                <a:solidFill>
                  <a:srgbClr val="242A33"/>
                </a:solidFill>
                <a:latin typeface="Arial"/>
              </a:rPr>
              <a:t>The right architecture nudges, doesn't force.</a:t>
            </a:r>
            <a:endParaRPr/>
          </a:p>
          <a:p>
            <a:pPr algn="l">
              <a:lnSpc>
                <a:spcPct val="130000"/>
              </a:lnSpc>
              <a:spcBef>
                <a:spcPts val="400"/>
              </a:spcBef>
              <a:defRPr/>
            </a:pPr>
            <a:r>
              <a:rPr sz="2000" b="1">
                <a:solidFill>
                  <a:srgbClr val="2D76AD"/>
                </a:solidFill>
                <a:latin typeface="Arial"/>
              </a:rPr>
              <a:t>▸  </a:t>
            </a:r>
            <a:r>
              <a:rPr sz="2000">
                <a:solidFill>
                  <a:srgbClr val="242A33"/>
                </a:solidFill>
                <a:latin typeface="Arial"/>
              </a:rPr>
              <a:t>Right answer: 1-file diff. Wrong answer: 5-file diff.</a:t>
            </a:r>
            <a:endParaRPr/>
          </a:p>
        </p:txBody>
      </p:sp>
      <p:sp>
        <p:nvSpPr>
          <p:cNvPr id="197947847" name="Title 2"/>
          <p:cNvSpPr>
            <a:spLocks noGrp="1"/>
          </p:cNvSpPr>
          <p:nvPr>
            <p:ph type="title"/>
          </p:nvPr>
        </p:nvSpPr>
        <p:spPr bwMode="auto"/>
        <p:txBody>
          <a:bodyPr/>
          <a:lstStyle/>
          <a:p>
            <a:pPr>
              <a:defRPr/>
            </a:pPr>
            <a:r>
              <a:rPr/>
              <a:t>Even composition can be applied poorly</a:t>
            </a:r>
            <a:endParaRPr/>
          </a:p>
        </p:txBody>
      </p:sp>
      <p:sp>
        <p:nvSpPr>
          <p:cNvPr id="487642149"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2D76AD"/>
                </a:solidFill>
                <a:latin typeface="Arial"/>
              </a:rPr>
              <a:t>BLOCK 3 · 3E  ·  THE WRONG-WAY BRANCH (5 MIN)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74975348" name="Title 2"/>
          <p:cNvSpPr>
            <a:spLocks noGrp="1"/>
          </p:cNvSpPr>
          <p:nvPr>
            <p:ph type="title"/>
          </p:nvPr>
        </p:nvSpPr>
        <p:spPr bwMode="auto"/>
        <p:txBody>
          <a:bodyPr/>
          <a:lstStyle/>
          <a:p>
            <a:pPr>
              <a:defRPr/>
            </a:pPr>
            <a:r>
              <a:rPr/>
              <a:t>Block 4</a:t>
            </a:r>
            <a:endParaRPr/>
          </a:p>
        </p:txBody>
      </p:sp>
      <p:sp>
        <p:nvSpPr>
          <p:cNvPr id="1651827058" name="Rectangle 3"/>
          <p:cNvSpPr/>
          <p:nvPr/>
        </p:nvSpPr>
        <p:spPr bwMode="auto">
          <a:xfrm>
            <a:off x="0" y="1188720"/>
            <a:ext cx="164592" cy="51206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11281004" name="TextBox 4"/>
          <p:cNvSpPr txBox="1"/>
          <p:nvPr/>
        </p:nvSpPr>
        <p:spPr bwMode="auto">
          <a:xfrm>
            <a:off x="411480" y="1280160"/>
            <a:ext cx="9601200" cy="1554480"/>
          </a:xfrm>
          <a:prstGeom prst="rect">
            <a:avLst/>
          </a:prstGeom>
          <a:noFill/>
        </p:spPr>
        <p:txBody>
          <a:bodyPr wrap="square" lIns="0" tIns="0" rIns="0" bIns="0" anchor="t">
            <a:spAutoFit/>
          </a:bodyPr>
          <a:lstStyle/>
          <a:p>
            <a:pPr algn="l">
              <a:lnSpc>
                <a:spcPct val="105000"/>
              </a:lnSpc>
              <a:defRPr/>
            </a:pPr>
            <a:r>
              <a:rPr sz="4600" b="1" i="0">
                <a:solidFill>
                  <a:srgbClr val="414D5C"/>
                </a:solidFill>
                <a:latin typeface="Arial"/>
              </a:rPr>
              <a:t>Scoreboard, discussion, take-home</a:t>
            </a:r>
            <a:endParaRPr/>
          </a:p>
        </p:txBody>
      </p:sp>
      <p:sp>
        <p:nvSpPr>
          <p:cNvPr id="1811537524" name="TextBox 5"/>
          <p:cNvSpPr txBox="1"/>
          <p:nvPr/>
        </p:nvSpPr>
        <p:spPr bwMode="auto">
          <a:xfrm>
            <a:off x="411480" y="2926080"/>
            <a:ext cx="9601200" cy="457200"/>
          </a:xfrm>
          <a:prstGeom prst="rect">
            <a:avLst/>
          </a:prstGeom>
          <a:noFill/>
        </p:spPr>
        <p:txBody>
          <a:bodyPr wrap="square" lIns="0" tIns="0" rIns="0" bIns="0" anchor="t">
            <a:spAutoFit/>
          </a:bodyPr>
          <a:lstStyle/>
          <a:p>
            <a:pPr algn="l">
              <a:lnSpc>
                <a:spcPct val="114999"/>
              </a:lnSpc>
              <a:defRPr/>
            </a:pPr>
            <a:r>
              <a:rPr sz="1800" b="1" i="0">
                <a:solidFill>
                  <a:srgbClr val="000000"/>
                </a:solidFill>
                <a:latin typeface="Arial"/>
              </a:rPr>
              <a:t>20 min  ·  plan to overshoot</a:t>
            </a:r>
            <a:endParaRPr/>
          </a:p>
        </p:txBody>
      </p:sp>
      <p:sp>
        <p:nvSpPr>
          <p:cNvPr id="692991652" name="TextBox 6"/>
          <p:cNvSpPr txBox="1"/>
          <p:nvPr/>
        </p:nvSpPr>
        <p:spPr bwMode="auto">
          <a:xfrm>
            <a:off x="411480" y="3749039"/>
            <a:ext cx="9601200" cy="2286000"/>
          </a:xfrm>
          <a:prstGeom prst="rect">
            <a:avLst/>
          </a:prstGeom>
          <a:noFill/>
        </p:spPr>
        <p:txBody>
          <a:bodyPr wrap="square" lIns="0" tIns="0" rIns="0" bIns="0" anchor="t">
            <a:spAutoFit/>
          </a:bodyPr>
          <a:lstStyle/>
          <a:p>
            <a:pPr algn="l">
              <a:lnSpc>
                <a:spcPct val="140000"/>
              </a:lnSpc>
              <a:defRPr/>
            </a:pPr>
            <a:r>
              <a:rPr sz="2000" b="0" i="1">
                <a:solidFill>
                  <a:srgbClr val="242A33"/>
                </a:solidFill>
                <a:latin typeface="Arial"/>
              </a:rPr>
              <a:t>The numbers from the diffs go on the board.</a:t>
            </a:r>
            <a:endParaRPr/>
          </a:p>
          <a:p>
            <a:pPr algn="l">
              <a:lnSpc>
                <a:spcPct val="140000"/>
              </a:lnSpc>
              <a:defRPr/>
            </a:pPr>
            <a:r>
              <a:rPr sz="2000" b="0" i="1">
                <a:solidFill>
                  <a:srgbClr val="242A33"/>
                </a:solidFill>
                <a:latin typeface="Arial"/>
              </a:rPr>
              <a:t>When does each stage fit your real workload?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82137265" name="Title 1"/>
          <p:cNvSpPr>
            <a:spLocks noGrp="1"/>
          </p:cNvSpPr>
          <p:nvPr>
            <p:ph type="title"/>
          </p:nvPr>
        </p:nvSpPr>
        <p:spPr bwMode="auto"/>
        <p:txBody>
          <a:bodyPr/>
          <a:lstStyle/>
          <a:p>
            <a:pPr>
              <a:defRPr/>
            </a:pPr>
            <a:r>
              <a:rPr/>
              <a:t>The scoreboard</a:t>
            </a:r>
            <a:endParaRPr/>
          </a:p>
        </p:txBody>
      </p:sp>
      <p:sp>
        <p:nvSpPr>
          <p:cNvPr id="1314477527"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BLOCK 4 · 4A</a:t>
            </a:r>
            <a:endParaRPr/>
          </a:p>
        </p:txBody>
      </p:sp>
      <p:sp>
        <p:nvSpPr>
          <p:cNvPr id="1190641128" name="Rectangle 3"/>
          <p:cNvSpPr/>
          <p:nvPr/>
        </p:nvSpPr>
        <p:spPr bwMode="auto">
          <a:xfrm>
            <a:off x="2788920" y="1280160"/>
            <a:ext cx="2423160" cy="502920"/>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36440004" name="TextBox 4"/>
          <p:cNvSpPr txBox="1"/>
          <p:nvPr/>
        </p:nvSpPr>
        <p:spPr bwMode="auto">
          <a:xfrm>
            <a:off x="2926079" y="1399031"/>
            <a:ext cx="2148840" cy="320040"/>
          </a:xfrm>
          <a:prstGeom prst="rect">
            <a:avLst/>
          </a:prstGeom>
          <a:noFill/>
        </p:spPr>
        <p:txBody>
          <a:bodyPr wrap="square" lIns="0" tIns="0" rIns="0" bIns="0" anchor="t">
            <a:spAutoFit/>
          </a:bodyPr>
          <a:lstStyle/>
          <a:p>
            <a:pPr algn="l">
              <a:lnSpc>
                <a:spcPct val="114999"/>
              </a:lnSpc>
              <a:defRPr/>
            </a:pPr>
            <a:r>
              <a:rPr sz="1300" b="1" i="0">
                <a:solidFill>
                  <a:srgbClr val="FFFFFF"/>
                </a:solidFill>
                <a:latin typeface="Arial"/>
              </a:rPr>
              <a:t>Stage 1 — Procedural</a:t>
            </a:r>
            <a:endParaRPr/>
          </a:p>
        </p:txBody>
      </p:sp>
      <p:sp>
        <p:nvSpPr>
          <p:cNvPr id="1987896523" name="Rectangle 5"/>
          <p:cNvSpPr/>
          <p:nvPr/>
        </p:nvSpPr>
        <p:spPr bwMode="auto">
          <a:xfrm>
            <a:off x="5212079" y="1280160"/>
            <a:ext cx="2423160" cy="502920"/>
          </a:xfrm>
          <a:prstGeom prst="rect">
            <a:avLst/>
          </a:prstGeom>
          <a:solidFill>
            <a:srgbClr val="6271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17969908" name="TextBox 6"/>
          <p:cNvSpPr txBox="1"/>
          <p:nvPr/>
        </p:nvSpPr>
        <p:spPr bwMode="auto">
          <a:xfrm>
            <a:off x="5349240" y="1399031"/>
            <a:ext cx="2148840" cy="320040"/>
          </a:xfrm>
          <a:prstGeom prst="rect">
            <a:avLst/>
          </a:prstGeom>
          <a:noFill/>
        </p:spPr>
        <p:txBody>
          <a:bodyPr wrap="square" lIns="0" tIns="0" rIns="0" bIns="0" anchor="t">
            <a:spAutoFit/>
          </a:bodyPr>
          <a:lstStyle/>
          <a:p>
            <a:pPr algn="l">
              <a:lnSpc>
                <a:spcPct val="114999"/>
              </a:lnSpc>
              <a:defRPr/>
            </a:pPr>
            <a:r>
              <a:rPr sz="1300" b="1" i="0">
                <a:solidFill>
                  <a:srgbClr val="FFFFFF"/>
                </a:solidFill>
                <a:latin typeface="Arial"/>
              </a:rPr>
              <a:t>Stage 2 — Inheritance</a:t>
            </a:r>
            <a:endParaRPr/>
          </a:p>
        </p:txBody>
      </p:sp>
      <p:sp>
        <p:nvSpPr>
          <p:cNvPr id="569120780" name="Rectangle 7"/>
          <p:cNvSpPr/>
          <p:nvPr/>
        </p:nvSpPr>
        <p:spPr bwMode="auto">
          <a:xfrm>
            <a:off x="7635240" y="1280160"/>
            <a:ext cx="2377440" cy="50292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51294908" name="TextBox 8"/>
          <p:cNvSpPr txBox="1"/>
          <p:nvPr/>
        </p:nvSpPr>
        <p:spPr bwMode="auto">
          <a:xfrm>
            <a:off x="7772400" y="1399031"/>
            <a:ext cx="2103120" cy="320040"/>
          </a:xfrm>
          <a:prstGeom prst="rect">
            <a:avLst/>
          </a:prstGeom>
          <a:noFill/>
        </p:spPr>
        <p:txBody>
          <a:bodyPr wrap="square" lIns="0" tIns="0" rIns="0" bIns="0" anchor="t">
            <a:spAutoFit/>
          </a:bodyPr>
          <a:lstStyle/>
          <a:p>
            <a:pPr algn="l">
              <a:lnSpc>
                <a:spcPct val="114999"/>
              </a:lnSpc>
              <a:defRPr/>
            </a:pPr>
            <a:r>
              <a:rPr sz="1300" b="1" i="0">
                <a:solidFill>
                  <a:srgbClr val="FFFFFF"/>
                </a:solidFill>
                <a:latin typeface="Arial"/>
              </a:rPr>
              <a:t>Stage 3 — Composition</a:t>
            </a:r>
            <a:endParaRPr/>
          </a:p>
        </p:txBody>
      </p:sp>
      <p:sp>
        <p:nvSpPr>
          <p:cNvPr id="1346349388" name="Rectangle 9"/>
          <p:cNvSpPr/>
          <p:nvPr/>
        </p:nvSpPr>
        <p:spPr bwMode="auto">
          <a:xfrm>
            <a:off x="0" y="1783080"/>
            <a:ext cx="2788920" cy="1051560"/>
          </a:xfrm>
          <a:prstGeom prst="rect">
            <a:avLst/>
          </a:prstGeom>
          <a:solidFill>
            <a:srgbClr val="E5E8EC"/>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82716806" name="TextBox 10"/>
          <p:cNvSpPr txBox="1"/>
          <p:nvPr/>
        </p:nvSpPr>
        <p:spPr bwMode="auto">
          <a:xfrm>
            <a:off x="182880" y="1947671"/>
            <a:ext cx="2423160" cy="868680"/>
          </a:xfrm>
          <a:prstGeom prst="rect">
            <a:avLst/>
          </a:prstGeom>
          <a:noFill/>
        </p:spPr>
        <p:txBody>
          <a:bodyPr wrap="square" lIns="0" tIns="0" rIns="0" bIns="0" anchor="t">
            <a:spAutoFit/>
          </a:bodyPr>
          <a:lstStyle/>
          <a:p>
            <a:pPr algn="l">
              <a:lnSpc>
                <a:spcPct val="114999"/>
              </a:lnSpc>
              <a:defRPr/>
            </a:pPr>
            <a:r>
              <a:rPr sz="1400" b="1" i="0">
                <a:solidFill>
                  <a:srgbClr val="414D5C"/>
                </a:solidFill>
                <a:latin typeface="Arial"/>
              </a:rPr>
              <a:t>CR-1  Pause mode</a:t>
            </a:r>
            <a:endParaRPr/>
          </a:p>
        </p:txBody>
      </p:sp>
      <p:sp>
        <p:nvSpPr>
          <p:cNvPr id="993772847" name="Rectangle 11"/>
          <p:cNvSpPr/>
          <p:nvPr/>
        </p:nvSpPr>
        <p:spPr bwMode="auto">
          <a:xfrm>
            <a:off x="2788920" y="1783080"/>
            <a:ext cx="2423160" cy="1051560"/>
          </a:xfrm>
          <a:prstGeom prst="rect">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4467620" name="TextBox 12"/>
          <p:cNvSpPr txBox="1"/>
          <p:nvPr/>
        </p:nvSpPr>
        <p:spPr bwMode="auto">
          <a:xfrm>
            <a:off x="2926079" y="1947671"/>
            <a:ext cx="2148840" cy="868680"/>
          </a:xfrm>
          <a:prstGeom prst="rect">
            <a:avLst/>
          </a:prstGeom>
          <a:noFill/>
        </p:spPr>
        <p:txBody>
          <a:bodyPr wrap="square" lIns="0" tIns="0" rIns="0" bIns="0" anchor="t">
            <a:spAutoFit/>
          </a:bodyPr>
          <a:lstStyle/>
          <a:p>
            <a:pPr algn="l">
              <a:lnSpc>
                <a:spcPct val="120000"/>
              </a:lnSpc>
              <a:defRPr/>
            </a:pPr>
            <a:r>
              <a:rPr sz="1300" b="0" i="0">
                <a:solidFill>
                  <a:srgbClr val="414D5C"/>
                </a:solidFill>
                <a:latin typeface="Consolas"/>
              </a:rPr>
              <a:t>5 files</a:t>
            </a:r>
            <a:endParaRPr/>
          </a:p>
          <a:p>
            <a:pPr algn="l">
              <a:lnSpc>
                <a:spcPct val="120000"/>
              </a:lnSpc>
              <a:defRPr/>
            </a:pPr>
            <a:r>
              <a:rPr sz="1300" b="0" i="0">
                <a:solidFill>
                  <a:srgbClr val="414D5C"/>
                </a:solidFill>
                <a:latin typeface="Consolas"/>
              </a:rPr>
              <a:t>+50  −13</a:t>
            </a:r>
            <a:endParaRPr/>
          </a:p>
        </p:txBody>
      </p:sp>
      <p:sp>
        <p:nvSpPr>
          <p:cNvPr id="1190348328" name="Rectangle 13"/>
          <p:cNvSpPr/>
          <p:nvPr/>
        </p:nvSpPr>
        <p:spPr bwMode="auto">
          <a:xfrm>
            <a:off x="5212079" y="1783080"/>
            <a:ext cx="2423160" cy="1051560"/>
          </a:xfrm>
          <a:prstGeom prst="rect">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61677366" name="TextBox 14"/>
          <p:cNvSpPr txBox="1"/>
          <p:nvPr/>
        </p:nvSpPr>
        <p:spPr bwMode="auto">
          <a:xfrm>
            <a:off x="5349240" y="1947671"/>
            <a:ext cx="2148840" cy="868680"/>
          </a:xfrm>
          <a:prstGeom prst="rect">
            <a:avLst/>
          </a:prstGeom>
          <a:noFill/>
        </p:spPr>
        <p:txBody>
          <a:bodyPr wrap="square" lIns="0" tIns="0" rIns="0" bIns="0" anchor="t">
            <a:spAutoFit/>
          </a:bodyPr>
          <a:lstStyle/>
          <a:p>
            <a:pPr algn="l">
              <a:lnSpc>
                <a:spcPct val="120000"/>
              </a:lnSpc>
              <a:defRPr/>
            </a:pPr>
            <a:r>
              <a:rPr sz="1300" b="0" i="0">
                <a:solidFill>
                  <a:srgbClr val="414D5C"/>
                </a:solidFill>
                <a:latin typeface="Consolas"/>
              </a:rPr>
              <a:t>3 files</a:t>
            </a:r>
            <a:endParaRPr/>
          </a:p>
          <a:p>
            <a:pPr algn="l">
              <a:lnSpc>
                <a:spcPct val="120000"/>
              </a:lnSpc>
              <a:defRPr/>
            </a:pPr>
            <a:r>
              <a:rPr sz="1300" b="0" i="0">
                <a:solidFill>
                  <a:srgbClr val="414D5C"/>
                </a:solidFill>
                <a:latin typeface="Consolas"/>
              </a:rPr>
              <a:t>+65  −48</a:t>
            </a:r>
            <a:endParaRPr/>
          </a:p>
        </p:txBody>
      </p:sp>
      <p:sp>
        <p:nvSpPr>
          <p:cNvPr id="1583186968" name="Rectangle 15"/>
          <p:cNvSpPr/>
          <p:nvPr/>
        </p:nvSpPr>
        <p:spPr bwMode="auto">
          <a:xfrm>
            <a:off x="7635240" y="1783080"/>
            <a:ext cx="2377440" cy="1051560"/>
          </a:xfrm>
          <a:prstGeom prst="rect">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92240232" name="TextBox 16"/>
          <p:cNvSpPr txBox="1"/>
          <p:nvPr/>
        </p:nvSpPr>
        <p:spPr bwMode="auto">
          <a:xfrm>
            <a:off x="7772400" y="1947671"/>
            <a:ext cx="2103120" cy="868680"/>
          </a:xfrm>
          <a:prstGeom prst="rect">
            <a:avLst/>
          </a:prstGeom>
          <a:noFill/>
        </p:spPr>
        <p:txBody>
          <a:bodyPr wrap="square" lIns="0" tIns="0" rIns="0" bIns="0" anchor="t">
            <a:spAutoFit/>
          </a:bodyPr>
          <a:lstStyle/>
          <a:p>
            <a:pPr algn="l">
              <a:lnSpc>
                <a:spcPct val="120000"/>
              </a:lnSpc>
              <a:defRPr/>
            </a:pPr>
            <a:r>
              <a:rPr sz="1300" b="1" i="0">
                <a:solidFill>
                  <a:srgbClr val="2D76AD"/>
                </a:solidFill>
                <a:latin typeface="Consolas"/>
              </a:rPr>
              <a:t>2 files</a:t>
            </a:r>
            <a:endParaRPr/>
          </a:p>
          <a:p>
            <a:pPr algn="l">
              <a:lnSpc>
                <a:spcPct val="120000"/>
              </a:lnSpc>
              <a:defRPr/>
            </a:pPr>
            <a:r>
              <a:rPr sz="1300" b="1" i="0">
                <a:solidFill>
                  <a:srgbClr val="2D76AD"/>
                </a:solidFill>
                <a:latin typeface="Consolas"/>
              </a:rPr>
              <a:t>+19  −6</a:t>
            </a:r>
            <a:endParaRPr/>
          </a:p>
        </p:txBody>
      </p:sp>
      <p:sp>
        <p:nvSpPr>
          <p:cNvPr id="1856222384" name="Rectangle 17"/>
          <p:cNvSpPr/>
          <p:nvPr/>
        </p:nvSpPr>
        <p:spPr bwMode="auto">
          <a:xfrm>
            <a:off x="0" y="2834639"/>
            <a:ext cx="2788920" cy="1188720"/>
          </a:xfrm>
          <a:prstGeom prst="rect">
            <a:avLst/>
          </a:prstGeom>
          <a:solidFill>
            <a:srgbClr val="E5E8EC"/>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21280259" name="TextBox 18"/>
          <p:cNvSpPr txBox="1"/>
          <p:nvPr/>
        </p:nvSpPr>
        <p:spPr bwMode="auto">
          <a:xfrm>
            <a:off x="182880" y="2999232"/>
            <a:ext cx="2423160" cy="1005840"/>
          </a:xfrm>
          <a:prstGeom prst="rect">
            <a:avLst/>
          </a:prstGeom>
          <a:noFill/>
        </p:spPr>
        <p:txBody>
          <a:bodyPr wrap="square" lIns="0" tIns="0" rIns="0" bIns="0" anchor="t">
            <a:spAutoFit/>
          </a:bodyPr>
          <a:lstStyle/>
          <a:p>
            <a:pPr algn="l">
              <a:lnSpc>
                <a:spcPct val="114999"/>
              </a:lnSpc>
              <a:defRPr/>
            </a:pPr>
            <a:r>
              <a:rPr sz="1400" b="1" i="0">
                <a:solidFill>
                  <a:srgbClr val="414D5C"/>
                </a:solidFill>
                <a:latin typeface="Arial"/>
              </a:rPr>
              <a:t>CR-2  Inspect quality + parallel</a:t>
            </a:r>
            <a:endParaRPr/>
          </a:p>
        </p:txBody>
      </p:sp>
      <p:sp>
        <p:nvSpPr>
          <p:cNvPr id="1054463538" name="Rectangle 19"/>
          <p:cNvSpPr/>
          <p:nvPr/>
        </p:nvSpPr>
        <p:spPr bwMode="auto">
          <a:xfrm>
            <a:off x="2788920" y="2834639"/>
            <a:ext cx="2423160" cy="1188720"/>
          </a:xfrm>
          <a:prstGeom prst="rect">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29086856" name="TextBox 20"/>
          <p:cNvSpPr txBox="1"/>
          <p:nvPr/>
        </p:nvSpPr>
        <p:spPr bwMode="auto">
          <a:xfrm>
            <a:off x="2926079" y="2999232"/>
            <a:ext cx="2148840" cy="1005840"/>
          </a:xfrm>
          <a:prstGeom prst="rect">
            <a:avLst/>
          </a:prstGeom>
          <a:noFill/>
        </p:spPr>
        <p:txBody>
          <a:bodyPr wrap="square" lIns="0" tIns="0" rIns="0" bIns="0" anchor="t">
            <a:spAutoFit/>
          </a:bodyPr>
          <a:lstStyle/>
          <a:p>
            <a:pPr algn="l">
              <a:lnSpc>
                <a:spcPct val="120000"/>
              </a:lnSpc>
              <a:defRPr/>
            </a:pPr>
            <a:r>
              <a:rPr sz="1300" b="0" i="0">
                <a:solidFill>
                  <a:srgbClr val="414D5C"/>
                </a:solidFill>
                <a:latin typeface="Consolas"/>
              </a:rPr>
              <a:t>2 files</a:t>
            </a:r>
            <a:endParaRPr/>
          </a:p>
          <a:p>
            <a:pPr algn="l">
              <a:lnSpc>
                <a:spcPct val="120000"/>
              </a:lnSpc>
              <a:defRPr/>
            </a:pPr>
            <a:r>
              <a:rPr sz="1300" b="0" i="0">
                <a:solidFill>
                  <a:srgbClr val="414D5C"/>
                </a:solidFill>
                <a:latin typeface="Consolas"/>
              </a:rPr>
              <a:t>+92  −55</a:t>
            </a:r>
            <a:endParaRPr/>
          </a:p>
        </p:txBody>
      </p:sp>
      <p:sp>
        <p:nvSpPr>
          <p:cNvPr id="1282944555" name="Rectangle 21"/>
          <p:cNvSpPr/>
          <p:nvPr/>
        </p:nvSpPr>
        <p:spPr bwMode="auto">
          <a:xfrm>
            <a:off x="5212079" y="2834639"/>
            <a:ext cx="2423160" cy="1188720"/>
          </a:xfrm>
          <a:prstGeom prst="rect">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9225465" name="TextBox 22"/>
          <p:cNvSpPr txBox="1"/>
          <p:nvPr/>
        </p:nvSpPr>
        <p:spPr bwMode="auto">
          <a:xfrm>
            <a:off x="5349240" y="2999232"/>
            <a:ext cx="2148840" cy="1005840"/>
          </a:xfrm>
          <a:prstGeom prst="rect">
            <a:avLst/>
          </a:prstGeom>
          <a:noFill/>
        </p:spPr>
        <p:txBody>
          <a:bodyPr wrap="square" lIns="0" tIns="0" rIns="0" bIns="0" anchor="t">
            <a:spAutoFit/>
          </a:bodyPr>
          <a:lstStyle/>
          <a:p>
            <a:pPr algn="l">
              <a:lnSpc>
                <a:spcPct val="120000"/>
              </a:lnSpc>
              <a:defRPr/>
            </a:pPr>
            <a:r>
              <a:rPr sz="1300" b="0" i="0">
                <a:solidFill>
                  <a:srgbClr val="414D5C"/>
                </a:solidFill>
                <a:latin typeface="Consolas"/>
              </a:rPr>
              <a:t>2 files</a:t>
            </a:r>
            <a:endParaRPr/>
          </a:p>
          <a:p>
            <a:pPr algn="l">
              <a:lnSpc>
                <a:spcPct val="120000"/>
              </a:lnSpc>
              <a:defRPr/>
            </a:pPr>
            <a:r>
              <a:rPr sz="1300" b="0" i="0">
                <a:solidFill>
                  <a:srgbClr val="414D5C"/>
                </a:solidFill>
                <a:latin typeface="Consolas"/>
              </a:rPr>
              <a:t>+121  −48</a:t>
            </a:r>
            <a:endParaRPr/>
          </a:p>
        </p:txBody>
      </p:sp>
      <p:sp>
        <p:nvSpPr>
          <p:cNvPr id="407413322" name="Rectangle 23"/>
          <p:cNvSpPr/>
          <p:nvPr/>
        </p:nvSpPr>
        <p:spPr bwMode="auto">
          <a:xfrm>
            <a:off x="7635240" y="2834639"/>
            <a:ext cx="2377440" cy="1188720"/>
          </a:xfrm>
          <a:prstGeom prst="rect">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195528303" name="TextBox 24"/>
          <p:cNvSpPr txBox="1"/>
          <p:nvPr/>
        </p:nvSpPr>
        <p:spPr bwMode="auto">
          <a:xfrm>
            <a:off x="7772400" y="2999232"/>
            <a:ext cx="2103120" cy="1005840"/>
          </a:xfrm>
          <a:prstGeom prst="rect">
            <a:avLst/>
          </a:prstGeom>
          <a:noFill/>
        </p:spPr>
        <p:txBody>
          <a:bodyPr wrap="square" lIns="0" tIns="0" rIns="0" bIns="0" anchor="t">
            <a:spAutoFit/>
          </a:bodyPr>
          <a:lstStyle/>
          <a:p>
            <a:pPr algn="l">
              <a:lnSpc>
                <a:spcPct val="120000"/>
              </a:lnSpc>
              <a:defRPr/>
            </a:pPr>
            <a:r>
              <a:rPr sz="1300" b="1" i="0">
                <a:solidFill>
                  <a:srgbClr val="2D76AD"/>
                </a:solidFill>
                <a:latin typeface="Consolas"/>
              </a:rPr>
              <a:t>1 line in MAIN</a:t>
            </a:r>
            <a:endParaRPr/>
          </a:p>
          <a:p>
            <a:pPr algn="l">
              <a:lnSpc>
                <a:spcPct val="120000"/>
              </a:lnSpc>
              <a:defRPr/>
            </a:pPr>
            <a:r>
              <a:rPr sz="1300" b="1" i="0">
                <a:solidFill>
                  <a:srgbClr val="2D76AD"/>
                </a:solidFill>
                <a:latin typeface="Consolas"/>
              </a:rPr>
              <a:t>+ ~3 internal</a:t>
            </a:r>
            <a:endParaRPr/>
          </a:p>
        </p:txBody>
      </p:sp>
      <p:sp>
        <p:nvSpPr>
          <p:cNvPr id="503487440" name="Rectangle 25"/>
          <p:cNvSpPr/>
          <p:nvPr/>
        </p:nvSpPr>
        <p:spPr bwMode="auto">
          <a:xfrm>
            <a:off x="0" y="4023359"/>
            <a:ext cx="2788920" cy="1051560"/>
          </a:xfrm>
          <a:prstGeom prst="rect">
            <a:avLst/>
          </a:prstGeom>
          <a:solidFill>
            <a:srgbClr val="E5E8EC"/>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58123850" name="TextBox 26"/>
          <p:cNvSpPr txBox="1"/>
          <p:nvPr/>
        </p:nvSpPr>
        <p:spPr bwMode="auto">
          <a:xfrm>
            <a:off x="182880" y="4187951"/>
            <a:ext cx="2423160" cy="868680"/>
          </a:xfrm>
          <a:prstGeom prst="rect">
            <a:avLst/>
          </a:prstGeom>
          <a:noFill/>
        </p:spPr>
        <p:txBody>
          <a:bodyPr wrap="square" lIns="0" tIns="0" rIns="0" bIns="0" anchor="t">
            <a:spAutoFit/>
          </a:bodyPr>
          <a:lstStyle/>
          <a:p>
            <a:pPr algn="l">
              <a:lnSpc>
                <a:spcPct val="114999"/>
              </a:lnSpc>
              <a:defRPr/>
            </a:pPr>
            <a:r>
              <a:rPr sz="1400" b="1" i="0">
                <a:solidFill>
                  <a:srgbClr val="414D5C"/>
                </a:solidFill>
                <a:latin typeface="Arial"/>
              </a:rPr>
              <a:t>CR-3  Selective logging</a:t>
            </a:r>
            <a:endParaRPr/>
          </a:p>
        </p:txBody>
      </p:sp>
      <p:sp>
        <p:nvSpPr>
          <p:cNvPr id="2047431180" name="Rectangle 27"/>
          <p:cNvSpPr/>
          <p:nvPr/>
        </p:nvSpPr>
        <p:spPr bwMode="auto">
          <a:xfrm>
            <a:off x="2788920" y="4023359"/>
            <a:ext cx="2423160" cy="1051560"/>
          </a:xfrm>
          <a:prstGeom prst="rect">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72360921" name="TextBox 28"/>
          <p:cNvSpPr txBox="1"/>
          <p:nvPr/>
        </p:nvSpPr>
        <p:spPr bwMode="auto">
          <a:xfrm>
            <a:off x="2926079" y="4187951"/>
            <a:ext cx="2148840" cy="868680"/>
          </a:xfrm>
          <a:prstGeom prst="rect">
            <a:avLst/>
          </a:prstGeom>
          <a:noFill/>
        </p:spPr>
        <p:txBody>
          <a:bodyPr wrap="square" lIns="0" tIns="0" rIns="0" bIns="0" anchor="t">
            <a:spAutoFit/>
          </a:bodyPr>
          <a:lstStyle/>
          <a:p>
            <a:pPr algn="l">
              <a:lnSpc>
                <a:spcPct val="120000"/>
              </a:lnSpc>
              <a:defRPr/>
            </a:pPr>
            <a:r>
              <a:rPr sz="1300" b="0" i="0">
                <a:solidFill>
                  <a:srgbClr val="414D5C"/>
                </a:solidFill>
                <a:latin typeface="Consolas"/>
              </a:rPr>
              <a:t>2 files</a:t>
            </a:r>
            <a:endParaRPr/>
          </a:p>
          <a:p>
            <a:pPr algn="l">
              <a:lnSpc>
                <a:spcPct val="120000"/>
              </a:lnSpc>
              <a:defRPr/>
            </a:pPr>
            <a:r>
              <a:rPr sz="1300" b="0" i="0">
                <a:solidFill>
                  <a:srgbClr val="414D5C"/>
                </a:solidFill>
                <a:latin typeface="Consolas"/>
              </a:rPr>
              <a:t>+13  −3</a:t>
            </a:r>
            <a:endParaRPr/>
          </a:p>
        </p:txBody>
      </p:sp>
      <p:sp>
        <p:nvSpPr>
          <p:cNvPr id="1515515380" name="Rectangle 29"/>
          <p:cNvSpPr/>
          <p:nvPr/>
        </p:nvSpPr>
        <p:spPr bwMode="auto">
          <a:xfrm>
            <a:off x="5212079" y="4023359"/>
            <a:ext cx="2423160" cy="1051560"/>
          </a:xfrm>
          <a:prstGeom prst="rect">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008524749" name="TextBox 30"/>
          <p:cNvSpPr txBox="1"/>
          <p:nvPr/>
        </p:nvSpPr>
        <p:spPr bwMode="auto">
          <a:xfrm>
            <a:off x="5349240" y="4187951"/>
            <a:ext cx="2148840" cy="868680"/>
          </a:xfrm>
          <a:prstGeom prst="rect">
            <a:avLst/>
          </a:prstGeom>
          <a:noFill/>
        </p:spPr>
        <p:txBody>
          <a:bodyPr wrap="square" lIns="0" tIns="0" rIns="0" bIns="0" anchor="t">
            <a:spAutoFit/>
          </a:bodyPr>
          <a:lstStyle/>
          <a:p>
            <a:pPr algn="l">
              <a:lnSpc>
                <a:spcPct val="120000"/>
              </a:lnSpc>
              <a:defRPr/>
            </a:pPr>
            <a:r>
              <a:rPr sz="1300" b="0" i="0">
                <a:solidFill>
                  <a:srgbClr val="414D5C"/>
                </a:solidFill>
                <a:latin typeface="Consolas"/>
              </a:rPr>
              <a:t>3 files</a:t>
            </a:r>
            <a:endParaRPr/>
          </a:p>
          <a:p>
            <a:pPr algn="l">
              <a:lnSpc>
                <a:spcPct val="120000"/>
              </a:lnSpc>
              <a:defRPr/>
            </a:pPr>
            <a:r>
              <a:rPr sz="1300" b="0" i="0">
                <a:solidFill>
                  <a:srgbClr val="414D5C"/>
                </a:solidFill>
                <a:latin typeface="Consolas"/>
              </a:rPr>
              <a:t>+64  −25</a:t>
            </a:r>
            <a:endParaRPr/>
          </a:p>
        </p:txBody>
      </p:sp>
      <p:sp>
        <p:nvSpPr>
          <p:cNvPr id="621114164" name="Rectangle 31"/>
          <p:cNvSpPr/>
          <p:nvPr/>
        </p:nvSpPr>
        <p:spPr bwMode="auto">
          <a:xfrm>
            <a:off x="7635240" y="4023359"/>
            <a:ext cx="2377440" cy="1051560"/>
          </a:xfrm>
          <a:prstGeom prst="rect">
            <a:avLst/>
          </a:prstGeom>
          <a:solidFill>
            <a:srgbClr val="FFFFFF"/>
          </a:solidFill>
          <a:ln w="9525">
            <a:solidFill>
              <a:srgbClr val="C8CE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97978805" name="TextBox 32"/>
          <p:cNvSpPr txBox="1"/>
          <p:nvPr/>
        </p:nvSpPr>
        <p:spPr bwMode="auto">
          <a:xfrm>
            <a:off x="7772400" y="4187951"/>
            <a:ext cx="2103120" cy="868680"/>
          </a:xfrm>
          <a:prstGeom prst="rect">
            <a:avLst/>
          </a:prstGeom>
          <a:noFill/>
        </p:spPr>
        <p:txBody>
          <a:bodyPr wrap="square" lIns="0" tIns="0" rIns="0" bIns="0" anchor="t">
            <a:spAutoFit/>
          </a:bodyPr>
          <a:lstStyle/>
          <a:p>
            <a:pPr algn="l">
              <a:lnSpc>
                <a:spcPct val="120000"/>
              </a:lnSpc>
              <a:defRPr/>
            </a:pPr>
            <a:r>
              <a:rPr sz="1300" b="1" i="0">
                <a:solidFill>
                  <a:srgbClr val="2D76AD"/>
                </a:solidFill>
                <a:latin typeface="Consolas"/>
              </a:rPr>
              <a:t>3 files</a:t>
            </a:r>
            <a:endParaRPr/>
          </a:p>
          <a:p>
            <a:pPr algn="l">
              <a:lnSpc>
                <a:spcPct val="120000"/>
              </a:lnSpc>
              <a:defRPr/>
            </a:pPr>
            <a:r>
              <a:rPr sz="1300" b="1" i="0">
                <a:solidFill>
                  <a:srgbClr val="2D76AD"/>
                </a:solidFill>
                <a:latin typeface="Consolas"/>
              </a:rPr>
              <a:t>+32  −11</a:t>
            </a:r>
            <a:endParaRPr/>
          </a:p>
        </p:txBody>
      </p:sp>
      <p:sp>
        <p:nvSpPr>
          <p:cNvPr id="114760556" name="TextBox 33"/>
          <p:cNvSpPr txBox="1"/>
          <p:nvPr/>
        </p:nvSpPr>
        <p:spPr bwMode="auto">
          <a:xfrm>
            <a:off x="0" y="5989320"/>
            <a:ext cx="10012680" cy="457200"/>
          </a:xfrm>
          <a:prstGeom prst="rect">
            <a:avLst/>
          </a:prstGeom>
          <a:noFill/>
        </p:spPr>
        <p:txBody>
          <a:bodyPr wrap="square" lIns="0" tIns="0" rIns="0" bIns="0" anchor="t">
            <a:spAutoFit/>
          </a:bodyPr>
          <a:lstStyle/>
          <a:p>
            <a:pPr algn="l">
              <a:lnSpc>
                <a:spcPct val="114999"/>
              </a:lnSpc>
              <a:defRPr/>
            </a:pPr>
            <a:r>
              <a:rPr sz="1400" b="0" i="1">
                <a:solidFill>
                  <a:srgbClr val="627186"/>
                </a:solidFill>
                <a:latin typeface="Arial"/>
              </a:rPr>
              <a:t>On these cross-cutting CRs, composition has the smallest blast radius. Different workloads would shift the ranking — the shape of the win matters more than the line count.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3514426" name="Text Placeholder 1"/>
          <p:cNvSpPr>
            <a:spLocks noGrp="1"/>
          </p:cNvSpPr>
          <p:nvPr>
            <p:ph type="body" sz="quarter" idx="15"/>
          </p:nvPr>
        </p:nvSpPr>
        <p:spPr bwMode="auto"/>
        <p:txBody>
          <a:bodyPr wrap="square"/>
          <a:lstStyle/>
          <a:p>
            <a:pPr algn="l">
              <a:lnSpc>
                <a:spcPct val="130000"/>
              </a:lnSpc>
              <a:defRPr/>
            </a:pPr>
            <a:r>
              <a:rPr sz="2200" b="1">
                <a:solidFill>
                  <a:srgbClr val="000000"/>
                </a:solidFill>
                <a:latin typeface="Arial"/>
              </a:rPr>
              <a:t>▸  </a:t>
            </a:r>
            <a:r>
              <a:rPr sz="2200" b="1">
                <a:solidFill>
                  <a:srgbClr val="242A33"/>
                </a:solidFill>
                <a:latin typeface="Arial"/>
              </a:rPr>
              <a:t>Stage 1 </a:t>
            </a:r>
            <a:r>
              <a:rPr sz="2200">
                <a:solidFill>
                  <a:srgbClr val="242A33"/>
                </a:solidFill>
                <a:latin typeface="Arial"/>
              </a:rPr>
              <a:t>— every CR touches every station.</a:t>
            </a:r>
            <a:endParaRPr/>
          </a:p>
          <a:p>
            <a:pPr algn="l">
              <a:lnSpc>
                <a:spcPct val="130000"/>
              </a:lnSpc>
              <a:spcBef>
                <a:spcPts val="400"/>
              </a:spcBef>
              <a:defRPr/>
            </a:pPr>
            <a:r>
              <a:rPr sz="2200" b="1">
                <a:solidFill>
                  <a:srgbClr val="000000"/>
                </a:solidFill>
                <a:latin typeface="Arial"/>
              </a:rPr>
              <a:t>▸  </a:t>
            </a:r>
            <a:r>
              <a:rPr sz="2200" b="1">
                <a:solidFill>
                  <a:srgbClr val="242A33"/>
                </a:solidFill>
                <a:latin typeface="Arial"/>
              </a:rPr>
              <a:t>Stage 2 </a:t>
            </a:r>
            <a:r>
              <a:rPr sz="2200">
                <a:solidFill>
                  <a:srgbClr val="242A33"/>
                </a:solidFill>
                <a:latin typeface="Arial"/>
              </a:rPr>
              <a:t>— base + affected children. Until pollution.</a:t>
            </a:r>
            <a:endParaRPr/>
          </a:p>
          <a:p>
            <a:pPr algn="l">
              <a:lnSpc>
                <a:spcPct val="130000"/>
              </a:lnSpc>
              <a:spcBef>
                <a:spcPts val="400"/>
              </a:spcBef>
              <a:defRPr/>
            </a:pPr>
            <a:r>
              <a:rPr sz="2200" b="1">
                <a:solidFill>
                  <a:srgbClr val="000000"/>
                </a:solidFill>
                <a:latin typeface="Arial"/>
              </a:rPr>
              <a:t>▸  </a:t>
            </a:r>
            <a:r>
              <a:rPr sz="2200" b="1">
                <a:solidFill>
                  <a:srgbClr val="242A33"/>
                </a:solidFill>
                <a:latin typeface="Arial"/>
              </a:rPr>
              <a:t>Stage 3 </a:t>
            </a:r>
            <a:r>
              <a:rPr sz="2200">
                <a:solidFill>
                  <a:srgbClr val="242A33"/>
                </a:solidFill>
                <a:latin typeface="Arial"/>
              </a:rPr>
              <a:t>— building block touched. Others untouched.</a:t>
            </a:r>
            <a:endParaRPr/>
          </a:p>
        </p:txBody>
      </p:sp>
      <p:sp>
        <p:nvSpPr>
          <p:cNvPr id="262072970" name="Title 2"/>
          <p:cNvSpPr>
            <a:spLocks noGrp="1"/>
          </p:cNvSpPr>
          <p:nvPr>
            <p:ph type="title"/>
          </p:nvPr>
        </p:nvSpPr>
        <p:spPr bwMode="auto"/>
        <p:txBody>
          <a:bodyPr/>
          <a:lstStyle/>
          <a:p>
            <a:pPr>
              <a:defRPr/>
            </a:pPr>
            <a:r>
              <a:rPr/>
              <a:t>Reading the numbers — blast radius, not lines</a:t>
            </a:r>
            <a:endParaRPr/>
          </a:p>
        </p:txBody>
      </p:sp>
      <p:sp>
        <p:nvSpPr>
          <p:cNvPr id="1609475236"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BLOCK 4 · 4A SCOREBOARD (10 MIN)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870826" name="Text Placeholder 1"/>
          <p:cNvSpPr>
            <a:spLocks noGrp="1"/>
          </p:cNvSpPr>
          <p:nvPr>
            <p:ph type="body" sz="quarter" idx="15"/>
          </p:nvPr>
        </p:nvSpPr>
        <p:spPr bwMode="auto"/>
        <p:txBody>
          <a:bodyPr wrap="square"/>
          <a:lstStyle/>
          <a:p>
            <a:pPr algn="l">
              <a:lnSpc>
                <a:spcPct val="130000"/>
              </a:lnSpc>
              <a:defRPr/>
            </a:pPr>
            <a:r>
              <a:rPr sz="1800" b="1">
                <a:solidFill>
                  <a:srgbClr val="000000"/>
                </a:solidFill>
                <a:latin typeface="Arial"/>
              </a:rPr>
              <a:t>▸  </a:t>
            </a:r>
            <a:r>
              <a:rPr sz="1800" b="1">
                <a:solidFill>
                  <a:srgbClr val="242A33"/>
                </a:solidFill>
                <a:latin typeface="Arial"/>
              </a:rPr>
              <a:t>Stage 1 / 2 stations </a:t>
            </a:r>
            <a:r>
              <a:rPr sz="1800">
                <a:solidFill>
                  <a:srgbClr val="242A33"/>
                </a:solidFill>
                <a:latin typeface="Arial"/>
              </a:rPr>
              <a:t>— entangled with I/O. Hard to test.</a:t>
            </a:r>
            <a:endParaRPr/>
          </a:p>
          <a:p>
            <a:pPr algn="l">
              <a:lnSpc>
                <a:spcPct val="130000"/>
              </a:lnSpc>
              <a:spcBef>
                <a:spcPts val="400"/>
              </a:spcBef>
              <a:defRPr/>
            </a:pPr>
            <a:r>
              <a:rPr sz="1800" b="1">
                <a:solidFill>
                  <a:srgbClr val="000000"/>
                </a:solidFill>
                <a:latin typeface="Arial"/>
              </a:rPr>
              <a:t>▸  </a:t>
            </a:r>
            <a:r>
              <a:rPr sz="1800" b="1">
                <a:solidFill>
                  <a:srgbClr val="242A33"/>
                </a:solidFill>
                <a:latin typeface="Arial"/>
              </a:rPr>
              <a:t>Stage 3 stations </a:t>
            </a:r>
            <a:r>
              <a:rPr sz="1800">
                <a:solidFill>
                  <a:srgbClr val="242A33"/>
                </a:solidFill>
                <a:latin typeface="Arial"/>
              </a:rPr>
              <a:t>— accept dependencies at construction.</a:t>
            </a:r>
            <a:endParaRPr/>
          </a:p>
          <a:p>
            <a:pPr algn="l">
              <a:lnSpc>
                <a:spcPct val="130000"/>
              </a:lnSpc>
              <a:spcBef>
                <a:spcPts val="400"/>
              </a:spcBef>
              <a:defRPr/>
            </a:pPr>
            <a:r>
              <a:rPr sz="1800" b="1">
                <a:solidFill>
                  <a:srgbClr val="000000"/>
                </a:solidFill>
                <a:latin typeface="Arial"/>
              </a:rPr>
              <a:t>▸  </a:t>
            </a:r>
            <a:r>
              <a:rPr sz="1800" b="1">
                <a:solidFill>
                  <a:srgbClr val="242A33"/>
                </a:solidFill>
                <a:latin typeface="Arial"/>
              </a:rPr>
              <a:t>Today </a:t>
            </a:r>
            <a:r>
              <a:rPr sz="1800">
                <a:solidFill>
                  <a:srgbClr val="242A33"/>
                </a:solidFill>
                <a:latin typeface="Arial"/>
              </a:rPr>
              <a:t>— PlcTestSuite + DI + mocks → deterministic tests.</a:t>
            </a:r>
            <a:endParaRPr/>
          </a:p>
          <a:p>
            <a:pPr algn="l">
              <a:lnSpc>
                <a:spcPct val="130000"/>
              </a:lnSpc>
              <a:spcBef>
                <a:spcPts val="400"/>
              </a:spcBef>
              <a:defRPr/>
            </a:pPr>
            <a:r>
              <a:rPr sz="1800" b="1">
                <a:solidFill>
                  <a:srgbClr val="000000"/>
                </a:solidFill>
                <a:latin typeface="Arial"/>
              </a:rPr>
              <a:t>▸  </a:t>
            </a:r>
            <a:r>
              <a:rPr sz="1800" b="1">
                <a:solidFill>
                  <a:srgbClr val="242A33"/>
                </a:solidFill>
                <a:latin typeface="Arial"/>
              </a:rPr>
              <a:t>Coming </a:t>
            </a:r>
            <a:r>
              <a:rPr sz="1800">
                <a:solidFill>
                  <a:srgbClr val="242A33"/>
                </a:solidFill>
                <a:latin typeface="Arial"/>
              </a:rPr>
              <a:t>— Beckhoff-native framework. TcUnit also exists. </a:t>
            </a:r>
            <a:endParaRPr/>
          </a:p>
          <a:p>
            <a:pPr algn="l">
              <a:lnSpc>
                <a:spcPct val="130000"/>
              </a:lnSpc>
              <a:spcBef>
                <a:spcPts val="400"/>
              </a:spcBef>
              <a:defRPr/>
            </a:pPr>
            <a:r>
              <a:rPr sz="1800" b="1">
                <a:solidFill>
                  <a:srgbClr val="000000"/>
                </a:solidFill>
                <a:latin typeface="Arial"/>
              </a:rPr>
              <a:t>▸  </a:t>
            </a:r>
            <a:r>
              <a:rPr sz="1800">
                <a:solidFill>
                  <a:srgbClr val="242A33"/>
                </a:solidFill>
                <a:latin typeface="Arial"/>
              </a:rPr>
              <a:t>If your shop wants CI for PLC code, this is the prerequisite.</a:t>
            </a:r>
            <a:endParaRPr/>
          </a:p>
        </p:txBody>
      </p:sp>
      <p:sp>
        <p:nvSpPr>
          <p:cNvPr id="1064776691" name="Title 2"/>
          <p:cNvSpPr>
            <a:spLocks noGrp="1"/>
          </p:cNvSpPr>
          <p:nvPr>
            <p:ph type="title"/>
          </p:nvPr>
        </p:nvSpPr>
        <p:spPr bwMode="auto"/>
        <p:txBody>
          <a:bodyPr/>
          <a:lstStyle/>
          <a:p>
            <a:pPr>
              <a:defRPr/>
            </a:pPr>
            <a:r>
              <a:rPr/>
              <a:t>The quiet long-tail value — testability</a:t>
            </a:r>
            <a:endParaRPr/>
          </a:p>
        </p:txBody>
      </p:sp>
      <p:sp>
        <p:nvSpPr>
          <p:cNvPr id="280052996"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BLOCK 4 · 4A SCOREBOARD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3604022" name="Title 1"/>
          <p:cNvSpPr>
            <a:spLocks noGrp="1"/>
          </p:cNvSpPr>
          <p:nvPr>
            <p:ph type="title"/>
          </p:nvPr>
        </p:nvSpPr>
        <p:spPr bwMode="auto"/>
        <p:txBody>
          <a:bodyPr/>
          <a:lstStyle/>
          <a:p>
            <a:pPr>
              <a:defRPr/>
            </a:pPr>
            <a:r>
              <a:rPr/>
              <a:t>Which stage for which shop?</a:t>
            </a:r>
            <a:endParaRPr/>
          </a:p>
        </p:txBody>
      </p:sp>
      <p:sp>
        <p:nvSpPr>
          <p:cNvPr id="1719359395"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BLOCK 4 · 4A DISCUSSION (THE MOST IMPORTANT ONE)</a:t>
            </a:r>
            <a:endParaRPr/>
          </a:p>
        </p:txBody>
      </p:sp>
      <p:sp>
        <p:nvSpPr>
          <p:cNvPr id="208283917" name="Rectangle 3"/>
          <p:cNvSpPr/>
          <p:nvPr/>
        </p:nvSpPr>
        <p:spPr bwMode="auto">
          <a:xfrm>
            <a:off x="0" y="1188720"/>
            <a:ext cx="3246120" cy="411480"/>
          </a:xfrm>
          <a:prstGeom prst="rect">
            <a:avLst/>
          </a:prstGeom>
          <a:solidFill>
            <a:srgbClr val="77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56109321" name="TextBox 4"/>
          <p:cNvSpPr txBox="1"/>
          <p:nvPr/>
        </p:nvSpPr>
        <p:spPr bwMode="auto">
          <a:xfrm>
            <a:off x="137160" y="1234440"/>
            <a:ext cx="2971800" cy="365760"/>
          </a:xfrm>
          <a:prstGeom prst="rect">
            <a:avLst/>
          </a:prstGeom>
          <a:noFill/>
        </p:spPr>
        <p:txBody>
          <a:bodyPr wrap="square" lIns="0" tIns="0" rIns="0" bIns="0" anchor="t">
            <a:spAutoFit/>
          </a:bodyPr>
          <a:lstStyle/>
          <a:p>
            <a:pPr algn="l">
              <a:lnSpc>
                <a:spcPct val="114999"/>
              </a:lnSpc>
              <a:defRPr/>
            </a:pPr>
            <a:r>
              <a:rPr sz="1200" b="1" i="0">
                <a:solidFill>
                  <a:srgbClr val="FFFFFF"/>
                </a:solidFill>
                <a:latin typeface="Arial"/>
              </a:rPr>
              <a:t>Stage 1 — Procedural is right for</a:t>
            </a:r>
            <a:endParaRPr/>
          </a:p>
        </p:txBody>
      </p:sp>
      <p:sp>
        <p:nvSpPr>
          <p:cNvPr id="1443120474" name="TextBox 5"/>
          <p:cNvSpPr txBox="1"/>
          <p:nvPr/>
        </p:nvSpPr>
        <p:spPr bwMode="auto">
          <a:xfrm>
            <a:off x="45720" y="1783080"/>
            <a:ext cx="3154679" cy="4480560"/>
          </a:xfrm>
          <a:prstGeom prst="rect">
            <a:avLst/>
          </a:prstGeom>
          <a:noFill/>
        </p:spPr>
        <p:txBody>
          <a:bodyPr wrap="square" lIns="0" tIns="0" rIns="0" bIns="0">
            <a:spAutoFit/>
          </a:bodyPr>
          <a:lstStyle/>
          <a:p>
            <a:pPr algn="l">
              <a:lnSpc>
                <a:spcPct val="130000"/>
              </a:lnSpc>
              <a:defRPr/>
            </a:pPr>
            <a:r>
              <a:rPr sz="1400" b="1">
                <a:solidFill>
                  <a:srgbClr val="770000"/>
                </a:solidFill>
                <a:latin typeface="Arial"/>
              </a:rPr>
              <a:t>▸  </a:t>
            </a:r>
            <a:r>
              <a:rPr sz="1400">
                <a:solidFill>
                  <a:srgbClr val="242A33"/>
                </a:solidFill>
                <a:latin typeface="Arial"/>
              </a:rPr>
              <a:t>Single-machine integrators</a:t>
            </a:r>
            <a:endParaRPr/>
          </a:p>
          <a:p>
            <a:pPr algn="l">
              <a:lnSpc>
                <a:spcPct val="130000"/>
              </a:lnSpc>
              <a:spcBef>
                <a:spcPts val="400"/>
              </a:spcBef>
              <a:defRPr/>
            </a:pPr>
            <a:r>
              <a:rPr sz="1400" b="1">
                <a:solidFill>
                  <a:srgbClr val="770000"/>
                </a:solidFill>
                <a:latin typeface="Arial"/>
              </a:rPr>
              <a:t>▸  </a:t>
            </a:r>
            <a:r>
              <a:rPr sz="1400">
                <a:solidFill>
                  <a:srgbClr val="242A33"/>
                </a:solidFill>
                <a:latin typeface="Arial"/>
              </a:rPr>
              <a:t>Panel shops</a:t>
            </a:r>
            <a:endParaRPr/>
          </a:p>
          <a:p>
            <a:pPr algn="l">
              <a:lnSpc>
                <a:spcPct val="130000"/>
              </a:lnSpc>
              <a:spcBef>
                <a:spcPts val="400"/>
              </a:spcBef>
              <a:defRPr/>
            </a:pPr>
            <a:r>
              <a:rPr sz="1400" b="1">
                <a:solidFill>
                  <a:srgbClr val="770000"/>
                </a:solidFill>
                <a:latin typeface="Arial"/>
              </a:rPr>
              <a:t>▸  </a:t>
            </a:r>
            <a:r>
              <a:rPr sz="1400">
                <a:solidFill>
                  <a:srgbClr val="242A33"/>
                </a:solidFill>
                <a:latin typeface="Arial"/>
              </a:rPr>
              <a:t>One-engineer teams</a:t>
            </a:r>
            <a:endParaRPr/>
          </a:p>
          <a:p>
            <a:pPr algn="l">
              <a:lnSpc>
                <a:spcPct val="130000"/>
              </a:lnSpc>
              <a:spcBef>
                <a:spcPts val="400"/>
              </a:spcBef>
              <a:defRPr/>
            </a:pPr>
            <a:r>
              <a:rPr sz="1400" b="1">
                <a:solidFill>
                  <a:srgbClr val="770000"/>
                </a:solidFill>
                <a:latin typeface="Arial"/>
              </a:rPr>
              <a:t>▸  </a:t>
            </a:r>
            <a:r>
              <a:rPr sz="1400">
                <a:solidFill>
                  <a:srgbClr val="242A33"/>
                </a:solidFill>
                <a:latin typeface="Arial"/>
              </a:rPr>
              <a:t>Short-lifespan code</a:t>
            </a:r>
            <a:endParaRPr/>
          </a:p>
          <a:p>
            <a:pPr algn="l">
              <a:lnSpc>
                <a:spcPct val="130000"/>
              </a:lnSpc>
              <a:spcBef>
                <a:spcPts val="400"/>
              </a:spcBef>
              <a:defRPr/>
            </a:pPr>
            <a:r>
              <a:rPr sz="1400" b="1">
                <a:solidFill>
                  <a:srgbClr val="770000"/>
                </a:solidFill>
                <a:latin typeface="Arial"/>
              </a:rPr>
              <a:t>▸  </a:t>
            </a:r>
            <a:r>
              <a:rPr sz="1400">
                <a:solidFill>
                  <a:srgbClr val="242A33"/>
                </a:solidFill>
                <a:latin typeface="Arial"/>
              </a:rPr>
              <a:t>Ship-and-walk-away contracts</a:t>
            </a:r>
            <a:endParaRPr/>
          </a:p>
        </p:txBody>
      </p:sp>
      <p:sp>
        <p:nvSpPr>
          <p:cNvPr id="2020443495" name="Rectangle 6"/>
          <p:cNvSpPr/>
          <p:nvPr/>
        </p:nvSpPr>
        <p:spPr bwMode="auto">
          <a:xfrm>
            <a:off x="3300984" y="1371600"/>
            <a:ext cx="9144" cy="4846320"/>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39443770" name="Rectangle 7"/>
          <p:cNvSpPr/>
          <p:nvPr/>
        </p:nvSpPr>
        <p:spPr bwMode="auto">
          <a:xfrm>
            <a:off x="3364991" y="1188720"/>
            <a:ext cx="3246120" cy="411480"/>
          </a:xfrm>
          <a:prstGeom prst="rect">
            <a:avLst/>
          </a:prstGeom>
          <a:solidFill>
            <a:srgbClr val="6271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72441992" name="TextBox 8"/>
          <p:cNvSpPr txBox="1"/>
          <p:nvPr/>
        </p:nvSpPr>
        <p:spPr bwMode="auto">
          <a:xfrm>
            <a:off x="3502151" y="1234440"/>
            <a:ext cx="2971800" cy="365760"/>
          </a:xfrm>
          <a:prstGeom prst="rect">
            <a:avLst/>
          </a:prstGeom>
          <a:noFill/>
        </p:spPr>
        <p:txBody>
          <a:bodyPr wrap="square" lIns="0" tIns="0" rIns="0" bIns="0" anchor="t">
            <a:spAutoFit/>
          </a:bodyPr>
          <a:lstStyle/>
          <a:p>
            <a:pPr algn="l">
              <a:lnSpc>
                <a:spcPct val="114999"/>
              </a:lnSpc>
              <a:defRPr/>
            </a:pPr>
            <a:r>
              <a:rPr sz="1200" b="1" i="0">
                <a:solidFill>
                  <a:srgbClr val="FFFFFF"/>
                </a:solidFill>
                <a:latin typeface="Arial"/>
              </a:rPr>
              <a:t>Stage 2 — Inheritance is right for</a:t>
            </a:r>
            <a:endParaRPr/>
          </a:p>
        </p:txBody>
      </p:sp>
      <p:sp>
        <p:nvSpPr>
          <p:cNvPr id="908593052" name="TextBox 9"/>
          <p:cNvSpPr txBox="1"/>
          <p:nvPr/>
        </p:nvSpPr>
        <p:spPr bwMode="auto">
          <a:xfrm>
            <a:off x="3410711" y="1783080"/>
            <a:ext cx="3154679" cy="4480560"/>
          </a:xfrm>
          <a:prstGeom prst="rect">
            <a:avLst/>
          </a:prstGeom>
          <a:noFill/>
        </p:spPr>
        <p:txBody>
          <a:bodyPr wrap="square" lIns="0" tIns="0" rIns="0" bIns="0">
            <a:spAutoFit/>
          </a:bodyPr>
          <a:lstStyle/>
          <a:p>
            <a:pPr algn="l">
              <a:lnSpc>
                <a:spcPct val="130000"/>
              </a:lnSpc>
              <a:defRPr/>
            </a:pPr>
            <a:r>
              <a:rPr sz="1400" b="1">
                <a:solidFill>
                  <a:srgbClr val="627186"/>
                </a:solidFill>
                <a:latin typeface="Arial"/>
              </a:rPr>
              <a:t>▸  </a:t>
            </a:r>
            <a:r>
              <a:rPr sz="1400">
                <a:solidFill>
                  <a:srgbClr val="242A33"/>
                </a:solidFill>
                <a:latin typeface="Arial"/>
              </a:rPr>
              <a:t>Homogeneous machine families</a:t>
            </a:r>
            <a:endParaRPr/>
          </a:p>
          <a:p>
            <a:pPr algn="l">
              <a:lnSpc>
                <a:spcPct val="130000"/>
              </a:lnSpc>
              <a:spcBef>
                <a:spcPts val="400"/>
              </a:spcBef>
              <a:defRPr/>
            </a:pPr>
            <a:r>
              <a:rPr sz="1400" b="1">
                <a:solidFill>
                  <a:srgbClr val="627186"/>
                </a:solidFill>
                <a:latin typeface="Arial"/>
              </a:rPr>
              <a:t>▸  </a:t>
            </a:r>
            <a:r>
              <a:rPr sz="1400">
                <a:solidFill>
                  <a:srgbClr val="242A33"/>
                </a:solidFill>
                <a:latin typeface="Arial"/>
              </a:rPr>
              <a:t>Mid-sized teams</a:t>
            </a:r>
            <a:endParaRPr/>
          </a:p>
          <a:p>
            <a:pPr algn="l">
              <a:lnSpc>
                <a:spcPct val="130000"/>
              </a:lnSpc>
              <a:spcBef>
                <a:spcPts val="400"/>
              </a:spcBef>
              <a:defRPr/>
            </a:pPr>
            <a:r>
              <a:rPr sz="1400" b="1">
                <a:solidFill>
                  <a:srgbClr val="627186"/>
                </a:solidFill>
                <a:latin typeface="Arial"/>
              </a:rPr>
              <a:t>▸  </a:t>
            </a:r>
            <a:r>
              <a:rPr sz="1400">
                <a:solidFill>
                  <a:srgbClr val="242A33"/>
                </a:solidFill>
                <a:latin typeface="Arial"/>
              </a:rPr>
              <a:t>Long-lifespan, medium variation</a:t>
            </a:r>
            <a:endParaRPr/>
          </a:p>
          <a:p>
            <a:pPr algn="l">
              <a:lnSpc>
                <a:spcPct val="130000"/>
              </a:lnSpc>
              <a:spcBef>
                <a:spcPts val="400"/>
              </a:spcBef>
              <a:defRPr/>
            </a:pPr>
            <a:r>
              <a:rPr sz="1400" b="1">
                <a:solidFill>
                  <a:srgbClr val="627186"/>
                </a:solidFill>
                <a:latin typeface="Arial"/>
              </a:rPr>
              <a:t>▸  </a:t>
            </a:r>
            <a:r>
              <a:rPr sz="1400">
                <a:solidFill>
                  <a:srgbClr val="242A33"/>
                </a:solidFill>
                <a:latin typeface="Arial"/>
              </a:rPr>
              <a:t>Teams comfortable with EXTENDS / SUPER</a:t>
            </a:r>
            <a:endParaRPr/>
          </a:p>
        </p:txBody>
      </p:sp>
      <p:sp>
        <p:nvSpPr>
          <p:cNvPr id="1754737" name="Rectangle 10"/>
          <p:cNvSpPr/>
          <p:nvPr/>
        </p:nvSpPr>
        <p:spPr bwMode="auto">
          <a:xfrm>
            <a:off x="6665976" y="1371600"/>
            <a:ext cx="9144" cy="4846320"/>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7876705" name="Rectangle 11"/>
          <p:cNvSpPr/>
          <p:nvPr/>
        </p:nvSpPr>
        <p:spPr bwMode="auto">
          <a:xfrm>
            <a:off x="6729983" y="1188720"/>
            <a:ext cx="3246120" cy="41148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8836013" name="TextBox 12"/>
          <p:cNvSpPr txBox="1"/>
          <p:nvPr/>
        </p:nvSpPr>
        <p:spPr bwMode="auto">
          <a:xfrm>
            <a:off x="6867144" y="1234440"/>
            <a:ext cx="2971800" cy="365760"/>
          </a:xfrm>
          <a:prstGeom prst="rect">
            <a:avLst/>
          </a:prstGeom>
          <a:noFill/>
        </p:spPr>
        <p:txBody>
          <a:bodyPr wrap="square" lIns="0" tIns="0" rIns="0" bIns="0" anchor="t">
            <a:spAutoFit/>
          </a:bodyPr>
          <a:lstStyle/>
          <a:p>
            <a:pPr algn="l">
              <a:lnSpc>
                <a:spcPct val="114999"/>
              </a:lnSpc>
              <a:defRPr/>
            </a:pPr>
            <a:r>
              <a:rPr sz="1200" b="1" i="0">
                <a:solidFill>
                  <a:srgbClr val="FFFFFF"/>
                </a:solidFill>
                <a:latin typeface="Arial"/>
              </a:rPr>
              <a:t>Stage 3 — Composition is right for</a:t>
            </a:r>
            <a:endParaRPr/>
          </a:p>
        </p:txBody>
      </p:sp>
      <p:sp>
        <p:nvSpPr>
          <p:cNvPr id="509208686" name="TextBox 13"/>
          <p:cNvSpPr txBox="1"/>
          <p:nvPr/>
        </p:nvSpPr>
        <p:spPr bwMode="auto">
          <a:xfrm>
            <a:off x="6775703" y="1783080"/>
            <a:ext cx="3154679" cy="4480560"/>
          </a:xfrm>
          <a:prstGeom prst="rect">
            <a:avLst/>
          </a:prstGeom>
          <a:noFill/>
        </p:spPr>
        <p:txBody>
          <a:bodyPr wrap="square" lIns="0" tIns="0" rIns="0" bIns="0">
            <a:spAutoFit/>
          </a:bodyPr>
          <a:lstStyle/>
          <a:p>
            <a:pPr algn="l">
              <a:lnSpc>
                <a:spcPct val="130000"/>
              </a:lnSpc>
              <a:defRPr/>
            </a:pPr>
            <a:r>
              <a:rPr sz="1400" b="1">
                <a:solidFill>
                  <a:srgbClr val="2D76AD"/>
                </a:solidFill>
                <a:latin typeface="Arial"/>
              </a:rPr>
              <a:t>▸  </a:t>
            </a:r>
            <a:r>
              <a:rPr sz="1400">
                <a:solidFill>
                  <a:srgbClr val="242A33"/>
                </a:solidFill>
                <a:latin typeface="Arial"/>
              </a:rPr>
              <a:t>OEMs building product families</a:t>
            </a:r>
            <a:endParaRPr/>
          </a:p>
          <a:p>
            <a:pPr algn="l">
              <a:lnSpc>
                <a:spcPct val="130000"/>
              </a:lnSpc>
              <a:spcBef>
                <a:spcPts val="400"/>
              </a:spcBef>
              <a:defRPr/>
            </a:pPr>
            <a:r>
              <a:rPr sz="1400" b="1">
                <a:solidFill>
                  <a:srgbClr val="2D76AD"/>
                </a:solidFill>
                <a:latin typeface="Arial"/>
              </a:rPr>
              <a:t>▸  </a:t>
            </a:r>
            <a:r>
              <a:rPr sz="1400">
                <a:solidFill>
                  <a:srgbClr val="242A33"/>
                </a:solidFill>
                <a:latin typeface="Arial"/>
              </a:rPr>
              <a:t>Multi-engineer teams</a:t>
            </a:r>
            <a:endParaRPr/>
          </a:p>
          <a:p>
            <a:pPr algn="l">
              <a:lnSpc>
                <a:spcPct val="130000"/>
              </a:lnSpc>
              <a:spcBef>
                <a:spcPts val="400"/>
              </a:spcBef>
              <a:defRPr/>
            </a:pPr>
            <a:r>
              <a:rPr sz="1400" b="1">
                <a:solidFill>
                  <a:srgbClr val="2D76AD"/>
                </a:solidFill>
                <a:latin typeface="Arial"/>
              </a:rPr>
              <a:t>▸  </a:t>
            </a:r>
            <a:r>
              <a:rPr sz="1400">
                <a:solidFill>
                  <a:srgbClr val="242A33"/>
                </a:solidFill>
                <a:latin typeface="Arial"/>
              </a:rPr>
              <a:t>Multi-customer variation</a:t>
            </a:r>
            <a:endParaRPr/>
          </a:p>
          <a:p>
            <a:pPr algn="l">
              <a:lnSpc>
                <a:spcPct val="130000"/>
              </a:lnSpc>
              <a:spcBef>
                <a:spcPts val="400"/>
              </a:spcBef>
              <a:defRPr/>
            </a:pPr>
            <a:r>
              <a:rPr sz="1400" b="1">
                <a:solidFill>
                  <a:srgbClr val="2D76AD"/>
                </a:solidFill>
                <a:latin typeface="Arial"/>
              </a:rPr>
              <a:t>▸  </a:t>
            </a:r>
            <a:r>
              <a:rPr sz="1400">
                <a:solidFill>
                  <a:srgbClr val="242A33"/>
                </a:solidFill>
                <a:latin typeface="Arial"/>
              </a:rPr>
              <a:t>Long-lifespan codebases</a:t>
            </a:r>
            <a:endParaRPr/>
          </a:p>
          <a:p>
            <a:pPr algn="l">
              <a:lnSpc>
                <a:spcPct val="130000"/>
              </a:lnSpc>
              <a:spcBef>
                <a:spcPts val="400"/>
              </a:spcBef>
              <a:defRPr/>
            </a:pPr>
            <a:r>
              <a:rPr sz="1400" b="1">
                <a:solidFill>
                  <a:srgbClr val="2D76AD"/>
                </a:solidFill>
                <a:latin typeface="Arial"/>
              </a:rPr>
              <a:t>▸  </a:t>
            </a:r>
            <a:r>
              <a:rPr sz="1400">
                <a:solidFill>
                  <a:srgbClr val="242A33"/>
                </a:solidFill>
                <a:latin typeface="Arial"/>
              </a:rPr>
              <a:t>Shops moving toward CI / TDD for PLC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8141752" name="Text Placeholder 1"/>
          <p:cNvSpPr>
            <a:spLocks noGrp="1"/>
          </p:cNvSpPr>
          <p:nvPr>
            <p:ph type="body" sz="quarter" idx="15"/>
          </p:nvPr>
        </p:nvSpPr>
        <p:spPr bwMode="auto"/>
        <p:txBody>
          <a:bodyPr wrap="square"/>
          <a:lstStyle/>
          <a:p>
            <a:pPr algn="l">
              <a:lnSpc>
                <a:spcPct val="130000"/>
              </a:lnSpc>
              <a:defRPr/>
            </a:pPr>
            <a:r>
              <a:rPr sz="2000" b="1">
                <a:solidFill>
                  <a:srgbClr val="000000"/>
                </a:solidFill>
                <a:latin typeface="Arial"/>
              </a:rPr>
              <a:t>▸  </a:t>
            </a:r>
            <a:r>
              <a:rPr sz="2000">
                <a:solidFill>
                  <a:srgbClr val="242A33"/>
                </a:solidFill>
                <a:latin typeface="Arial"/>
              </a:rPr>
              <a:t>You'll go back. Someone will say "this is overkill" or "just give me the procedural version."</a:t>
            </a:r>
            <a:endParaRPr/>
          </a:p>
          <a:p>
            <a:pPr algn="l">
              <a:lnSpc>
                <a:spcPct val="130000"/>
              </a:lnSpc>
              <a:spcBef>
                <a:spcPts val="400"/>
              </a:spcBef>
              <a:defRPr/>
            </a:pPr>
            <a:r>
              <a:rPr sz="2000" b="1">
                <a:solidFill>
                  <a:srgbClr val="000000"/>
                </a:solidFill>
                <a:latin typeface="Arial"/>
              </a:rPr>
              <a:t>▸  </a:t>
            </a:r>
            <a:r>
              <a:rPr sz="2000">
                <a:solidFill>
                  <a:srgbClr val="242A33"/>
                </a:solidFill>
                <a:latin typeface="Arial"/>
              </a:rPr>
              <a:t>Pick three pushbacks. Roleplay.</a:t>
            </a:r>
            <a:endParaRPr/>
          </a:p>
          <a:p>
            <a:pPr algn="l">
              <a:lnSpc>
                <a:spcPct val="130000"/>
              </a:lnSpc>
              <a:spcBef>
                <a:spcPts val="400"/>
              </a:spcBef>
              <a:defRPr/>
            </a:pPr>
            <a:r>
              <a:rPr sz="2000" b="1">
                <a:solidFill>
                  <a:srgbClr val="000000"/>
                </a:solidFill>
                <a:latin typeface="Arial"/>
              </a:rPr>
              <a:t>▸  </a:t>
            </a:r>
            <a:r>
              <a:rPr sz="2000">
                <a:solidFill>
                  <a:srgbClr val="242A33"/>
                </a:solidFill>
                <a:latin typeface="Arial"/>
              </a:rPr>
              <a:t>The answer isn't "composition is always right."</a:t>
            </a:r>
            <a:endParaRPr/>
          </a:p>
          <a:p>
            <a:pPr algn="l">
              <a:lnSpc>
                <a:spcPct val="130000"/>
              </a:lnSpc>
              <a:spcBef>
                <a:spcPts val="400"/>
              </a:spcBef>
              <a:defRPr/>
            </a:pPr>
            <a:r>
              <a:rPr sz="2000" b="1">
                <a:solidFill>
                  <a:srgbClr val="000000"/>
                </a:solidFill>
                <a:latin typeface="Arial"/>
              </a:rPr>
              <a:t>▸  </a:t>
            </a:r>
            <a:r>
              <a:rPr sz="2000">
                <a:solidFill>
                  <a:srgbClr val="242A33"/>
                </a:solidFill>
                <a:latin typeface="Arial"/>
              </a:rPr>
              <a:t>Discipline is bounded; architecture is unbounded.</a:t>
            </a:r>
            <a:endParaRPr/>
          </a:p>
        </p:txBody>
      </p:sp>
      <p:sp>
        <p:nvSpPr>
          <p:cNvPr id="1250101915" name="Title 2"/>
          <p:cNvSpPr>
            <a:spLocks noGrp="1"/>
          </p:cNvSpPr>
          <p:nvPr>
            <p:ph type="title"/>
          </p:nvPr>
        </p:nvSpPr>
        <p:spPr bwMode="auto"/>
        <p:txBody>
          <a:bodyPr/>
          <a:lstStyle/>
          <a:p>
            <a:pPr>
              <a:defRPr/>
            </a:pPr>
            <a:r>
              <a:rPr/>
              <a:t>Customer-conversation rehearsal</a:t>
            </a:r>
            <a:endParaRPr/>
          </a:p>
        </p:txBody>
      </p:sp>
      <p:sp>
        <p:nvSpPr>
          <p:cNvPr id="998211168"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BLOCK 4 · 4B (5 MIN)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0932695" name="Text Placeholder 1"/>
          <p:cNvSpPr>
            <a:spLocks noGrp="1"/>
          </p:cNvSpPr>
          <p:nvPr>
            <p:ph type="body" sz="quarter" idx="15"/>
          </p:nvPr>
        </p:nvSpPr>
        <p:spPr bwMode="auto"/>
        <p:txBody>
          <a:bodyPr wrap="square"/>
          <a:lstStyle/>
          <a:p>
            <a:pPr algn="l">
              <a:lnSpc>
                <a:spcPct val="130000"/>
              </a:lnSpc>
              <a:defRPr/>
            </a:pPr>
            <a:r>
              <a:rPr sz="2000" b="1">
                <a:solidFill>
                  <a:srgbClr val="000000"/>
                </a:solidFill>
                <a:latin typeface="Arial"/>
              </a:rPr>
              <a:t>▸  </a:t>
            </a:r>
            <a:r>
              <a:rPr sz="2000" b="1">
                <a:solidFill>
                  <a:srgbClr val="242A33"/>
                </a:solidFill>
                <a:latin typeface="Arial"/>
              </a:rPr>
              <a:t>Self-paced refresher </a:t>
            </a:r>
            <a:r>
              <a:rPr sz="2000">
                <a:solidFill>
                  <a:srgbClr val="242A33"/>
                </a:solidFill>
                <a:latin typeface="Arial"/>
              </a:rPr>
              <a:t>— ./serve-docs.sh, walk the stages.</a:t>
            </a:r>
            <a:endParaRPr/>
          </a:p>
          <a:p>
            <a:pPr algn="l">
              <a:lnSpc>
                <a:spcPct val="130000"/>
              </a:lnSpc>
              <a:spcBef>
                <a:spcPts val="400"/>
              </a:spcBef>
              <a:defRPr/>
            </a:pPr>
            <a:r>
              <a:rPr sz="2000" b="1">
                <a:solidFill>
                  <a:srgbClr val="000000"/>
                </a:solidFill>
                <a:latin typeface="Arial"/>
              </a:rPr>
              <a:t>▸  </a:t>
            </a:r>
            <a:r>
              <a:rPr sz="2000" b="1">
                <a:solidFill>
                  <a:srgbClr val="242A33"/>
                </a:solidFill>
                <a:latin typeface="Arial"/>
              </a:rPr>
              <a:t>Teaching mode </a:t>
            </a:r>
            <a:r>
              <a:rPr sz="2000">
                <a:solidFill>
                  <a:srgbClr val="242A33"/>
                </a:solidFill>
                <a:latin typeface="Arial"/>
              </a:rPr>
              <a:t>— run a 1-2 hour version for your team.</a:t>
            </a:r>
            <a:endParaRPr/>
          </a:p>
          <a:p>
            <a:pPr algn="l">
              <a:lnSpc>
                <a:spcPct val="130000"/>
              </a:lnSpc>
              <a:spcBef>
                <a:spcPts val="400"/>
              </a:spcBef>
              <a:defRPr/>
            </a:pPr>
            <a:r>
              <a:rPr sz="2000" b="1">
                <a:solidFill>
                  <a:srgbClr val="000000"/>
                </a:solidFill>
                <a:latin typeface="Arial"/>
              </a:rPr>
              <a:t>▸  </a:t>
            </a:r>
            <a:r>
              <a:rPr sz="2000" b="1">
                <a:solidFill>
                  <a:srgbClr val="242A33"/>
                </a:solidFill>
                <a:latin typeface="Arial"/>
              </a:rPr>
              <a:t>Deep end </a:t>
            </a:r>
            <a:r>
              <a:rPr sz="2000">
                <a:solidFill>
                  <a:srgbClr val="242A33"/>
                </a:solidFill>
                <a:latin typeface="Arial"/>
              </a:rPr>
              <a:t>— PlcTestSuite on Stage 3 vs Stage 1. Visceral.</a:t>
            </a:r>
            <a:endParaRPr/>
          </a:p>
          <a:p>
            <a:pPr algn="l">
              <a:lnSpc>
                <a:spcPct val="130000"/>
              </a:lnSpc>
              <a:spcBef>
                <a:spcPts val="400"/>
              </a:spcBef>
              <a:defRPr/>
            </a:pPr>
            <a:r>
              <a:rPr sz="2000" b="1">
                <a:solidFill>
                  <a:srgbClr val="000000"/>
                </a:solidFill>
                <a:latin typeface="Arial"/>
              </a:rPr>
              <a:t>▸  </a:t>
            </a:r>
            <a:r>
              <a:rPr sz="2000">
                <a:solidFill>
                  <a:srgbClr val="242A33"/>
                </a:solidFill>
                <a:latin typeface="Arial"/>
              </a:rPr>
              <a:t>Send me one specific machine this material applies to.</a:t>
            </a:r>
            <a:endParaRPr/>
          </a:p>
        </p:txBody>
      </p:sp>
      <p:sp>
        <p:nvSpPr>
          <p:cNvPr id="893134567" name="Title 2"/>
          <p:cNvSpPr>
            <a:spLocks noGrp="1"/>
          </p:cNvSpPr>
          <p:nvPr>
            <p:ph type="title"/>
          </p:nvPr>
        </p:nvSpPr>
        <p:spPr bwMode="auto"/>
        <p:txBody>
          <a:bodyPr/>
          <a:lstStyle/>
          <a:p>
            <a:pPr>
              <a:defRPr/>
            </a:pPr>
            <a:r>
              <a:rPr/>
              <a:t>Continuation kit</a:t>
            </a:r>
            <a:endParaRPr/>
          </a:p>
        </p:txBody>
      </p:sp>
      <p:sp>
        <p:nvSpPr>
          <p:cNvPr id="935126247"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BLOCK 4 · 4C (5 MIN)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7524870" name="Text Placeholder 1"/>
          <p:cNvSpPr>
            <a:spLocks noGrp="1"/>
          </p:cNvSpPr>
          <p:nvPr>
            <p:ph type="body" sz="quarter" idx="15"/>
          </p:nvPr>
        </p:nvSpPr>
        <p:spPr bwMode="auto"/>
        <p:txBody>
          <a:bodyPr wrap="square"/>
          <a:lstStyle/>
          <a:p>
            <a:pPr algn="l">
              <a:lnSpc>
                <a:spcPct val="130000"/>
              </a:lnSpc>
              <a:defRPr/>
            </a:pPr>
            <a:r>
              <a:rPr sz="1800" b="1">
                <a:solidFill>
                  <a:srgbClr val="000000"/>
                </a:solidFill>
                <a:latin typeface="Arial"/>
              </a:rPr>
              <a:t>▸  </a:t>
            </a:r>
            <a:r>
              <a:rPr sz="1800" b="1">
                <a:solidFill>
                  <a:srgbClr val="242A33"/>
                </a:solidFill>
                <a:latin typeface="Arial"/>
              </a:rPr>
              <a:t>Send each attendee a brief follow-up </a:t>
            </a:r>
            <a:r>
              <a:rPr sz="1800">
                <a:solidFill>
                  <a:srgbClr val="242A33"/>
                </a:solidFill>
                <a:latin typeface="Arial"/>
              </a:rPr>
              <a:t>— one specific recommendation tied to their team.</a:t>
            </a:r>
            <a:endParaRPr/>
          </a:p>
          <a:p>
            <a:pPr algn="l">
              <a:lnSpc>
                <a:spcPct val="130000"/>
              </a:lnSpc>
              <a:spcBef>
                <a:spcPts val="400"/>
              </a:spcBef>
              <a:defRPr/>
            </a:pPr>
            <a:r>
              <a:rPr sz="1800" b="1">
                <a:solidFill>
                  <a:srgbClr val="000000"/>
                </a:solidFill>
                <a:latin typeface="Arial"/>
              </a:rPr>
              <a:t>▸  </a:t>
            </a:r>
            <a:r>
              <a:rPr sz="1800" b="1">
                <a:solidFill>
                  <a:srgbClr val="242A33"/>
                </a:solidFill>
                <a:latin typeface="Arial"/>
              </a:rPr>
              <a:t>Sarah </a:t>
            </a:r>
            <a:r>
              <a:rPr sz="1800">
                <a:solidFill>
                  <a:srgbClr val="242A33"/>
                </a:solidFill>
                <a:latin typeface="Arial"/>
              </a:rPr>
              <a:t>— motion controllers. Try the I_AlarmHandler swap on test rigs.</a:t>
            </a:r>
            <a:endParaRPr/>
          </a:p>
          <a:p>
            <a:pPr algn="l">
              <a:lnSpc>
                <a:spcPct val="130000"/>
              </a:lnSpc>
              <a:spcBef>
                <a:spcPts val="400"/>
              </a:spcBef>
              <a:defRPr/>
            </a:pPr>
            <a:r>
              <a:rPr sz="1800" b="1">
                <a:solidFill>
                  <a:srgbClr val="000000"/>
                </a:solidFill>
                <a:latin typeface="Arial"/>
              </a:rPr>
              <a:t>▸  </a:t>
            </a:r>
            <a:r>
              <a:rPr sz="1800" b="1">
                <a:solidFill>
                  <a:srgbClr val="242A33"/>
                </a:solidFill>
                <a:latin typeface="Arial"/>
              </a:rPr>
              <a:t>Bob </a:t>
            </a:r>
            <a:r>
              <a:rPr sz="1800">
                <a:solidFill>
                  <a:srgbClr val="242A33"/>
                </a:solidFill>
                <a:latin typeface="Arial"/>
              </a:rPr>
              <a:t>— single-machine codebase. Stage 1 is fine. Try the CR-2 swap exercise on your next vendor swap.</a:t>
            </a:r>
            <a:endParaRPr/>
          </a:p>
          <a:p>
            <a:pPr algn="l">
              <a:lnSpc>
                <a:spcPct val="130000"/>
              </a:lnSpc>
              <a:spcBef>
                <a:spcPts val="400"/>
              </a:spcBef>
              <a:defRPr/>
            </a:pPr>
            <a:r>
              <a:rPr sz="1800" b="1">
                <a:solidFill>
                  <a:srgbClr val="000000"/>
                </a:solidFill>
                <a:latin typeface="Arial"/>
              </a:rPr>
              <a:t>▸  </a:t>
            </a:r>
            <a:r>
              <a:rPr sz="1800">
                <a:solidFill>
                  <a:srgbClr val="242A33"/>
                </a:solidFill>
                <a:latin typeface="Arial"/>
              </a:rPr>
              <a:t>Generic advice fades. Specific advice sticks.</a:t>
            </a:r>
            <a:endParaRPr/>
          </a:p>
        </p:txBody>
      </p:sp>
      <p:sp>
        <p:nvSpPr>
          <p:cNvPr id="972344354" name="Title 2"/>
          <p:cNvSpPr>
            <a:spLocks noGrp="1"/>
          </p:cNvSpPr>
          <p:nvPr>
            <p:ph type="title"/>
          </p:nvPr>
        </p:nvSpPr>
        <p:spPr bwMode="auto"/>
        <p:txBody>
          <a:bodyPr/>
          <a:lstStyle/>
          <a:p>
            <a:pPr>
              <a:defRPr/>
            </a:pPr>
            <a:r>
              <a:rPr/>
              <a:t>Personal recommendations — what makes it stick</a:t>
            </a:r>
            <a:endParaRPr/>
          </a:p>
        </p:txBody>
      </p:sp>
      <p:sp>
        <p:nvSpPr>
          <p:cNvPr id="1032215458"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BLOCK 4 · 4C CONTINUATION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0620604" name="Title 1"/>
          <p:cNvSpPr>
            <a:spLocks noGrp="1"/>
          </p:cNvSpPr>
          <p:nvPr>
            <p:ph type="title"/>
          </p:nvPr>
        </p:nvSpPr>
        <p:spPr bwMode="auto"/>
        <p:txBody>
          <a:bodyPr/>
          <a:lstStyle/>
          <a:p>
            <a:pPr>
              <a:defRPr/>
            </a:pPr>
            <a:r>
              <a:rPr/>
              <a:t>Wrap</a:t>
            </a:r>
            <a:endParaRPr/>
          </a:p>
        </p:txBody>
      </p:sp>
      <p:sp>
        <p:nvSpPr>
          <p:cNvPr id="1769734898" name="Rectangle 2"/>
          <p:cNvSpPr/>
          <p:nvPr/>
        </p:nvSpPr>
        <p:spPr bwMode="auto">
          <a:xfrm>
            <a:off x="0" y="1088136"/>
            <a:ext cx="10140696" cy="5330952"/>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33290181" name="TextBox 3"/>
          <p:cNvSpPr txBox="1"/>
          <p:nvPr/>
        </p:nvSpPr>
        <p:spPr bwMode="auto">
          <a:xfrm>
            <a:off x="0" y="1371600"/>
            <a:ext cx="10012680" cy="457200"/>
          </a:xfrm>
          <a:prstGeom prst="rect">
            <a:avLst/>
          </a:prstGeom>
          <a:noFill/>
        </p:spPr>
        <p:txBody>
          <a:bodyPr wrap="square" lIns="0" tIns="0" rIns="0" bIns="0" anchor="t">
            <a:spAutoFit/>
          </a:bodyPr>
          <a:lstStyle/>
          <a:p>
            <a:pPr algn="l">
              <a:lnSpc>
                <a:spcPct val="114999"/>
              </a:lnSpc>
              <a:defRPr/>
            </a:pPr>
            <a:r>
              <a:rPr sz="1300" b="1" i="0">
                <a:solidFill>
                  <a:srgbClr val="000000"/>
                </a:solidFill>
                <a:latin typeface="Arial"/>
              </a:rPr>
              <a:t>FROM PROCEDURAL TO SOLID  ·  CLOSING</a:t>
            </a:r>
            <a:endParaRPr/>
          </a:p>
        </p:txBody>
      </p:sp>
      <p:sp>
        <p:nvSpPr>
          <p:cNvPr id="374028735" name="TextBox 4"/>
          <p:cNvSpPr txBox="1"/>
          <p:nvPr/>
        </p:nvSpPr>
        <p:spPr bwMode="auto">
          <a:xfrm>
            <a:off x="0" y="1920240"/>
            <a:ext cx="10012680" cy="1280160"/>
          </a:xfrm>
          <a:prstGeom prst="rect">
            <a:avLst/>
          </a:prstGeom>
          <a:noFill/>
        </p:spPr>
        <p:txBody>
          <a:bodyPr wrap="square" lIns="0" tIns="0" rIns="0" bIns="0" anchor="t">
            <a:spAutoFit/>
          </a:bodyPr>
          <a:lstStyle/>
          <a:p>
            <a:pPr algn="l">
              <a:lnSpc>
                <a:spcPct val="100000"/>
              </a:lnSpc>
              <a:defRPr/>
            </a:pPr>
            <a:r>
              <a:rPr sz="4400" b="1" i="0">
                <a:solidFill>
                  <a:srgbClr val="FFFFFF"/>
                </a:solidFill>
                <a:latin typeface="Arial"/>
              </a:rPr>
              <a:t>Become practitioners, then teachers</a:t>
            </a:r>
            <a:endParaRPr/>
          </a:p>
        </p:txBody>
      </p:sp>
      <p:sp>
        <p:nvSpPr>
          <p:cNvPr id="1429126157" name="TextBox 5"/>
          <p:cNvSpPr txBox="1"/>
          <p:nvPr/>
        </p:nvSpPr>
        <p:spPr bwMode="auto">
          <a:xfrm>
            <a:off x="0" y="2769503"/>
            <a:ext cx="10012680" cy="2468880"/>
          </a:xfrm>
          <a:prstGeom prst="rect">
            <a:avLst/>
          </a:prstGeom>
          <a:noFill/>
        </p:spPr>
        <p:txBody>
          <a:bodyPr wrap="square" lIns="0" tIns="0" rIns="0" bIns="0" anchor="t">
            <a:spAutoFit/>
          </a:bodyPr>
          <a:lstStyle/>
          <a:p>
            <a:pPr algn="l">
              <a:lnSpc>
                <a:spcPct val="140000"/>
              </a:lnSpc>
              <a:defRPr/>
            </a:pPr>
            <a:r>
              <a:rPr sz="1800" b="0" i="1">
                <a:solidFill>
                  <a:srgbClr val="E5E8EC"/>
                </a:solidFill>
                <a:latin typeface="Arial"/>
              </a:rPr>
              <a:t>The practitioner part comes from doing the workshop. You did that today.</a:t>
            </a:r>
            <a:endParaRPr/>
          </a:p>
          <a:p>
            <a:pPr algn="l">
              <a:lnSpc>
                <a:spcPct val="140000"/>
              </a:lnSpc>
              <a:defRPr/>
            </a:pPr>
            <a:endParaRPr sz="1800" b="0" i="1">
              <a:solidFill>
                <a:srgbClr val="E5E8EC"/>
              </a:solidFill>
              <a:latin typeface="Arial"/>
            </a:endParaRPr>
          </a:p>
          <a:p>
            <a:pPr algn="l">
              <a:lnSpc>
                <a:spcPct val="140000"/>
              </a:lnSpc>
              <a:defRPr/>
            </a:pPr>
            <a:r>
              <a:rPr sz="1800" b="0" i="1">
                <a:solidFill>
                  <a:srgbClr val="E5E8EC"/>
                </a:solidFill>
                <a:latin typeface="Arial"/>
              </a:rPr>
              <a:t>The teacher part requires three more things: run a shorter version yourself within a month; adapt the script to your audience; track customer pushback you hear that isn't in this material — send it back.</a:t>
            </a:r>
            <a:endParaRPr/>
          </a:p>
          <a:p>
            <a:pPr algn="l">
              <a:lnSpc>
                <a:spcPct val="140000"/>
              </a:lnSpc>
              <a:defRPr/>
            </a:pPr>
            <a:endParaRPr sz="1800" b="0" i="1">
              <a:solidFill>
                <a:srgbClr val="E5E8EC"/>
              </a:solidFill>
              <a:latin typeface="Arial"/>
            </a:endParaRPr>
          </a:p>
          <a:p>
            <a:pPr algn="l">
              <a:lnSpc>
                <a:spcPct val="140000"/>
              </a:lnSpc>
              <a:defRPr/>
            </a:pPr>
            <a:r>
              <a:rPr sz="1800" b="0" i="1">
                <a:solidFill>
                  <a:srgbClr val="E5E8EC"/>
                </a:solidFill>
                <a:latin typeface="Arial"/>
              </a:rPr>
              <a:t>The deepest measure of this workshop's success is when an FAE who attended teaches it, and their attendees recognize themselves in Stage 1's drift the way you recognized yourselves today.</a:t>
            </a:r>
            <a:endParaRPr/>
          </a:p>
        </p:txBody>
      </p:sp>
      <p:sp>
        <p:nvSpPr>
          <p:cNvPr id="1911550173" name="TextBox 6"/>
          <p:cNvSpPr txBox="1"/>
          <p:nvPr/>
        </p:nvSpPr>
        <p:spPr bwMode="auto">
          <a:xfrm>
            <a:off x="0" y="6035039"/>
            <a:ext cx="10012680" cy="365760"/>
          </a:xfrm>
          <a:prstGeom prst="rect">
            <a:avLst/>
          </a:prstGeom>
          <a:noFill/>
        </p:spPr>
        <p:txBody>
          <a:bodyPr wrap="square" lIns="0" tIns="0" rIns="0" bIns="0" anchor="t">
            <a:spAutoFit/>
          </a:bodyPr>
          <a:lstStyle/>
          <a:p>
            <a:pPr algn="l">
              <a:lnSpc>
                <a:spcPct val="114999"/>
              </a:lnSpc>
              <a:defRPr/>
            </a:pPr>
            <a:r>
              <a:rPr sz="1200" b="0" i="0">
                <a:solidFill>
                  <a:srgbClr val="B3BCC8"/>
                </a:solidFill>
                <a:latin typeface="Arial"/>
              </a:rPr>
              <a:t>github.com/Mark-Code-Cowboys/NEM_Workshop  ·  ./serve-docs.sh  ·  Questions welcome.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4605336" name="Title 2"/>
          <p:cNvSpPr>
            <a:spLocks noGrp="1"/>
          </p:cNvSpPr>
          <p:nvPr>
            <p:ph type="title"/>
          </p:nvPr>
        </p:nvSpPr>
        <p:spPr bwMode="auto"/>
        <p:txBody>
          <a:bodyPr/>
          <a:lstStyle/>
          <a:p>
            <a:pPr>
              <a:defRPr/>
            </a:pPr>
            <a:r>
              <a:rPr/>
              <a:t>Backup</a:t>
            </a:r>
            <a:endParaRPr/>
          </a:p>
        </p:txBody>
      </p:sp>
      <p:sp>
        <p:nvSpPr>
          <p:cNvPr id="1388709113" name="Rectangle 3"/>
          <p:cNvSpPr/>
          <p:nvPr/>
        </p:nvSpPr>
        <p:spPr bwMode="auto">
          <a:xfrm>
            <a:off x="0" y="1188720"/>
            <a:ext cx="164592" cy="51206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377207823" name="TextBox 4"/>
          <p:cNvSpPr txBox="1"/>
          <p:nvPr/>
        </p:nvSpPr>
        <p:spPr bwMode="auto">
          <a:xfrm>
            <a:off x="411480" y="1280160"/>
            <a:ext cx="9601200" cy="1554480"/>
          </a:xfrm>
          <a:prstGeom prst="rect">
            <a:avLst/>
          </a:prstGeom>
          <a:noFill/>
        </p:spPr>
        <p:txBody>
          <a:bodyPr wrap="square" lIns="0" tIns="0" rIns="0" bIns="0" anchor="t">
            <a:spAutoFit/>
          </a:bodyPr>
          <a:lstStyle/>
          <a:p>
            <a:pPr algn="l">
              <a:lnSpc>
                <a:spcPct val="105000"/>
              </a:lnSpc>
              <a:defRPr/>
            </a:pPr>
            <a:r>
              <a:rPr sz="4600" b="1" i="0">
                <a:solidFill>
                  <a:srgbClr val="414D5C"/>
                </a:solidFill>
                <a:latin typeface="Arial"/>
              </a:rPr>
              <a:t>Facilitator reference (skip in live presentation)</a:t>
            </a:r>
            <a:endParaRPr/>
          </a:p>
        </p:txBody>
      </p:sp>
      <p:sp>
        <p:nvSpPr>
          <p:cNvPr id="423539335" name="TextBox 5"/>
          <p:cNvSpPr txBox="1"/>
          <p:nvPr/>
        </p:nvSpPr>
        <p:spPr bwMode="auto">
          <a:xfrm>
            <a:off x="411480" y="2926080"/>
            <a:ext cx="9601200" cy="457200"/>
          </a:xfrm>
          <a:prstGeom prst="rect">
            <a:avLst/>
          </a:prstGeom>
          <a:noFill/>
        </p:spPr>
        <p:txBody>
          <a:bodyPr wrap="square" lIns="0" tIns="0" rIns="0" bIns="0" anchor="t">
            <a:spAutoFit/>
          </a:bodyPr>
          <a:lstStyle/>
          <a:p>
            <a:pPr algn="l">
              <a:lnSpc>
                <a:spcPct val="114999"/>
              </a:lnSpc>
              <a:defRPr/>
            </a:pPr>
            <a:r>
              <a:rPr sz="1800" b="1" i="0">
                <a:solidFill>
                  <a:srgbClr val="000000"/>
                </a:solidFill>
                <a:latin typeface="Arial"/>
              </a:rPr>
              <a:t>reference  ·  not for projection</a:t>
            </a:r>
            <a:endParaRPr/>
          </a:p>
        </p:txBody>
      </p:sp>
      <p:sp>
        <p:nvSpPr>
          <p:cNvPr id="1826257294" name="TextBox 6"/>
          <p:cNvSpPr txBox="1"/>
          <p:nvPr/>
        </p:nvSpPr>
        <p:spPr bwMode="auto">
          <a:xfrm>
            <a:off x="411480" y="3749039"/>
            <a:ext cx="9601200" cy="2286000"/>
          </a:xfrm>
          <a:prstGeom prst="rect">
            <a:avLst/>
          </a:prstGeom>
          <a:noFill/>
        </p:spPr>
        <p:txBody>
          <a:bodyPr wrap="square" lIns="0" tIns="0" rIns="0" bIns="0" anchor="t">
            <a:spAutoFit/>
          </a:bodyPr>
          <a:lstStyle/>
          <a:p>
            <a:pPr algn="l">
              <a:lnSpc>
                <a:spcPct val="140000"/>
              </a:lnSpc>
              <a:defRPr/>
            </a:pPr>
            <a:r>
              <a:rPr sz="2000" b="0" i="1">
                <a:solidFill>
                  <a:srgbClr val="242A33"/>
                </a:solidFill>
                <a:latin typeface="Arial"/>
              </a:rPr>
              <a:t>Pacing levers. PlcTestSuite demo script. Materials. Shorter versions.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0053147" name="Title 1"/>
          <p:cNvSpPr>
            <a:spLocks noGrp="1"/>
          </p:cNvSpPr>
          <p:nvPr>
            <p:ph type="title"/>
          </p:nvPr>
        </p:nvSpPr>
        <p:spPr bwMode="auto"/>
        <p:txBody>
          <a:bodyPr/>
          <a:lstStyle/>
          <a:p>
            <a:pPr>
              <a:defRPr/>
            </a:pPr>
            <a:r>
              <a:rPr/>
              <a:t>Pacing levers — what to cut, what to add</a:t>
            </a:r>
            <a:endParaRPr/>
          </a:p>
        </p:txBody>
      </p:sp>
      <p:sp>
        <p:nvSpPr>
          <p:cNvPr id="1437808931"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BACKUP  ·  FACILITATOR REFERENCE</a:t>
            </a:r>
            <a:endParaRPr/>
          </a:p>
        </p:txBody>
      </p:sp>
      <p:sp>
        <p:nvSpPr>
          <p:cNvPr id="1779515032" name="Rectangle 3"/>
          <p:cNvSpPr/>
          <p:nvPr/>
        </p:nvSpPr>
        <p:spPr bwMode="auto">
          <a:xfrm>
            <a:off x="4978908" y="1371600"/>
            <a:ext cx="9144" cy="4846320"/>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40042633" name="TextBox 4"/>
          <p:cNvSpPr txBox="1"/>
          <p:nvPr/>
        </p:nvSpPr>
        <p:spPr bwMode="auto">
          <a:xfrm>
            <a:off x="0" y="1188720"/>
            <a:ext cx="4846320" cy="365760"/>
          </a:xfrm>
          <a:prstGeom prst="rect">
            <a:avLst/>
          </a:prstGeom>
          <a:noFill/>
        </p:spPr>
        <p:txBody>
          <a:bodyPr wrap="square" lIns="0" tIns="0" rIns="0" bIns="0" anchor="t">
            <a:spAutoFit/>
          </a:bodyPr>
          <a:lstStyle/>
          <a:p>
            <a:pPr algn="l">
              <a:lnSpc>
                <a:spcPct val="114999"/>
              </a:lnSpc>
              <a:defRPr/>
            </a:pPr>
            <a:r>
              <a:rPr sz="1200" b="1" i="0">
                <a:solidFill>
                  <a:srgbClr val="EF0000"/>
                </a:solidFill>
                <a:latin typeface="Arial"/>
              </a:rPr>
              <a:t>IF YOU'RE 15+ MIN BEHIND</a:t>
            </a:r>
            <a:endParaRPr/>
          </a:p>
        </p:txBody>
      </p:sp>
      <p:sp>
        <p:nvSpPr>
          <p:cNvPr id="1053501756" name="TextBox 5"/>
          <p:cNvSpPr txBox="1"/>
          <p:nvPr/>
        </p:nvSpPr>
        <p:spPr bwMode="auto">
          <a:xfrm>
            <a:off x="0" y="1645920"/>
            <a:ext cx="4846320" cy="4572000"/>
          </a:xfrm>
          <a:prstGeom prst="rect">
            <a:avLst/>
          </a:prstGeom>
          <a:noFill/>
        </p:spPr>
        <p:txBody>
          <a:bodyPr wrap="square" lIns="0" tIns="0" rIns="0" bIns="0">
            <a:spAutoFit/>
          </a:bodyPr>
          <a:lstStyle/>
          <a:p>
            <a:pPr algn="l">
              <a:lnSpc>
                <a:spcPct val="130000"/>
              </a:lnSpc>
              <a:defRPr/>
            </a:pPr>
            <a:r>
              <a:rPr sz="1500" b="1">
                <a:solidFill>
                  <a:srgbClr val="EF0000"/>
                </a:solidFill>
                <a:latin typeface="Arial"/>
              </a:rPr>
              <a:t>▸  </a:t>
            </a:r>
            <a:r>
              <a:rPr sz="1500" b="1">
                <a:solidFill>
                  <a:srgbClr val="242A33"/>
                </a:solidFill>
                <a:latin typeface="Arial"/>
              </a:rPr>
              <a:t>Block 2 CR-3 </a:t>
            </a:r>
            <a:r>
              <a:rPr sz="1500">
                <a:solidFill>
                  <a:srgbClr val="242A33"/>
                </a:solidFill>
                <a:latin typeface="Arial"/>
              </a:rPr>
              <a:t>— cut hands-on. Just show the diff.</a:t>
            </a:r>
            <a:endParaRPr/>
          </a:p>
          <a:p>
            <a:pPr algn="l">
              <a:lnSpc>
                <a:spcPct val="130000"/>
              </a:lnSpc>
              <a:spcBef>
                <a:spcPts val="400"/>
              </a:spcBef>
              <a:defRPr/>
            </a:pPr>
            <a:r>
              <a:rPr sz="1500" b="1">
                <a:solidFill>
                  <a:srgbClr val="EF0000"/>
                </a:solidFill>
                <a:latin typeface="Arial"/>
              </a:rPr>
              <a:t>▸  </a:t>
            </a:r>
            <a:r>
              <a:rPr sz="1500" b="1">
                <a:solidFill>
                  <a:srgbClr val="242A33"/>
                </a:solidFill>
                <a:latin typeface="Arial"/>
              </a:rPr>
              <a:t>Block 1 debrief </a:t>
            </a:r>
            <a:r>
              <a:rPr sz="1500">
                <a:solidFill>
                  <a:srgbClr val="242A33"/>
                </a:solidFill>
                <a:latin typeface="Arial"/>
              </a:rPr>
              <a:t>— tighten. Show matrix; let audience scan.</a:t>
            </a:r>
            <a:endParaRPr/>
          </a:p>
          <a:p>
            <a:pPr algn="l">
              <a:lnSpc>
                <a:spcPct val="130000"/>
              </a:lnSpc>
              <a:spcBef>
                <a:spcPts val="400"/>
              </a:spcBef>
              <a:defRPr/>
            </a:pPr>
            <a:r>
              <a:rPr sz="1500" b="1">
                <a:solidFill>
                  <a:srgbClr val="EF0000"/>
                </a:solidFill>
                <a:latin typeface="Arial"/>
              </a:rPr>
              <a:t>▸  </a:t>
            </a:r>
            <a:r>
              <a:rPr sz="1500" b="1">
                <a:solidFill>
                  <a:srgbClr val="242A33"/>
                </a:solidFill>
                <a:latin typeface="Arial"/>
              </a:rPr>
              <a:t>Block 3 CR-2 </a:t>
            </a:r>
            <a:r>
              <a:rPr sz="1500">
                <a:solidFill>
                  <a:srgbClr val="242A33"/>
                </a:solidFill>
                <a:latin typeface="Arial"/>
              </a:rPr>
              <a:t>— demo the swap, skip the parallel sequencer.</a:t>
            </a:r>
            <a:endParaRPr/>
          </a:p>
          <a:p>
            <a:pPr algn="l">
              <a:lnSpc>
                <a:spcPct val="130000"/>
              </a:lnSpc>
              <a:spcBef>
                <a:spcPts val="400"/>
              </a:spcBef>
              <a:defRPr/>
            </a:pPr>
            <a:r>
              <a:rPr sz="1500" b="1">
                <a:solidFill>
                  <a:srgbClr val="EF0000"/>
                </a:solidFill>
                <a:latin typeface="Arial"/>
              </a:rPr>
              <a:t>▸  </a:t>
            </a:r>
            <a:r>
              <a:rPr sz="1500" b="1">
                <a:solidFill>
                  <a:srgbClr val="242A33"/>
                </a:solidFill>
                <a:latin typeface="Arial"/>
              </a:rPr>
              <a:t>Block 4 4A </a:t>
            </a:r>
            <a:r>
              <a:rPr sz="1500">
                <a:solidFill>
                  <a:srgbClr val="242A33"/>
                </a:solidFill>
                <a:latin typeface="Arial"/>
              </a:rPr>
              <a:t>— compress to a 2-min walk-through.</a:t>
            </a:r>
            <a:endParaRPr/>
          </a:p>
        </p:txBody>
      </p:sp>
      <p:sp>
        <p:nvSpPr>
          <p:cNvPr id="2101038866" name="TextBox 6"/>
          <p:cNvSpPr txBox="1"/>
          <p:nvPr/>
        </p:nvSpPr>
        <p:spPr bwMode="auto">
          <a:xfrm>
            <a:off x="5120640" y="1188720"/>
            <a:ext cx="4846320" cy="365760"/>
          </a:xfrm>
          <a:prstGeom prst="rect">
            <a:avLst/>
          </a:prstGeom>
          <a:noFill/>
        </p:spPr>
        <p:txBody>
          <a:bodyPr wrap="square" lIns="0" tIns="0" rIns="0" bIns="0" anchor="t">
            <a:spAutoFit/>
          </a:bodyPr>
          <a:lstStyle/>
          <a:p>
            <a:pPr algn="l">
              <a:lnSpc>
                <a:spcPct val="114999"/>
              </a:lnSpc>
              <a:defRPr/>
            </a:pPr>
            <a:r>
              <a:rPr sz="1200" b="1" i="0">
                <a:solidFill>
                  <a:srgbClr val="000000"/>
                </a:solidFill>
                <a:latin typeface="Arial"/>
              </a:rPr>
              <a:t>IF YOU'RE AHEAD</a:t>
            </a:r>
            <a:endParaRPr/>
          </a:p>
        </p:txBody>
      </p:sp>
      <p:sp>
        <p:nvSpPr>
          <p:cNvPr id="610316722" name="TextBox 7"/>
          <p:cNvSpPr txBox="1"/>
          <p:nvPr/>
        </p:nvSpPr>
        <p:spPr bwMode="auto">
          <a:xfrm>
            <a:off x="5120640" y="1645920"/>
            <a:ext cx="4846320" cy="4572000"/>
          </a:xfrm>
          <a:prstGeom prst="rect">
            <a:avLst/>
          </a:prstGeom>
          <a:noFill/>
        </p:spPr>
        <p:txBody>
          <a:bodyPr wrap="square" lIns="0" tIns="0" rIns="0" bIns="0">
            <a:spAutoFit/>
          </a:bodyPr>
          <a:lstStyle/>
          <a:p>
            <a:pPr algn="l">
              <a:lnSpc>
                <a:spcPct val="130000"/>
              </a:lnSpc>
              <a:defRPr/>
            </a:pPr>
            <a:r>
              <a:rPr sz="1500" b="1">
                <a:solidFill>
                  <a:srgbClr val="000000"/>
                </a:solidFill>
                <a:latin typeface="Arial"/>
              </a:rPr>
              <a:t>▸  </a:t>
            </a:r>
            <a:r>
              <a:rPr sz="1500" b="1">
                <a:solidFill>
                  <a:srgbClr val="242A33"/>
                </a:solidFill>
                <a:latin typeface="Arial"/>
              </a:rPr>
              <a:t>Block 4 4B </a:t>
            </a:r>
            <a:r>
              <a:rPr sz="1500">
                <a:solidFill>
                  <a:srgbClr val="242A33"/>
                </a:solidFill>
                <a:latin typeface="Arial"/>
              </a:rPr>
              <a:t>— extend customer-conversation rehearsal.</a:t>
            </a:r>
            <a:endParaRPr/>
          </a:p>
          <a:p>
            <a:pPr algn="l">
              <a:lnSpc>
                <a:spcPct val="130000"/>
              </a:lnSpc>
              <a:spcBef>
                <a:spcPts val="400"/>
              </a:spcBef>
              <a:defRPr/>
            </a:pPr>
            <a:r>
              <a:rPr sz="1500" b="1">
                <a:solidFill>
                  <a:srgbClr val="000000"/>
                </a:solidFill>
                <a:latin typeface="Arial"/>
              </a:rPr>
              <a:t>▸  </a:t>
            </a:r>
            <a:r>
              <a:rPr sz="1500" b="1">
                <a:solidFill>
                  <a:srgbClr val="242A33"/>
                </a:solidFill>
                <a:latin typeface="Arial"/>
              </a:rPr>
              <a:t>Show patterns.md </a:t>
            </a:r>
            <a:r>
              <a:rPr sz="1500">
                <a:solidFill>
                  <a:srgbClr val="242A33"/>
                </a:solidFill>
                <a:latin typeface="Arial"/>
              </a:rPr>
              <a:t>— name Strategy / Template Method / DI.</a:t>
            </a:r>
            <a:endParaRPr/>
          </a:p>
          <a:p>
            <a:pPr algn="l">
              <a:lnSpc>
                <a:spcPct val="130000"/>
              </a:lnSpc>
              <a:spcBef>
                <a:spcPts val="400"/>
              </a:spcBef>
              <a:defRPr/>
            </a:pPr>
            <a:r>
              <a:rPr sz="1500" b="1">
                <a:solidFill>
                  <a:srgbClr val="000000"/>
                </a:solidFill>
                <a:latin typeface="Arial"/>
              </a:rPr>
              <a:t>▸  </a:t>
            </a:r>
            <a:r>
              <a:rPr sz="1500" b="1">
                <a:solidFill>
                  <a:srgbClr val="242A33"/>
                </a:solidFill>
                <a:latin typeface="Arial"/>
              </a:rPr>
              <a:t>Demo stage-3-broken </a:t>
            </a:r>
            <a:r>
              <a:rPr sz="1500">
                <a:solidFill>
                  <a:srgbClr val="242A33"/>
                </a:solidFill>
                <a:latin typeface="Arial"/>
              </a:rPr>
              <a:t>— why wrong even though it compiles.</a:t>
            </a:r>
            <a:endParaRPr/>
          </a:p>
          <a:p>
            <a:pPr algn="l">
              <a:lnSpc>
                <a:spcPct val="130000"/>
              </a:lnSpc>
              <a:spcBef>
                <a:spcPts val="400"/>
              </a:spcBef>
              <a:defRPr/>
            </a:pPr>
            <a:r>
              <a:rPr sz="1500" b="1">
                <a:solidFill>
                  <a:srgbClr val="000000"/>
                </a:solidFill>
                <a:latin typeface="Arial"/>
              </a:rPr>
              <a:t>▸  </a:t>
            </a:r>
            <a:r>
              <a:rPr sz="1500" b="1">
                <a:solidFill>
                  <a:srgbClr val="242A33"/>
                </a:solidFill>
                <a:latin typeface="Arial"/>
              </a:rPr>
              <a:t>PlcTestSuite demo </a:t>
            </a:r>
            <a:r>
              <a:rPr sz="1500">
                <a:solidFill>
                  <a:srgbClr val="242A33"/>
                </a:solidFill>
                <a:latin typeface="Arial"/>
              </a:rPr>
              <a:t>— most powerful extension. See next slide.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4564413" name="Text Placeholder 1"/>
          <p:cNvSpPr>
            <a:spLocks noGrp="1"/>
          </p:cNvSpPr>
          <p:nvPr>
            <p:ph type="body" sz="quarter" idx="15"/>
          </p:nvPr>
        </p:nvSpPr>
        <p:spPr bwMode="auto"/>
        <p:txBody>
          <a:bodyPr wrap="square"/>
          <a:lstStyle/>
          <a:p>
            <a:pPr algn="l">
              <a:lnSpc>
                <a:spcPct val="130000"/>
              </a:lnSpc>
              <a:defRPr/>
            </a:pPr>
            <a:r>
              <a:rPr sz="1400" b="1">
                <a:solidFill>
                  <a:srgbClr val="000000"/>
                </a:solidFill>
                <a:latin typeface="Arial"/>
              </a:rPr>
              <a:t>▸  </a:t>
            </a:r>
            <a:r>
              <a:rPr sz="1400" b="1">
                <a:solidFill>
                  <a:srgbClr val="242A33"/>
                </a:solidFill>
                <a:latin typeface="Arial"/>
              </a:rPr>
              <a:t>When </a:t>
            </a:r>
            <a:r>
              <a:rPr sz="1400">
                <a:solidFill>
                  <a:srgbClr val="242A33"/>
                </a:solidFill>
                <a:latin typeface="Arial"/>
              </a:rPr>
              <a:t>— 20+ min ahead at Block 4, runtime available, room is engaged.</a:t>
            </a:r>
            <a:endParaRPr/>
          </a:p>
          <a:p>
            <a:pPr algn="l">
              <a:lnSpc>
                <a:spcPct val="130000"/>
              </a:lnSpc>
              <a:spcBef>
                <a:spcPts val="400"/>
              </a:spcBef>
              <a:defRPr/>
            </a:pPr>
            <a:r>
              <a:rPr sz="1400" b="1">
                <a:solidFill>
                  <a:srgbClr val="000000"/>
                </a:solidFill>
                <a:latin typeface="Arial"/>
              </a:rPr>
              <a:t>▸  </a:t>
            </a:r>
            <a:r>
              <a:rPr sz="1400" b="1">
                <a:solidFill>
                  <a:srgbClr val="242A33"/>
                </a:solidFill>
                <a:latin typeface="Arial"/>
              </a:rPr>
              <a:t>Branch </a:t>
            </a:r>
            <a:r>
              <a:rPr sz="1400">
                <a:solidFill>
                  <a:srgbClr val="242A33"/>
                </a:solidFill>
                <a:latin typeface="Arial"/>
              </a:rPr>
              <a:t>— stage-3-complete-tests. Library — PlcTestSuite (separate install).</a:t>
            </a:r>
            <a:endParaRPr/>
          </a:p>
          <a:p>
            <a:pPr algn="l">
              <a:lnSpc>
                <a:spcPct val="130000"/>
              </a:lnSpc>
              <a:spcBef>
                <a:spcPts val="400"/>
              </a:spcBef>
              <a:defRPr/>
            </a:pPr>
            <a:r>
              <a:rPr sz="1400" b="1">
                <a:solidFill>
                  <a:srgbClr val="000000"/>
                </a:solidFill>
                <a:latin typeface="Arial"/>
              </a:rPr>
              <a:t>▸  </a:t>
            </a:r>
            <a:r>
              <a:rPr sz="1400" b="1">
                <a:solidFill>
                  <a:srgbClr val="242A33"/>
                </a:solidFill>
                <a:latin typeface="Arial"/>
              </a:rPr>
              <a:t>2 min </a:t>
            </a:r>
            <a:r>
              <a:rPr sz="1400">
                <a:solidFill>
                  <a:srgbClr val="242A33"/>
                </a:solidFill>
                <a:latin typeface="Arial"/>
              </a:rPr>
              <a:t>— read 'Why composition is testable' from testing.md.</a:t>
            </a:r>
            <a:endParaRPr/>
          </a:p>
          <a:p>
            <a:pPr algn="l">
              <a:lnSpc>
                <a:spcPct val="130000"/>
              </a:lnSpc>
              <a:spcBef>
                <a:spcPts val="400"/>
              </a:spcBef>
              <a:defRPr/>
            </a:pPr>
            <a:r>
              <a:rPr sz="1400" b="1">
                <a:solidFill>
                  <a:srgbClr val="000000"/>
                </a:solidFill>
                <a:latin typeface="Arial"/>
              </a:rPr>
              <a:t>▸  </a:t>
            </a:r>
            <a:r>
              <a:rPr sz="1400" b="1">
                <a:solidFill>
                  <a:srgbClr val="242A33"/>
                </a:solidFill>
                <a:latin typeface="Arial"/>
              </a:rPr>
              <a:t>5 min </a:t>
            </a:r>
            <a:r>
              <a:rPr sz="1400">
                <a:solidFill>
                  <a:srgbClr val="242A33"/>
                </a:solidFill>
                <a:latin typeface="Arial"/>
              </a:rPr>
              <a:t>— show Test_QualityFlag_StopsLineIsFalse. Six lines = Liskov.</a:t>
            </a:r>
            <a:endParaRPr/>
          </a:p>
          <a:p>
            <a:pPr algn="l">
              <a:lnSpc>
                <a:spcPct val="130000"/>
              </a:lnSpc>
              <a:spcBef>
                <a:spcPts val="400"/>
              </a:spcBef>
              <a:defRPr/>
            </a:pPr>
            <a:r>
              <a:rPr sz="1400" b="1">
                <a:solidFill>
                  <a:srgbClr val="000000"/>
                </a:solidFill>
                <a:latin typeface="Arial"/>
              </a:rPr>
              <a:t>▸  </a:t>
            </a:r>
            <a:r>
              <a:rPr sz="1400" b="1">
                <a:solidFill>
                  <a:srgbClr val="242A33"/>
                </a:solidFill>
                <a:latin typeface="Arial"/>
              </a:rPr>
              <a:t>5 min </a:t>
            </a:r>
            <a:r>
              <a:rPr sz="1400">
                <a:solidFill>
                  <a:srgbClr val="242A33"/>
                </a:solidFill>
                <a:latin typeface="Arial"/>
              </a:rPr>
              <a:t>— show Test_FillStation_HappyPath_CompletesCycle. The DI seam IS the testing seam.</a:t>
            </a:r>
            <a:endParaRPr/>
          </a:p>
          <a:p>
            <a:pPr algn="l">
              <a:lnSpc>
                <a:spcPct val="130000"/>
              </a:lnSpc>
              <a:spcBef>
                <a:spcPts val="400"/>
              </a:spcBef>
              <a:defRPr/>
            </a:pPr>
            <a:r>
              <a:rPr sz="1400" b="1">
                <a:solidFill>
                  <a:srgbClr val="000000"/>
                </a:solidFill>
                <a:latin typeface="Arial"/>
              </a:rPr>
              <a:t>▸  </a:t>
            </a:r>
            <a:r>
              <a:rPr sz="1400" b="1">
                <a:solidFill>
                  <a:srgbClr val="242A33"/>
                </a:solidFill>
                <a:latin typeface="Arial"/>
              </a:rPr>
              <a:t>5 min </a:t>
            </a:r>
            <a:r>
              <a:rPr sz="1400">
                <a:solidFill>
                  <a:srgbClr val="242A33"/>
                </a:solidFill>
                <a:latin typeface="Arial"/>
              </a:rPr>
              <a:t>— if you have a runtime: build, login, RunTests := TRUE, show TEST_Result.xml.</a:t>
            </a:r>
            <a:endParaRPr/>
          </a:p>
          <a:p>
            <a:pPr algn="l">
              <a:lnSpc>
                <a:spcPct val="130000"/>
              </a:lnSpc>
              <a:spcBef>
                <a:spcPts val="400"/>
              </a:spcBef>
              <a:defRPr/>
            </a:pPr>
            <a:r>
              <a:rPr sz="1400" b="1">
                <a:solidFill>
                  <a:srgbClr val="000000"/>
                </a:solidFill>
                <a:latin typeface="Arial"/>
              </a:rPr>
              <a:t>▸  </a:t>
            </a:r>
            <a:r>
              <a:rPr sz="1400" b="1">
                <a:solidFill>
                  <a:srgbClr val="242A33"/>
                </a:solidFill>
                <a:latin typeface="Arial"/>
              </a:rPr>
              <a:t>Why PlcTestSuite </a:t>
            </a:r>
            <a:r>
              <a:rPr sz="1400">
                <a:solidFill>
                  <a:srgbClr val="242A33"/>
                </a:solidFill>
                <a:latin typeface="Arial"/>
              </a:rPr>
              <a:t>— TcUnit and the upcoming Beckhoff-native framework are heavier installs.</a:t>
            </a:r>
            <a:endParaRPr/>
          </a:p>
        </p:txBody>
      </p:sp>
      <p:sp>
        <p:nvSpPr>
          <p:cNvPr id="186437808" name="Title 2"/>
          <p:cNvSpPr>
            <a:spLocks noGrp="1"/>
          </p:cNvSpPr>
          <p:nvPr>
            <p:ph type="title"/>
          </p:nvPr>
        </p:nvSpPr>
        <p:spPr bwMode="auto"/>
        <p:txBody>
          <a:bodyPr/>
          <a:lstStyle/>
          <a:p>
            <a:pPr>
              <a:defRPr/>
            </a:pPr>
            <a:r>
              <a:rPr/>
              <a:t>Bonus — PlcTestSuite demo (only if class finishes early)</a:t>
            </a:r>
            <a:endParaRPr/>
          </a:p>
        </p:txBody>
      </p:sp>
      <p:sp>
        <p:nvSpPr>
          <p:cNvPr id="1655420859"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BACKUP  ·  BONUS CONTENT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1315912" name="Title 1"/>
          <p:cNvSpPr>
            <a:spLocks noGrp="1"/>
          </p:cNvSpPr>
          <p:nvPr>
            <p:ph type="title"/>
          </p:nvPr>
        </p:nvSpPr>
        <p:spPr bwMode="auto"/>
        <p:txBody>
          <a:bodyPr/>
          <a:lstStyle/>
          <a:p>
            <a:pPr>
              <a:defRPr/>
            </a:pPr>
            <a:r>
              <a:rPr/>
              <a:t>Materials checklist</a:t>
            </a:r>
            <a:endParaRPr/>
          </a:p>
        </p:txBody>
      </p:sp>
      <p:sp>
        <p:nvSpPr>
          <p:cNvPr id="1627661790"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BACKUP  ·  FACILITATOR CHECKLIST</a:t>
            </a:r>
            <a:endParaRPr/>
          </a:p>
        </p:txBody>
      </p:sp>
      <p:sp>
        <p:nvSpPr>
          <p:cNvPr id="1899505251" name="Rectangle 3"/>
          <p:cNvSpPr/>
          <p:nvPr/>
        </p:nvSpPr>
        <p:spPr bwMode="auto">
          <a:xfrm>
            <a:off x="4978908" y="1371600"/>
            <a:ext cx="9144" cy="4846320"/>
          </a:xfrm>
          <a:prstGeom prst="rect">
            <a:avLst/>
          </a:prstGeom>
          <a:solidFill>
            <a:srgbClr val="C8CE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854866477" name="TextBox 4"/>
          <p:cNvSpPr txBox="1"/>
          <p:nvPr/>
        </p:nvSpPr>
        <p:spPr bwMode="auto">
          <a:xfrm>
            <a:off x="0" y="1188720"/>
            <a:ext cx="4846320" cy="365760"/>
          </a:xfrm>
          <a:prstGeom prst="rect">
            <a:avLst/>
          </a:prstGeom>
          <a:noFill/>
        </p:spPr>
        <p:txBody>
          <a:bodyPr wrap="square" lIns="0" tIns="0" rIns="0" bIns="0" anchor="t">
            <a:spAutoFit/>
          </a:bodyPr>
          <a:lstStyle/>
          <a:p>
            <a:pPr algn="l">
              <a:lnSpc>
                <a:spcPct val="114999"/>
              </a:lnSpc>
              <a:defRPr/>
            </a:pPr>
            <a:r>
              <a:rPr sz="1200" b="1" i="0">
                <a:solidFill>
                  <a:srgbClr val="000000"/>
                </a:solidFill>
                <a:latin typeface="Arial"/>
              </a:rPr>
              <a:t>DAY-OF</a:t>
            </a:r>
            <a:endParaRPr/>
          </a:p>
        </p:txBody>
      </p:sp>
      <p:sp>
        <p:nvSpPr>
          <p:cNvPr id="150081846" name="TextBox 5"/>
          <p:cNvSpPr txBox="1"/>
          <p:nvPr/>
        </p:nvSpPr>
        <p:spPr bwMode="auto">
          <a:xfrm>
            <a:off x="0" y="1645920"/>
            <a:ext cx="4846320" cy="4572000"/>
          </a:xfrm>
          <a:prstGeom prst="rect">
            <a:avLst/>
          </a:prstGeom>
          <a:noFill/>
        </p:spPr>
        <p:txBody>
          <a:bodyPr wrap="square" lIns="0" tIns="0" rIns="0" bIns="0">
            <a:spAutoFit/>
          </a:bodyPr>
          <a:lstStyle/>
          <a:p>
            <a:pPr algn="l">
              <a:lnSpc>
                <a:spcPct val="130000"/>
              </a:lnSpc>
              <a:defRPr/>
            </a:pPr>
            <a:r>
              <a:rPr sz="1500" b="1">
                <a:solidFill>
                  <a:srgbClr val="000000"/>
                </a:solidFill>
                <a:latin typeface="Arial"/>
              </a:rPr>
              <a:t>▸  </a:t>
            </a:r>
            <a:r>
              <a:rPr sz="1500">
                <a:solidFill>
                  <a:srgbClr val="242A33"/>
                </a:solidFill>
                <a:latin typeface="Arial"/>
              </a:rPr>
              <a:t>Repo cloned, all branches fetched.</a:t>
            </a:r>
            <a:endParaRPr/>
          </a:p>
          <a:p>
            <a:pPr algn="l">
              <a:lnSpc>
                <a:spcPct val="130000"/>
              </a:lnSpc>
              <a:spcBef>
                <a:spcPts val="400"/>
              </a:spcBef>
              <a:defRPr/>
            </a:pPr>
            <a:r>
              <a:rPr sz="1500" b="1">
                <a:solidFill>
                  <a:srgbClr val="000000"/>
                </a:solidFill>
                <a:latin typeface="Arial"/>
              </a:rPr>
              <a:t>▸  </a:t>
            </a:r>
            <a:r>
              <a:rPr sz="1500">
                <a:solidFill>
                  <a:srgbClr val="242A33"/>
                </a:solidFill>
                <a:latin typeface="Arial"/>
              </a:rPr>
              <a:t>TwinCAT XAE 3.1.4026+, two instances open.</a:t>
            </a:r>
            <a:endParaRPr/>
          </a:p>
          <a:p>
            <a:pPr algn="l">
              <a:lnSpc>
                <a:spcPct val="130000"/>
              </a:lnSpc>
              <a:spcBef>
                <a:spcPts val="400"/>
              </a:spcBef>
              <a:defRPr/>
            </a:pPr>
            <a:r>
              <a:rPr sz="1500" b="1">
                <a:solidFill>
                  <a:srgbClr val="000000"/>
                </a:solidFill>
                <a:latin typeface="Arial"/>
              </a:rPr>
              <a:t>▸  </a:t>
            </a:r>
            <a:r>
              <a:rPr sz="1500">
                <a:solidFill>
                  <a:srgbClr val="242A33"/>
                </a:solidFill>
                <a:latin typeface="Arial"/>
              </a:rPr>
              <a:t>Browser with the scoreboard bookmarked.</a:t>
            </a:r>
            <a:endParaRPr/>
          </a:p>
          <a:p>
            <a:pPr algn="l">
              <a:lnSpc>
                <a:spcPct val="130000"/>
              </a:lnSpc>
              <a:spcBef>
                <a:spcPts val="400"/>
              </a:spcBef>
              <a:defRPr/>
            </a:pPr>
            <a:r>
              <a:rPr sz="1500" b="1">
                <a:solidFill>
                  <a:srgbClr val="000000"/>
                </a:solidFill>
                <a:latin typeface="Arial"/>
              </a:rPr>
              <a:t>▸  </a:t>
            </a:r>
            <a:r>
              <a:rPr sz="1500" b="1">
                <a:solidFill>
                  <a:srgbClr val="242A33"/>
                </a:solidFill>
                <a:latin typeface="Arial"/>
              </a:rPr>
              <a:t>Local docs site (./serve-docs.sh) </a:t>
            </a:r>
            <a:r>
              <a:rPr sz="1500">
                <a:solidFill>
                  <a:srgbClr val="242A33"/>
                </a:solidFill>
                <a:latin typeface="Arial"/>
              </a:rPr>
              <a:t>— wifi backup.</a:t>
            </a:r>
            <a:endParaRPr/>
          </a:p>
          <a:p>
            <a:pPr algn="l">
              <a:lnSpc>
                <a:spcPct val="130000"/>
              </a:lnSpc>
              <a:spcBef>
                <a:spcPts val="400"/>
              </a:spcBef>
              <a:defRPr/>
            </a:pPr>
            <a:r>
              <a:rPr sz="1500" b="1">
                <a:solidFill>
                  <a:srgbClr val="000000"/>
                </a:solidFill>
                <a:latin typeface="Arial"/>
              </a:rPr>
              <a:t>▸  </a:t>
            </a:r>
            <a:r>
              <a:rPr sz="1500">
                <a:solidFill>
                  <a:srgbClr val="242A33"/>
                </a:solidFill>
                <a:latin typeface="Arial"/>
              </a:rPr>
              <a:t>Whiteboard or large sticky notes for the physical scoreboard.</a:t>
            </a:r>
            <a:endParaRPr/>
          </a:p>
          <a:p>
            <a:pPr algn="l">
              <a:lnSpc>
                <a:spcPct val="130000"/>
              </a:lnSpc>
              <a:spcBef>
                <a:spcPts val="400"/>
              </a:spcBef>
              <a:defRPr/>
            </a:pPr>
            <a:r>
              <a:rPr sz="1500" b="1">
                <a:solidFill>
                  <a:srgbClr val="000000"/>
                </a:solidFill>
                <a:latin typeface="Arial"/>
              </a:rPr>
              <a:t>▸  </a:t>
            </a:r>
            <a:r>
              <a:rPr sz="1500">
                <a:solidFill>
                  <a:srgbClr val="242A33"/>
                </a:solidFill>
                <a:latin typeface="Arial"/>
              </a:rPr>
              <a:t>Timer for the timed exercises.</a:t>
            </a:r>
            <a:endParaRPr/>
          </a:p>
        </p:txBody>
      </p:sp>
      <p:sp>
        <p:nvSpPr>
          <p:cNvPr id="560553017" name="TextBox 6"/>
          <p:cNvSpPr txBox="1"/>
          <p:nvPr/>
        </p:nvSpPr>
        <p:spPr bwMode="auto">
          <a:xfrm>
            <a:off x="5120640" y="1188720"/>
            <a:ext cx="4846320" cy="365760"/>
          </a:xfrm>
          <a:prstGeom prst="rect">
            <a:avLst/>
          </a:prstGeom>
          <a:noFill/>
        </p:spPr>
        <p:txBody>
          <a:bodyPr wrap="square" lIns="0" tIns="0" rIns="0" bIns="0" anchor="t">
            <a:spAutoFit/>
          </a:bodyPr>
          <a:lstStyle/>
          <a:p>
            <a:pPr algn="l">
              <a:lnSpc>
                <a:spcPct val="114999"/>
              </a:lnSpc>
              <a:defRPr/>
            </a:pPr>
            <a:r>
              <a:rPr sz="1200" b="1" i="0">
                <a:solidFill>
                  <a:srgbClr val="000000"/>
                </a:solidFill>
                <a:latin typeface="Arial"/>
              </a:rPr>
              <a:t>DAY-AFTER</a:t>
            </a:r>
            <a:endParaRPr/>
          </a:p>
        </p:txBody>
      </p:sp>
      <p:sp>
        <p:nvSpPr>
          <p:cNvPr id="1865815693" name="TextBox 7"/>
          <p:cNvSpPr txBox="1"/>
          <p:nvPr/>
        </p:nvSpPr>
        <p:spPr bwMode="auto">
          <a:xfrm>
            <a:off x="5120640" y="1645920"/>
            <a:ext cx="4846320" cy="4572000"/>
          </a:xfrm>
          <a:prstGeom prst="rect">
            <a:avLst/>
          </a:prstGeom>
          <a:noFill/>
        </p:spPr>
        <p:txBody>
          <a:bodyPr wrap="square" lIns="0" tIns="0" rIns="0" bIns="0">
            <a:spAutoFit/>
          </a:bodyPr>
          <a:lstStyle/>
          <a:p>
            <a:pPr algn="l">
              <a:lnSpc>
                <a:spcPct val="130000"/>
              </a:lnSpc>
              <a:defRPr/>
            </a:pPr>
            <a:r>
              <a:rPr sz="1500" b="1">
                <a:solidFill>
                  <a:srgbClr val="000000"/>
                </a:solidFill>
                <a:latin typeface="Arial"/>
              </a:rPr>
              <a:t>▸  </a:t>
            </a:r>
            <a:r>
              <a:rPr sz="1500">
                <a:solidFill>
                  <a:srgbClr val="242A33"/>
                </a:solidFill>
                <a:latin typeface="Arial"/>
              </a:rPr>
              <a:t>Send each attendee a personal recommendation.</a:t>
            </a:r>
            <a:endParaRPr/>
          </a:p>
          <a:p>
            <a:pPr algn="l">
              <a:lnSpc>
                <a:spcPct val="130000"/>
              </a:lnSpc>
              <a:spcBef>
                <a:spcPts val="400"/>
              </a:spcBef>
              <a:defRPr/>
            </a:pPr>
            <a:r>
              <a:rPr sz="1500" b="1">
                <a:solidFill>
                  <a:srgbClr val="000000"/>
                </a:solidFill>
                <a:latin typeface="Arial"/>
              </a:rPr>
              <a:t>▸  </a:t>
            </a:r>
            <a:r>
              <a:rPr sz="1500">
                <a:solidFill>
                  <a:srgbClr val="242A33"/>
                </a:solidFill>
                <a:latin typeface="Arial"/>
              </a:rPr>
              <a:t>Send the repo URL and scoreboard compare links.</a:t>
            </a:r>
            <a:endParaRPr/>
          </a:p>
          <a:p>
            <a:pPr algn="l">
              <a:lnSpc>
                <a:spcPct val="130000"/>
              </a:lnSpc>
              <a:spcBef>
                <a:spcPts val="400"/>
              </a:spcBef>
              <a:defRPr/>
            </a:pPr>
            <a:r>
              <a:rPr sz="1500" b="1">
                <a:solidFill>
                  <a:srgbClr val="000000"/>
                </a:solidFill>
                <a:latin typeface="Arial"/>
              </a:rPr>
              <a:t>▸  </a:t>
            </a:r>
            <a:r>
              <a:rPr sz="1500">
                <a:solidFill>
                  <a:srgbClr val="242A33"/>
                </a:solidFill>
                <a:latin typeface="Arial"/>
              </a:rPr>
              <a:t>Solicit feedback in the workshop's chat / channel.</a:t>
            </a:r>
            <a:endParaRPr/>
          </a:p>
          <a:p>
            <a:pPr algn="l">
              <a:lnSpc>
                <a:spcPct val="130000"/>
              </a:lnSpc>
              <a:spcBef>
                <a:spcPts val="400"/>
              </a:spcBef>
              <a:defRPr/>
            </a:pPr>
            <a:r>
              <a:rPr sz="1500" b="1">
                <a:solidFill>
                  <a:srgbClr val="000000"/>
                </a:solidFill>
                <a:latin typeface="Arial"/>
              </a:rPr>
              <a:t>▸  </a:t>
            </a:r>
            <a:r>
              <a:rPr sz="1500" b="1">
                <a:solidFill>
                  <a:srgbClr val="242A33"/>
                </a:solidFill>
                <a:latin typeface="Arial"/>
              </a:rPr>
              <a:t>Optional </a:t>
            </a:r>
            <a:r>
              <a:rPr sz="1500">
                <a:solidFill>
                  <a:srgbClr val="242A33"/>
                </a:solidFill>
                <a:latin typeface="Arial"/>
              </a:rPr>
              <a:t>— only if you ran testing demo: PlcTestSuite link.</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7210186" name="Text Placeholder 1"/>
          <p:cNvSpPr>
            <a:spLocks noGrp="1"/>
          </p:cNvSpPr>
          <p:nvPr>
            <p:ph type="body" sz="quarter" idx="15"/>
          </p:nvPr>
        </p:nvSpPr>
        <p:spPr bwMode="auto"/>
        <p:txBody>
          <a:bodyPr wrap="square"/>
          <a:lstStyle/>
          <a:p>
            <a:pPr algn="l">
              <a:lnSpc>
                <a:spcPct val="130000"/>
              </a:lnSpc>
              <a:defRPr/>
            </a:pPr>
            <a:r>
              <a:rPr sz="2000" b="1">
                <a:solidFill>
                  <a:srgbClr val="000000"/>
                </a:solidFill>
                <a:latin typeface="Arial"/>
              </a:rPr>
              <a:t>▸  </a:t>
            </a:r>
            <a:r>
              <a:rPr sz="2000" b="1">
                <a:solidFill>
                  <a:srgbClr val="242A33"/>
                </a:solidFill>
                <a:latin typeface="Arial"/>
              </a:rPr>
              <a:t>30 min </a:t>
            </a:r>
            <a:r>
              <a:rPr sz="2000">
                <a:solidFill>
                  <a:srgbClr val="242A33"/>
                </a:solidFill>
                <a:latin typeface="Arial"/>
              </a:rPr>
              <a:t>— "the one demo." Stage 3 CR-2 swap only.</a:t>
            </a:r>
            <a:endParaRPr/>
          </a:p>
          <a:p>
            <a:pPr algn="l">
              <a:lnSpc>
                <a:spcPct val="130000"/>
              </a:lnSpc>
              <a:spcBef>
                <a:spcPts val="400"/>
              </a:spcBef>
              <a:defRPr/>
            </a:pPr>
            <a:r>
              <a:rPr sz="2000" b="1">
                <a:solidFill>
                  <a:srgbClr val="000000"/>
                </a:solidFill>
                <a:latin typeface="Arial"/>
              </a:rPr>
              <a:t>▸  </a:t>
            </a:r>
            <a:r>
              <a:rPr sz="2000" b="1">
                <a:solidFill>
                  <a:srgbClr val="242A33"/>
                </a:solidFill>
                <a:latin typeface="Arial"/>
              </a:rPr>
              <a:t>1 hr </a:t>
            </a:r>
            <a:r>
              <a:rPr sz="2000">
                <a:solidFill>
                  <a:srgbClr val="242A33"/>
                </a:solidFill>
                <a:latin typeface="Arial"/>
              </a:rPr>
              <a:t>— "the methodology compare." Stage 1 + Stage 3 CR-1; skip Stage 2.</a:t>
            </a:r>
            <a:endParaRPr/>
          </a:p>
          <a:p>
            <a:pPr algn="l">
              <a:lnSpc>
                <a:spcPct val="130000"/>
              </a:lnSpc>
              <a:spcBef>
                <a:spcPts val="400"/>
              </a:spcBef>
              <a:defRPr/>
            </a:pPr>
            <a:r>
              <a:rPr sz="2000" b="1">
                <a:solidFill>
                  <a:srgbClr val="000000"/>
                </a:solidFill>
                <a:latin typeface="Arial"/>
              </a:rPr>
              <a:t>▸  </a:t>
            </a:r>
            <a:r>
              <a:rPr sz="2000" b="1">
                <a:solidFill>
                  <a:srgbClr val="242A33"/>
                </a:solidFill>
                <a:latin typeface="Arial"/>
              </a:rPr>
              <a:t>2 hr </a:t>
            </a:r>
            <a:r>
              <a:rPr sz="2000">
                <a:solidFill>
                  <a:srgbClr val="242A33"/>
                </a:solidFill>
                <a:latin typeface="Arial"/>
              </a:rPr>
              <a:t>— "the workshop, compressed." Cut CR-3 in every stage.</a:t>
            </a:r>
            <a:endParaRPr/>
          </a:p>
          <a:p>
            <a:pPr algn="l">
              <a:lnSpc>
                <a:spcPct val="130000"/>
              </a:lnSpc>
              <a:spcBef>
                <a:spcPts val="400"/>
              </a:spcBef>
              <a:defRPr/>
            </a:pPr>
            <a:r>
              <a:rPr sz="2000" b="1">
                <a:solidFill>
                  <a:srgbClr val="000000"/>
                </a:solidFill>
                <a:latin typeface="Arial"/>
              </a:rPr>
              <a:t>▸  </a:t>
            </a:r>
            <a:r>
              <a:rPr sz="2000" b="1">
                <a:solidFill>
                  <a:srgbClr val="242A33"/>
                </a:solidFill>
                <a:latin typeface="Arial"/>
              </a:rPr>
              <a:t>4 hr </a:t>
            </a:r>
            <a:r>
              <a:rPr sz="2000">
                <a:solidFill>
                  <a:srgbClr val="242A33"/>
                </a:solidFill>
                <a:latin typeface="Arial"/>
              </a:rPr>
              <a:t>— "the full workshop." This deck.</a:t>
            </a:r>
            <a:endParaRPr/>
          </a:p>
        </p:txBody>
      </p:sp>
      <p:sp>
        <p:nvSpPr>
          <p:cNvPr id="2134141392" name="Title 2"/>
          <p:cNvSpPr>
            <a:spLocks noGrp="1"/>
          </p:cNvSpPr>
          <p:nvPr>
            <p:ph type="title"/>
          </p:nvPr>
        </p:nvSpPr>
        <p:spPr bwMode="auto"/>
        <p:txBody>
          <a:bodyPr/>
          <a:lstStyle/>
          <a:p>
            <a:pPr>
              <a:defRPr/>
            </a:pPr>
            <a:r>
              <a:rPr/>
              <a:t>Shorter versions — when 4 hours isn't on the table</a:t>
            </a:r>
            <a:endParaRPr/>
          </a:p>
        </p:txBody>
      </p:sp>
      <p:sp>
        <p:nvSpPr>
          <p:cNvPr id="1571791475" name="TextBox 3"/>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000000"/>
                </a:solidFill>
                <a:latin typeface="Arial"/>
              </a:rPr>
              <a:t>BACKUP  ·  FACILITATOR REFERENCE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8845228" name="Title 1"/>
          <p:cNvSpPr>
            <a:spLocks noGrp="1"/>
          </p:cNvSpPr>
          <p:nvPr>
            <p:ph type="title"/>
          </p:nvPr>
        </p:nvSpPr>
        <p:spPr bwMode="auto"/>
        <p:txBody>
          <a:bodyPr/>
          <a:lstStyle/>
          <a:p>
            <a:pPr>
              <a:defRPr/>
            </a:pPr>
            <a:r>
              <a:rPr lang="en-US"/>
              <a:t>Anticipated Customer Feedback</a:t>
            </a:r>
            <a:endParaRPr/>
          </a:p>
        </p:txBody>
      </p:sp>
      <p:sp>
        <p:nvSpPr>
          <p:cNvPr id="223593946"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EF0000"/>
                </a:solidFill>
                <a:latin typeface="Arial"/>
              </a:rPr>
              <a:t>BACKUP  ·  EXTENDED PUSHBACK</a:t>
            </a:r>
            <a:endParaRPr/>
          </a:p>
        </p:txBody>
      </p:sp>
      <p:sp>
        <p:nvSpPr>
          <p:cNvPr id="2115032917" name="Rectangle 3"/>
          <p:cNvSpPr/>
          <p:nvPr/>
        </p:nvSpPr>
        <p:spPr bwMode="auto">
          <a:xfrm>
            <a:off x="0" y="1188720"/>
            <a:ext cx="10012680" cy="1874519"/>
          </a:xfrm>
          <a:prstGeom prst="rect">
            <a:avLst/>
          </a:prstGeom>
          <a:solidFill>
            <a:srgbClr val="E5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0981555" name="Rectangle 4"/>
          <p:cNvSpPr/>
          <p:nvPr/>
        </p:nvSpPr>
        <p:spPr bwMode="auto">
          <a:xfrm>
            <a:off x="0" y="1188720"/>
            <a:ext cx="91440" cy="1874519"/>
          </a:xfrm>
          <a:prstGeom prst="rect">
            <a:avLst/>
          </a:prstGeom>
          <a:solidFill>
            <a:srgbClr val="E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3992976" name="TextBox 5"/>
          <p:cNvSpPr txBox="1"/>
          <p:nvPr/>
        </p:nvSpPr>
        <p:spPr bwMode="auto">
          <a:xfrm>
            <a:off x="274320" y="1325880"/>
            <a:ext cx="9601200" cy="320040"/>
          </a:xfrm>
          <a:prstGeom prst="rect">
            <a:avLst/>
          </a:prstGeom>
          <a:noFill/>
        </p:spPr>
        <p:txBody>
          <a:bodyPr wrap="square" lIns="0" tIns="0" rIns="0" bIns="0" anchor="t">
            <a:spAutoFit/>
          </a:bodyPr>
          <a:lstStyle/>
          <a:p>
            <a:pPr algn="l">
              <a:lnSpc>
                <a:spcPct val="114999"/>
              </a:lnSpc>
              <a:defRPr/>
            </a:pPr>
            <a:r>
              <a:rPr sz="1100" b="1" i="0">
                <a:solidFill>
                  <a:srgbClr val="EF0000"/>
                </a:solidFill>
                <a:latin typeface="Arial"/>
              </a:rPr>
              <a:t>CUSTOMER</a:t>
            </a:r>
            <a:endParaRPr/>
          </a:p>
        </p:txBody>
      </p:sp>
      <p:sp>
        <p:nvSpPr>
          <p:cNvPr id="981740935" name="TextBox 6"/>
          <p:cNvSpPr txBox="1"/>
          <p:nvPr/>
        </p:nvSpPr>
        <p:spPr bwMode="auto">
          <a:xfrm>
            <a:off x="274320" y="1691640"/>
            <a:ext cx="9601200" cy="322652"/>
          </a:xfrm>
          <a:prstGeom prst="rect">
            <a:avLst/>
          </a:prstGeom>
          <a:noFill/>
        </p:spPr>
        <p:txBody>
          <a:bodyPr wrap="square" lIns="0" tIns="0" rIns="0" bIns="0" anchor="t">
            <a:spAutoFit/>
          </a:bodyPr>
          <a:lstStyle/>
          <a:p>
            <a:pPr algn="l">
              <a:lnSpc>
                <a:spcPct val="130000"/>
              </a:lnSpc>
              <a:defRPr/>
            </a:pPr>
            <a:r>
              <a:rPr sz="1800" b="0" i="1">
                <a:solidFill>
                  <a:srgbClr val="414D5C"/>
                </a:solidFill>
                <a:latin typeface="Arial"/>
              </a:rPr>
              <a:t>"We don't use SPT — we already have our own base classes."</a:t>
            </a:r>
            <a:endParaRPr/>
          </a:p>
        </p:txBody>
      </p:sp>
      <p:sp>
        <p:nvSpPr>
          <p:cNvPr id="1277133489" name="Rectangle 7"/>
          <p:cNvSpPr/>
          <p:nvPr/>
        </p:nvSpPr>
        <p:spPr bwMode="auto">
          <a:xfrm>
            <a:off x="0" y="3246120"/>
            <a:ext cx="10012680" cy="3063240"/>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6559711" name="Rectangle 8"/>
          <p:cNvSpPr/>
          <p:nvPr/>
        </p:nvSpPr>
        <p:spPr bwMode="auto">
          <a:xfrm>
            <a:off x="0" y="3246120"/>
            <a:ext cx="91440" cy="306324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7607963" name="TextBox 9"/>
          <p:cNvSpPr txBox="1"/>
          <p:nvPr/>
        </p:nvSpPr>
        <p:spPr bwMode="auto">
          <a:xfrm>
            <a:off x="274320" y="3383280"/>
            <a:ext cx="9601200" cy="320040"/>
          </a:xfrm>
          <a:prstGeom prst="rect">
            <a:avLst/>
          </a:prstGeom>
          <a:noFill/>
        </p:spPr>
        <p:txBody>
          <a:bodyPr wrap="square" lIns="0" tIns="0" rIns="0" bIns="0" anchor="t">
            <a:spAutoFit/>
          </a:bodyPr>
          <a:lstStyle/>
          <a:p>
            <a:pPr algn="l">
              <a:lnSpc>
                <a:spcPct val="114999"/>
              </a:lnSpc>
              <a:defRPr/>
            </a:pPr>
            <a:r>
              <a:rPr sz="1100" b="1" i="0">
                <a:solidFill>
                  <a:srgbClr val="2D76AD"/>
                </a:solidFill>
                <a:latin typeface="Arial"/>
              </a:rPr>
              <a:t>FAE ANSWER</a:t>
            </a:r>
            <a:endParaRPr/>
          </a:p>
        </p:txBody>
      </p:sp>
      <p:sp>
        <p:nvSpPr>
          <p:cNvPr id="462169394" name="TextBox 10"/>
          <p:cNvSpPr txBox="1"/>
          <p:nvPr/>
        </p:nvSpPr>
        <p:spPr bwMode="auto">
          <a:xfrm>
            <a:off x="274320" y="3749040"/>
            <a:ext cx="9601200" cy="2468880"/>
          </a:xfrm>
          <a:prstGeom prst="rect">
            <a:avLst/>
          </a:prstGeom>
          <a:noFill/>
        </p:spPr>
        <p:txBody>
          <a:bodyPr wrap="square" lIns="0" tIns="0" rIns="0" bIns="0" anchor="t">
            <a:spAutoFit/>
          </a:bodyPr>
          <a:lstStyle/>
          <a:p>
            <a:pPr algn="l">
              <a:lnSpc>
                <a:spcPct val="135000"/>
              </a:lnSpc>
              <a:defRPr/>
            </a:pPr>
            <a:r>
              <a:rPr sz="1700" b="0" i="0">
                <a:solidFill>
                  <a:srgbClr val="FFFFFF"/>
                </a:solidFill>
                <a:latin typeface="Arial"/>
              </a:rPr>
              <a:t>That's fine. We're teaching a methodology, not a library. Stage 2 uses SPT — Beckhoff USA's public Community library, a useful starting point if you want one. Stage 3 sits on Core / CoreComponents, which are internal Beckhoff USA libraries today (the foundation SPT itself builds on). Your in-house base classes apply the same patterns: base + virtual hooks for Stage 2 ergonomics; interfaces + DI for Stage 3.</a:t>
            </a:r>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8845228" name="Title 1"/>
          <p:cNvSpPr>
            <a:spLocks noGrp="1"/>
          </p:cNvSpPr>
          <p:nvPr>
            <p:ph type="title"/>
          </p:nvPr>
        </p:nvSpPr>
        <p:spPr bwMode="auto"/>
        <p:txBody>
          <a:bodyPr/>
          <a:lstStyle/>
          <a:p>
            <a:pPr>
              <a:defRPr/>
            </a:pPr>
            <a:r>
              <a:rPr lang="en-US"/>
              <a:t>Anticipated Customer Feedback</a:t>
            </a:r>
            <a:endParaRPr/>
          </a:p>
        </p:txBody>
      </p:sp>
      <p:sp>
        <p:nvSpPr>
          <p:cNvPr id="223593946" name="TextBox 2"/>
          <p:cNvSpPr txBox="1"/>
          <p:nvPr/>
        </p:nvSpPr>
        <p:spPr bwMode="auto">
          <a:xfrm>
            <a:off x="0" y="164592"/>
            <a:ext cx="10140696" cy="292608"/>
          </a:xfrm>
          <a:prstGeom prst="rect">
            <a:avLst/>
          </a:prstGeom>
          <a:noFill/>
        </p:spPr>
        <p:txBody>
          <a:bodyPr wrap="square" lIns="0" tIns="0" rIns="0" bIns="0" anchor="t">
            <a:spAutoFit/>
          </a:bodyPr>
          <a:lstStyle/>
          <a:p>
            <a:pPr algn="l">
              <a:lnSpc>
                <a:spcPct val="114999"/>
              </a:lnSpc>
              <a:defRPr/>
            </a:pPr>
            <a:r>
              <a:rPr sz="1000" b="1" i="0">
                <a:solidFill>
                  <a:srgbClr val="EF0000"/>
                </a:solidFill>
                <a:latin typeface="Arial"/>
              </a:rPr>
              <a:t>BACKUP  ·  EXTENDED PUSHBACK</a:t>
            </a:r>
            <a:endParaRPr/>
          </a:p>
        </p:txBody>
      </p:sp>
      <p:sp>
        <p:nvSpPr>
          <p:cNvPr id="2115032917" name="Rectangle 3"/>
          <p:cNvSpPr/>
          <p:nvPr/>
        </p:nvSpPr>
        <p:spPr bwMode="auto">
          <a:xfrm>
            <a:off x="0" y="1188720"/>
            <a:ext cx="10012680" cy="1874519"/>
          </a:xfrm>
          <a:prstGeom prst="rect">
            <a:avLst/>
          </a:prstGeom>
          <a:solidFill>
            <a:srgbClr val="E5E8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120981555" name="Rectangle 4"/>
          <p:cNvSpPr/>
          <p:nvPr/>
        </p:nvSpPr>
        <p:spPr bwMode="auto">
          <a:xfrm>
            <a:off x="0" y="1188720"/>
            <a:ext cx="91440" cy="1874519"/>
          </a:xfrm>
          <a:prstGeom prst="rect">
            <a:avLst/>
          </a:prstGeom>
          <a:solidFill>
            <a:srgbClr val="E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863992976" name="TextBox 5"/>
          <p:cNvSpPr txBox="1"/>
          <p:nvPr/>
        </p:nvSpPr>
        <p:spPr bwMode="auto">
          <a:xfrm>
            <a:off x="274320" y="1325880"/>
            <a:ext cx="9601200" cy="320040"/>
          </a:xfrm>
          <a:prstGeom prst="rect">
            <a:avLst/>
          </a:prstGeom>
          <a:noFill/>
        </p:spPr>
        <p:txBody>
          <a:bodyPr wrap="square" lIns="0" tIns="0" rIns="0" bIns="0" anchor="t">
            <a:spAutoFit/>
          </a:bodyPr>
          <a:lstStyle/>
          <a:p>
            <a:pPr algn="l">
              <a:lnSpc>
                <a:spcPct val="114999"/>
              </a:lnSpc>
              <a:defRPr/>
            </a:pPr>
            <a:r>
              <a:rPr sz="1100" b="1" i="0">
                <a:solidFill>
                  <a:srgbClr val="EF0000"/>
                </a:solidFill>
                <a:latin typeface="Arial"/>
              </a:rPr>
              <a:t>CUSTOMER</a:t>
            </a:r>
            <a:endParaRPr/>
          </a:p>
        </p:txBody>
      </p:sp>
      <p:sp>
        <p:nvSpPr>
          <p:cNvPr id="981740935" name="TextBox 6"/>
          <p:cNvSpPr txBox="1"/>
          <p:nvPr/>
        </p:nvSpPr>
        <p:spPr bwMode="auto">
          <a:xfrm>
            <a:off x="274320" y="1691640"/>
            <a:ext cx="9601200" cy="322652"/>
          </a:xfrm>
          <a:prstGeom prst="rect">
            <a:avLst/>
          </a:prstGeom>
          <a:noFill/>
        </p:spPr>
        <p:txBody>
          <a:bodyPr wrap="square" lIns="0" tIns="0" rIns="0" bIns="0" anchor="t">
            <a:spAutoFit/>
          </a:bodyPr>
          <a:lstStyle/>
          <a:p>
            <a:pPr algn="l">
              <a:lnSpc>
                <a:spcPct val="130000"/>
              </a:lnSpc>
              <a:defRPr/>
            </a:pPr>
            <a:r>
              <a:rPr sz="1800" b="0" i="1">
                <a:solidFill>
                  <a:srgbClr val="414D5C"/>
                </a:solidFill>
                <a:latin typeface="Arial"/>
              </a:rPr>
              <a:t>"How does this play with PackML / OMAC / ISA-88?"</a:t>
            </a:r>
            <a:endParaRPr/>
          </a:p>
        </p:txBody>
      </p:sp>
      <p:sp>
        <p:nvSpPr>
          <p:cNvPr id="1277133489" name="Rectangle 7"/>
          <p:cNvSpPr/>
          <p:nvPr/>
        </p:nvSpPr>
        <p:spPr bwMode="auto">
          <a:xfrm>
            <a:off x="0" y="3246120"/>
            <a:ext cx="10012680" cy="3063240"/>
          </a:xfrm>
          <a:prstGeom prst="rect">
            <a:avLst/>
          </a:prstGeom>
          <a:solidFill>
            <a:srgbClr val="414D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6559711" name="Rectangle 8"/>
          <p:cNvSpPr/>
          <p:nvPr/>
        </p:nvSpPr>
        <p:spPr bwMode="auto">
          <a:xfrm>
            <a:off x="0" y="3246120"/>
            <a:ext cx="91440" cy="3063240"/>
          </a:xfrm>
          <a:prstGeom prst="rect">
            <a:avLst/>
          </a:prstGeom>
          <a:solidFill>
            <a:srgbClr val="2D76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567607963" name="TextBox 9"/>
          <p:cNvSpPr txBox="1"/>
          <p:nvPr/>
        </p:nvSpPr>
        <p:spPr bwMode="auto">
          <a:xfrm>
            <a:off x="274320" y="3383280"/>
            <a:ext cx="9601200" cy="320040"/>
          </a:xfrm>
          <a:prstGeom prst="rect">
            <a:avLst/>
          </a:prstGeom>
          <a:noFill/>
        </p:spPr>
        <p:txBody>
          <a:bodyPr wrap="square" lIns="0" tIns="0" rIns="0" bIns="0" anchor="t">
            <a:spAutoFit/>
          </a:bodyPr>
          <a:lstStyle/>
          <a:p>
            <a:pPr algn="l">
              <a:lnSpc>
                <a:spcPct val="114999"/>
              </a:lnSpc>
              <a:defRPr/>
            </a:pPr>
            <a:r>
              <a:rPr sz="1100" b="1" i="0">
                <a:solidFill>
                  <a:srgbClr val="2D76AD"/>
                </a:solidFill>
                <a:latin typeface="Arial"/>
              </a:rPr>
              <a:t>FAE ANSWER</a:t>
            </a:r>
            <a:endParaRPr/>
          </a:p>
        </p:txBody>
      </p:sp>
      <p:sp>
        <p:nvSpPr>
          <p:cNvPr id="462169394" name="TextBox 10"/>
          <p:cNvSpPr txBox="1"/>
          <p:nvPr/>
        </p:nvSpPr>
        <p:spPr bwMode="auto">
          <a:xfrm>
            <a:off x="274320" y="3749040"/>
            <a:ext cx="9601200" cy="2468880"/>
          </a:xfrm>
          <a:prstGeom prst="rect">
            <a:avLst/>
          </a:prstGeom>
          <a:noFill/>
        </p:spPr>
        <p:txBody>
          <a:bodyPr wrap="square" lIns="0" tIns="0" rIns="0" bIns="0" anchor="t">
            <a:spAutoFit/>
          </a:bodyPr>
          <a:lstStyle/>
          <a:p>
            <a:pPr algn="l">
              <a:lnSpc>
                <a:spcPct val="135000"/>
              </a:lnSpc>
              <a:defRPr/>
            </a:pPr>
            <a:r>
              <a:rPr sz="1700" b="0" i="0">
                <a:solidFill>
                  <a:srgbClr val="FFFFFF"/>
                </a:solidFill>
                <a:latin typeface="Arial"/>
              </a:rPr>
              <a:t>PackML and OMAC are the same idea at machine scale — a shared base contract for states (Idle / Running / Suspended / Aborted). The Stage 2 base-class approach IS a small PackML; Tc3_PackML_V3 is the full version. Stage 3's interfaces complement it — your PackML lifecycle becomes one component among many that your stations compose.</a:t>
            </a:r>
            <a:endParaRPr/>
          </a:p>
        </p:txBody>
      </p:sp>
    </p:spTree>
  </p:cSld>
  <p:clrMapOvr>
    <a:masterClrMapping/>
  </p:clrMapOvr>
</p:sld>
</file>

<file path=ppt/theme/theme1.xml><?xml version="1.0" encoding="utf-8"?>
<a:theme xmlns:a="http://schemas.openxmlformats.org/drawingml/2006/main" xmlns:r="http://schemas.openxmlformats.org/officeDocument/2006/relationships" xmlns:p="http://schemas.openxmlformats.org/presentationml/2006/main" name="Beckhoff Standard Slide Master">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Arial"/>
        <a:cs typeface="Arial"/>
      </a:majorFont>
      <a:minorFont>
        <a:latin typeface="Arial"/>
        <a:ea typeface="Arial"/>
        <a:cs typeface="Arial"/>
      </a:minorFont>
    </a:fontScheme>
    <a:fmtScheme name="Larissa">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w="6350">
          <a:noFill/>
          <a:miter lim="800000"/>
        </a:ln>
      </a:spPr>
      <a:bodyPr/>
      <a:lstStyle/>
      <a:style>
        <a:lnRef idx="2">
          <a:schemeClr val="accent1">
            <a:shade val="50000"/>
          </a:schemeClr>
        </a:lnRef>
        <a:fillRef idx="1">
          <a:schemeClr val="accent1"/>
        </a:fillRef>
        <a:effectRef idx="0">
          <a:schemeClr val="accent1"/>
        </a:effectRef>
        <a:fontRef idx="minor">
          <a:schemeClr val="lt1"/>
        </a:fontRef>
      </a:style>
    </a:spDef>
    <a:lnDef>
      <a:spPr bwMode="auto">
        <a:prstGeom prst="rect">
          <a:avLst/>
        </a:prstGeom>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Studio Set – For film studio use only!">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Arial"/>
        <a:cs typeface="Arial"/>
      </a:majorFont>
      <a:minorFont>
        <a:latin typeface="Arial"/>
        <a:ea typeface="Arial"/>
        <a:cs typeface="Arial"/>
      </a:minorFont>
    </a:fontScheme>
    <a:fmtScheme name="Larissa">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prstGeom prst="rect">
          <a:avLst/>
        </a:prstGeom>
        <a:solidFill>
          <a:schemeClr val="accent1"/>
        </a:solidFill>
        <a:ln w="6350">
          <a:noFill/>
          <a:miter lim="800000"/>
        </a:ln>
      </a:spPr>
      <a:bodyPr/>
      <a:lstStyle/>
      <a:style>
        <a:lnRef idx="2">
          <a:schemeClr val="accent1">
            <a:shade val="50000"/>
          </a:schemeClr>
        </a:lnRef>
        <a:fillRef idx="1">
          <a:schemeClr val="accent1"/>
        </a:fillRef>
        <a:effectRef idx="0">
          <a:schemeClr val="accent1"/>
        </a:effectRef>
        <a:fontRef idx="minor">
          <a:schemeClr val="lt1"/>
        </a:fontRef>
      </a:style>
    </a:spDef>
    <a:lnDef>
      <a:spPr bwMode="auto">
        <a:prstGeom prst="rect">
          <a:avLst/>
        </a:prstGeom>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theme>
</file>

<file path=ppt/theme/theme3.xml><?xml version="1.0" encoding="utf-8"?>
<a:theme xmlns:a="http://schemas.openxmlformats.org/drawingml/2006/main" xmlns:r="http://schemas.openxmlformats.org/officeDocument/2006/relationships" xmlns:p="http://schemas.openxmlformats.org/presentationml/2006/main" name="Larissa">
  <a:themeElements>
    <a:clrScheme name="Beckhoff">
      <a:dk1>
        <a:srgbClr val="000000"/>
      </a:dk1>
      <a:lt1>
        <a:sysClr val="window" lastClr="FFFFFF"/>
      </a:lt1>
      <a:dk2>
        <a:srgbClr val="CCD2DA"/>
      </a:dk2>
      <a:lt2>
        <a:srgbClr val="9AA6B6"/>
      </a:lt2>
      <a:accent1>
        <a:srgbClr val="8190A4"/>
      </a:accent1>
      <a:accent2>
        <a:srgbClr val="2D76AD"/>
      </a:accent2>
      <a:accent3>
        <a:srgbClr val="4B5669"/>
      </a:accent3>
      <a:accent4>
        <a:srgbClr val="CCD2DA"/>
      </a:accent4>
      <a:accent5>
        <a:srgbClr val="000000"/>
      </a:accent5>
      <a:accent6>
        <a:srgbClr val="B5D4EC"/>
      </a:accent6>
      <a:hlink>
        <a:srgbClr val="2D76AD"/>
      </a:hlink>
      <a:folHlink>
        <a:srgbClr val="2D76AD"/>
      </a:folHlink>
    </a:clrScheme>
    <a:fontScheme name="Arial">
      <a:majorFont>
        <a:latin typeface="Arial"/>
        <a:ea typeface="Arial"/>
        <a:cs typeface="Arial"/>
      </a:majorFont>
      <a:minorFont>
        <a:latin typeface="Arial"/>
        <a:ea typeface="Arial"/>
        <a:cs typeface="Arial"/>
      </a:minorFont>
    </a:fontScheme>
    <a:fmtScheme name="Larissa">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e78f3b6-85d7-48de-b8c3-ce09674901c9">
      <Terms xmlns="http://schemas.microsoft.com/office/infopath/2007/PartnerControls"/>
    </lcf76f155ced4ddcb4097134ff3c332f>
    <TaxCatchAll xmlns="15aa4692-043f-4a54-8684-6febd4759cd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102CB21EE8FB44ABFDE80AD0BE6E8B0" ma:contentTypeVersion="16" ma:contentTypeDescription="Create a new document." ma:contentTypeScope="" ma:versionID="96609790f52b922f1b79e8e7aba0f86d">
  <xsd:schema xmlns:xsd="http://www.w3.org/2001/XMLSchema" xmlns:xs="http://www.w3.org/2001/XMLSchema" xmlns:p="http://schemas.microsoft.com/office/2006/metadata/properties" xmlns:ns2="7e78f3b6-85d7-48de-b8c3-ce09674901c9" xmlns:ns3="15aa4692-043f-4a54-8684-6febd4759cd0" targetNamespace="http://schemas.microsoft.com/office/2006/metadata/properties" ma:root="true" ma:fieldsID="ba434503414a3ef9c46bdc7d6fef4b74" ns2:_="" ns3:_="">
    <xsd:import namespace="7e78f3b6-85d7-48de-b8c3-ce09674901c9"/>
    <xsd:import namespace="15aa4692-043f-4a54-8684-6febd4759cd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8f3b6-85d7-48de-b8c3-ce0967490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0043bf8b-3889-4777-b4fe-3a05b877264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5aa4692-043f-4a54-8684-6febd4759cd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fc4907cb-3e91-433d-92dc-452976003ae6}" ma:internalName="TaxCatchAll" ma:showField="CatchAllData" ma:web="15aa4692-043f-4a54-8684-6febd4759c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7D0283-4ACD-4372-88C8-5000D7DCE9A4">
  <ds:schemaRefs>
    <ds:schemaRef ds:uri="http://schemas.microsoft.com/office/2006/metadata/properties"/>
    <ds:schemaRef ds:uri="http://schemas.microsoft.com/office/infopath/2007/PartnerControls"/>
    <ds:schemaRef ds:uri="7e78f3b6-85d7-48de-b8c3-ce09674901c9"/>
    <ds:schemaRef ds:uri="15aa4692-043f-4a54-8684-6febd4759cd0"/>
    <ds:schemaRef ds:uri="http://www.w3.org/2001/XMLSchema-instance"/>
  </ds:schemaRefs>
</ds:datastoreItem>
</file>

<file path=customXml/itemProps2.xml><?xml version="1.0" encoding="utf-8"?>
<ds:datastoreItem xmlns:ds="http://schemas.openxmlformats.org/officeDocument/2006/customXml" ds:itemID="AAC35E82-ADCC-45D0-AF16-1A6166EE5086">
  <ds:schemaRefs>
    <ds:schemaRef ds:uri="http://schemas.microsoft.com/sharepoint/v3/contenttype/forms"/>
  </ds:schemaRefs>
</ds:datastoreItem>
</file>

<file path=customXml/itemProps3.xml><?xml version="1.0" encoding="utf-8"?>
<ds:datastoreItem xmlns:ds="http://schemas.openxmlformats.org/officeDocument/2006/customXml" ds:itemID="0101661A-36B8-4E9E-93E3-7C9902136C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78f3b6-85d7-48de-b8c3-ce09674901c9"/>
    <ds:schemaRef ds:uri="15aa4692-043f-4a54-8684-6febd4759c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0</Words>
  <Application>ONLYOFFICE/9.3.1.8</Application>
  <PresentationFormat>On-screen Show (4:3)</PresentationFormat>
  <Paragraphs>0</Paragraphs>
  <Slides>82</Slides>
  <Notes>82</Notes>
  <HiddenSlides>0</HiddenSlides>
  <MMClips>2</MMClips>
  <ScaleCrop>0</ScaleCrop>
  <HeadingPairs>
    <vt:vector size="4" baseType="variant">
      <vt:variant>
        <vt:lpstr>Theme</vt:lpstr>
      </vt:variant>
      <vt:variant>
        <vt:i4>2</vt:i4>
      </vt:variant>
      <vt:variant>
        <vt:lpstr>Slide Titles</vt:lpstr>
      </vt:variant>
      <vt:variant>
        <vt:i4>82</vt:i4>
      </vt:variant>
    </vt:vector>
  </HeadingPairs>
  <TitlesOfParts>
    <vt:vector size="84" baseType="lpstr">
      <vt:lpstr>Theme 1</vt:lpstr>
      <vt:lpstr>Theme 2</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Special Projects Team</dc:title>
  <dc:creator>Keith Baker</dc:creator>
  <cp:keywords/>
  <cp:lastModifiedBy/>
  <cp:revision>51</cp:revision>
  <dcterms:created xsi:type="dcterms:W3CDTF">2023-02-27T12:44:26Z</dcterms:created>
  <dcterms:modified xsi:type="dcterms:W3CDTF">2026-05-22T17:48:23Z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0x010100F102CB21EE8FB44ABFDE80AD0BE6E8B0</vt:lpwstr>
  </property>
  <property fmtid="{D5CDD505-2E9C-101B-9397-08002B2CF9AE}" pid="3" name="MediaServiceImageTags">
    <vt:lpwstr/>
  </property>
</Properties>
</file>