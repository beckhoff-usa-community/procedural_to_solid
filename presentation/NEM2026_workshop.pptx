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howSpecialPlsOnTitleSld="0">
  <p:sldMasterIdLst>
    <p:sldMasterId id="2147483648" r:id="rId4"/>
    <p:sldMasterId id="2147483678" r:id="rId5"/>
  </p:sldMasterIdLst>
  <p:notesMasterIdLst>
    <p:notesMasterId r:id="rId91"/>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 id="338" r:id="rId95"/>
    <p:sldId id="339" r:id="rId96"/>
  </p:sldIdLst>
  <p:sldSz cx="12192000" cy="6858000"/>
  <p:notesSz cx="6797675" cy="9926638"/>
  <p:custDataLst>
    <p:custData r:id="rId1"/>
    <p:custData r:id="rId2"/>
    <p:custData r:id="rId3"/>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showPr>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Objects="1">
      <p:cViewPr varScale="1">
        <p:scale>
          <a:sx n="56" d="100"/>
          <a:sy n="56" d="100"/>
        </p:scale>
        <p:origin x="974" y="58"/>
      </p:cViewPr>
      <p:guideLst>
        <p:guide pos="3840"/>
        <p:guide pos="2160" orient="horz"/>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tableStyles" Target="tableStyles.xml"/><Relationship Id="rId94" Type="http://schemas.openxmlformats.org/officeDocument/2006/relationships/viewProps" Target="viewProps.xml"/><Relationship Id="rId95" Type="http://schemas.openxmlformats.org/officeDocument/2006/relationships/slide" Target="slides/slide83.xml"/><Relationship Id="rId96"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10452040"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651299413"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21.05.2026</a:t>
            </a:fld>
            <a:endParaRPr lang="de-DE"/>
          </a:p>
        </p:txBody>
      </p:sp>
      <p:sp>
        <p:nvSpPr>
          <p:cNvPr id="477241971" name="Folienbildplatzhalter 3"/>
          <p:cNvSpPr>
            <a:spLocks noChangeAspect="1" noGrp="1" noRo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514413386"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1644285551"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4339419"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dt="1" ftr="1" hdr="1" sldNum="1"/>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0838631" name="Slide Number Placeholder 1"/>
          <p:cNvSpPr>
            <a:spLocks noGrp="1"/>
          </p:cNvSpPr>
          <p:nvPr>
            <p:ph type="sldNum" sz="quarter" idx="5"/>
          </p:nvPr>
        </p:nvSpPr>
        <p:spPr bwMode="auto"/>
      </p:sp>
      <p:sp>
        <p:nvSpPr>
          <p:cNvPr id="1406908688" name="Slide Image Placeholder 2"/>
          <p:cNvSpPr>
            <a:spLocks noChangeAspect="1" noGrp="1" noRot="1"/>
          </p:cNvSpPr>
          <p:nvPr>
            <p:ph type="sldImg" idx="2"/>
          </p:nvPr>
        </p:nvSpPr>
        <p:spPr bwMode="auto">
          <a:xfrm>
            <a:off x="0" y="0"/>
            <a:ext cx="6796088" cy="3822700"/>
          </a:xfrm>
        </p:spPr>
      </p:sp>
      <p:sp>
        <p:nvSpPr>
          <p:cNvPr id="1209774744"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4828209" name="Slide Number Placeholder 1"/>
          <p:cNvSpPr>
            <a:spLocks noGrp="1"/>
          </p:cNvSpPr>
          <p:nvPr>
            <p:ph type="sldNum" sz="quarter" idx="5"/>
          </p:nvPr>
        </p:nvSpPr>
        <p:spPr bwMode="auto"/>
      </p:sp>
      <p:sp>
        <p:nvSpPr>
          <p:cNvPr id="1262318931" name="Slide Image Placeholder 2"/>
          <p:cNvSpPr>
            <a:spLocks noChangeAspect="1" noGrp="1" noRot="1"/>
          </p:cNvSpPr>
          <p:nvPr>
            <p:ph type="sldImg" idx="2"/>
          </p:nvPr>
        </p:nvSpPr>
        <p:spPr bwMode="auto">
          <a:xfrm>
            <a:off x="0" y="0"/>
            <a:ext cx="6796088" cy="3822700"/>
          </a:xfrm>
        </p:spPr>
      </p:sp>
      <p:sp>
        <p:nvSpPr>
          <p:cNvPr id="1375011089"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a:latin typeface="Arial"/>
              </a:rPr>
              <a:t>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69090484" name="Slide Number Placeholder 1"/>
          <p:cNvSpPr>
            <a:spLocks noGrp="1"/>
          </p:cNvSpPr>
          <p:nvPr>
            <p:ph type="sldNum" sz="quarter" idx="5"/>
          </p:nvPr>
        </p:nvSpPr>
        <p:spPr bwMode="auto"/>
      </p:sp>
      <p:sp>
        <p:nvSpPr>
          <p:cNvPr id="171183657" name="Slide Image Placeholder 2"/>
          <p:cNvSpPr>
            <a:spLocks noChangeAspect="1" noGrp="1" noRot="1"/>
          </p:cNvSpPr>
          <p:nvPr>
            <p:ph type="sldImg" idx="2"/>
          </p:nvPr>
        </p:nvSpPr>
        <p:spPr bwMode="auto">
          <a:xfrm>
            <a:off x="0" y="0"/>
            <a:ext cx="6796088" cy="3822700"/>
          </a:xfrm>
        </p:spPr>
      </p:sp>
      <p:sp>
        <p:nvSpPr>
          <p:cNvPr id="1205596282"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2363081" name="Slide Number Placeholder 1"/>
          <p:cNvSpPr>
            <a:spLocks noGrp="1"/>
          </p:cNvSpPr>
          <p:nvPr>
            <p:ph type="sldNum" sz="quarter" idx="5"/>
          </p:nvPr>
        </p:nvSpPr>
        <p:spPr bwMode="auto"/>
      </p:sp>
      <p:sp>
        <p:nvSpPr>
          <p:cNvPr id="817106291" name="Slide Image Placeholder 2"/>
          <p:cNvSpPr>
            <a:spLocks noChangeAspect="1" noGrp="1" noRot="1"/>
          </p:cNvSpPr>
          <p:nvPr>
            <p:ph type="sldImg" idx="2"/>
          </p:nvPr>
        </p:nvSpPr>
        <p:spPr bwMode="auto">
          <a:xfrm>
            <a:off x="0" y="0"/>
            <a:ext cx="6796088" cy="3822700"/>
          </a:xfrm>
        </p:spPr>
      </p:sp>
      <p:sp>
        <p:nvSpPr>
          <p:cNvPr id="260511555"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5939625" name="Slide Number Placeholder 1"/>
          <p:cNvSpPr>
            <a:spLocks noGrp="1"/>
          </p:cNvSpPr>
          <p:nvPr>
            <p:ph type="sldNum" sz="quarter" idx="5"/>
          </p:nvPr>
        </p:nvSpPr>
        <p:spPr bwMode="auto"/>
      </p:sp>
      <p:sp>
        <p:nvSpPr>
          <p:cNvPr id="1082489669" name="Slide Image Placeholder 2"/>
          <p:cNvSpPr>
            <a:spLocks noChangeAspect="1" noGrp="1" noRot="1"/>
          </p:cNvSpPr>
          <p:nvPr>
            <p:ph type="sldImg" idx="2"/>
          </p:nvPr>
        </p:nvSpPr>
        <p:spPr bwMode="auto">
          <a:xfrm>
            <a:off x="0" y="0"/>
            <a:ext cx="6796088" cy="3822700"/>
          </a:xfrm>
        </p:spPr>
      </p:sp>
      <p:sp>
        <p:nvSpPr>
          <p:cNvPr id="155880289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a:t>
            </a:r>
            <a:r>
              <a:rPr sz="1200">
                <a:latin typeface="Arial"/>
              </a:rPr>
              <a:t>FB_StationFill</a:t>
            </a:r>
            <a:r>
              <a:rPr sz="1200">
                <a:latin typeface="Arial"/>
              </a:rPr>
              <a:t>, </a:t>
            </a:r>
            <a:r>
              <a:rPr sz="1200">
                <a:latin typeface="Arial"/>
              </a:rPr>
              <a:t>FB_StationCap</a:t>
            </a:r>
            <a:r>
              <a:rPr sz="1200">
                <a:latin typeface="Arial"/>
              </a:rPr>
              <a:t>, </a:t>
            </a:r>
            <a:r>
              <a:rPr sz="1200">
                <a:latin typeface="Arial"/>
              </a:rPr>
              <a:t>FB_StationLabel</a:t>
            </a:r>
            <a:r>
              <a:rPr sz="1200">
                <a:latin typeface="Arial"/>
              </a:rPr>
              <a:t>, </a:t>
            </a:r>
            <a:r>
              <a:rPr sz="1200">
                <a:latin typeface="Arial"/>
              </a:rPr>
              <a:t>FB_StationInspect</a:t>
            </a:r>
            <a:r>
              <a:rPr sz="1200">
                <a:latin typeface="Arial"/>
              </a:rPr>
              <a: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072760" name="Slide Number Placeholder 1"/>
          <p:cNvSpPr>
            <a:spLocks noGrp="1"/>
          </p:cNvSpPr>
          <p:nvPr>
            <p:ph type="sldNum" sz="quarter" idx="5"/>
          </p:nvPr>
        </p:nvSpPr>
        <p:spPr bwMode="auto"/>
      </p:sp>
      <p:sp>
        <p:nvSpPr>
          <p:cNvPr id="906080133" name="Slide Image Placeholder 2"/>
          <p:cNvSpPr>
            <a:spLocks noChangeAspect="1" noGrp="1" noRot="1"/>
          </p:cNvSpPr>
          <p:nvPr>
            <p:ph type="sldImg" idx="2"/>
          </p:nvPr>
        </p:nvSpPr>
        <p:spPr bwMode="auto">
          <a:xfrm>
            <a:off x="0" y="0"/>
            <a:ext cx="6796088" cy="3822700"/>
          </a:xfrm>
        </p:spPr>
      </p:sp>
      <p:sp>
        <p:nvSpPr>
          <p:cNvPr id="232848707"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9935984" name="Slide Number Placeholder 1"/>
          <p:cNvSpPr>
            <a:spLocks noGrp="1"/>
          </p:cNvSpPr>
          <p:nvPr>
            <p:ph type="sldNum" sz="quarter" idx="5"/>
          </p:nvPr>
        </p:nvSpPr>
        <p:spPr bwMode="auto"/>
      </p:sp>
      <p:sp>
        <p:nvSpPr>
          <p:cNvPr id="1194635988" name="Slide Image Placeholder 2"/>
          <p:cNvSpPr>
            <a:spLocks noGrp="1"/>
          </p:cNvSpPr>
          <p:nvPr>
            <p:ph type="sldImg" idx="2"/>
          </p:nvPr>
        </p:nvSpPr>
        <p:spPr bwMode="auto"/>
      </p:sp>
      <p:sp>
        <p:nvSpPr>
          <p:cNvPr id="681121218" name="Notes Placeholder 3"/>
          <p:cNvSpPr>
            <a:spLocks noGrp="1"/>
          </p:cNvSpPr>
          <p:nvPr>
            <p:ph type="body" sz="quarter" idx="3"/>
          </p:nvPr>
        </p:nvSpPr>
        <p:spPr bwMode="auto"/>
        <p:txBody>
          <a:bodyPr/>
          <a:lstStyle/>
          <a:p>
            <a:pPr>
              <a:defRPr/>
            </a:pPr>
            <a:r>
              <a:rPr/>
              <a:t>[BEFORE] `git switch Release` on the presenter, FillingLine_Procedural loaded. Open Fill, Cap, Label, Inspect side by side in tabs before the slide goes up.</a:t>
            </a:r>
            <a:endParaRPr/>
          </a:p>
          <a:p>
            <a:pPr>
              <a:defRPr/>
            </a:pPr>
            <a:r>
              <a:rPr/>
              <a:t>[SAY] "Stack them side by side. Read across, not down. We'll walk Fill and Cap together in the next slide — Label and Inspect, you read on your own."</a:t>
            </a:r>
            <a:endParaRPr/>
          </a:p>
          <a:p>
            <a:pPr>
              <a:defRPr/>
            </a:pPr>
            <a:r>
              <a:rPr/>
              <a:t>[WATCH FOR] Attendees who notice the drift immediately. DO NOT confirm yet — the drift is the reveal in three slides. If someone calls it out, redirect: "Hold that — we'll get there."</a:t>
            </a:r>
            <a:endParaRPr/>
          </a:p>
          <a:p>
            <a:pPr>
              <a:defRPr/>
            </a:pPr>
            <a:r>
              <a:rPr/>
              <a:t>[TIME] 5 minutes of quiet reading. The slow read IS the exercise.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390230" name="Slide Number Placeholder 1"/>
          <p:cNvSpPr>
            <a:spLocks noGrp="1"/>
          </p:cNvSpPr>
          <p:nvPr>
            <p:ph type="sldNum" sz="quarter" idx="5"/>
          </p:nvPr>
        </p:nvSpPr>
        <p:spPr bwMode="auto"/>
      </p:sp>
      <p:sp>
        <p:nvSpPr>
          <p:cNvPr id="2004007878" name="Slide Image Placeholder 2"/>
          <p:cNvSpPr>
            <a:spLocks noChangeAspect="1" noGrp="1" noRot="1"/>
          </p:cNvSpPr>
          <p:nvPr>
            <p:ph type="sldImg" idx="2"/>
          </p:nvPr>
        </p:nvSpPr>
        <p:spPr bwMode="auto">
          <a:xfrm>
            <a:off x="0" y="0"/>
            <a:ext cx="6796088" cy="3822700"/>
          </a:xfrm>
        </p:spPr>
      </p:sp>
      <p:sp>
        <p:nvSpPr>
          <p:cNvPr id="733274589"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3540751" name="Slide Number Placeholder 1"/>
          <p:cNvSpPr>
            <a:spLocks noGrp="1"/>
          </p:cNvSpPr>
          <p:nvPr>
            <p:ph type="sldNum" sz="quarter" idx="5"/>
          </p:nvPr>
        </p:nvSpPr>
        <p:spPr bwMode="auto"/>
      </p:sp>
      <p:sp>
        <p:nvSpPr>
          <p:cNvPr id="385281802" name="Slide Image Placeholder 2"/>
          <p:cNvSpPr>
            <a:spLocks noChangeAspect="1" noGrp="1" noRot="1"/>
          </p:cNvSpPr>
          <p:nvPr>
            <p:ph type="sldImg" idx="2"/>
          </p:nvPr>
        </p:nvSpPr>
        <p:spPr bwMode="auto">
          <a:xfrm>
            <a:off x="0" y="0"/>
            <a:ext cx="6796088" cy="3822700"/>
          </a:xfrm>
        </p:spPr>
      </p:sp>
      <p:sp>
        <p:nvSpPr>
          <p:cNvPr id="154429852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57781" name="Slide Number Placeholder 1"/>
          <p:cNvSpPr>
            <a:spLocks noGrp="1"/>
          </p:cNvSpPr>
          <p:nvPr>
            <p:ph type="sldNum" sz="quarter" idx="5"/>
          </p:nvPr>
        </p:nvSpPr>
        <p:spPr bwMode="auto"/>
      </p:sp>
      <p:sp>
        <p:nvSpPr>
          <p:cNvPr id="1407690159" name="Slide Image Placeholder 2"/>
          <p:cNvSpPr>
            <a:spLocks noChangeAspect="1" noGrp="1" noRot="1"/>
          </p:cNvSpPr>
          <p:nvPr>
            <p:ph type="sldImg" idx="2"/>
          </p:nvPr>
        </p:nvSpPr>
        <p:spPr bwMode="auto">
          <a:xfrm>
            <a:off x="0" y="0"/>
            <a:ext cx="6796088" cy="3822700"/>
          </a:xfrm>
        </p:spPr>
      </p:sp>
      <p:sp>
        <p:nvSpPr>
          <p:cNvPr id="62470650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0848" name="Slide Number Placeholder 1"/>
          <p:cNvSpPr>
            <a:spLocks noGrp="1"/>
          </p:cNvSpPr>
          <p:nvPr>
            <p:ph type="sldNum" sz="quarter" idx="5"/>
          </p:nvPr>
        </p:nvSpPr>
        <p:spPr bwMode="auto"/>
      </p:sp>
      <p:sp>
        <p:nvSpPr>
          <p:cNvPr id="1144167606" name="Slide Image Placeholder 2"/>
          <p:cNvSpPr>
            <a:spLocks noChangeAspect="1" noGrp="1" noRot="1"/>
          </p:cNvSpPr>
          <p:nvPr>
            <p:ph type="sldImg" idx="2"/>
          </p:nvPr>
        </p:nvSpPr>
        <p:spPr bwMode="auto">
          <a:xfrm>
            <a:off x="0" y="0"/>
            <a:ext cx="6796088" cy="3822700"/>
          </a:xfrm>
        </p:spPr>
      </p:sp>
      <p:sp>
        <p:nvSpPr>
          <p:cNvPr id="1958245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2107580" name="Slide Number Placeholder 1"/>
          <p:cNvSpPr>
            <a:spLocks noGrp="1"/>
          </p:cNvSpPr>
          <p:nvPr>
            <p:ph type="sldNum" sz="quarter" idx="5"/>
          </p:nvPr>
        </p:nvSpPr>
        <p:spPr bwMode="auto"/>
      </p:sp>
      <p:sp>
        <p:nvSpPr>
          <p:cNvPr id="1364062212" name="Slide Image Placeholder 2"/>
          <p:cNvSpPr>
            <a:spLocks noChangeAspect="1" noGrp="1" noRot="1"/>
          </p:cNvSpPr>
          <p:nvPr>
            <p:ph type="sldImg" idx="2"/>
          </p:nvPr>
        </p:nvSpPr>
        <p:spPr bwMode="auto">
          <a:xfrm>
            <a:off x="0" y="0"/>
            <a:ext cx="6796088" cy="3822700"/>
          </a:xfrm>
        </p:spPr>
      </p:sp>
      <p:sp>
        <p:nvSpPr>
          <p:cNvPr id="147188734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8665778" name="Slide Number Placeholder 1"/>
          <p:cNvSpPr>
            <a:spLocks noGrp="1"/>
          </p:cNvSpPr>
          <p:nvPr>
            <p:ph type="sldNum" sz="quarter" idx="5"/>
          </p:nvPr>
        </p:nvSpPr>
        <p:spPr bwMode="auto"/>
      </p:sp>
      <p:sp>
        <p:nvSpPr>
          <p:cNvPr id="752860042" name="Slide Image Placeholder 2"/>
          <p:cNvSpPr>
            <a:spLocks noChangeAspect="1" noGrp="1" noRot="1"/>
          </p:cNvSpPr>
          <p:nvPr>
            <p:ph type="sldImg" idx="2"/>
          </p:nvPr>
        </p:nvSpPr>
        <p:spPr bwMode="auto">
          <a:xfrm>
            <a:off x="0" y="0"/>
            <a:ext cx="6796088" cy="3822700"/>
          </a:xfrm>
        </p:spPr>
      </p:sp>
      <p:sp>
        <p:nvSpPr>
          <p:cNvPr id="98021272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3693331" name="Slide Number Placeholder 1"/>
          <p:cNvSpPr>
            <a:spLocks noGrp="1"/>
          </p:cNvSpPr>
          <p:nvPr>
            <p:ph type="sldNum" sz="quarter" idx="5"/>
          </p:nvPr>
        </p:nvSpPr>
        <p:spPr bwMode="auto"/>
      </p:sp>
      <p:sp>
        <p:nvSpPr>
          <p:cNvPr id="1199562072" name="Slide Image Placeholder 2"/>
          <p:cNvSpPr>
            <a:spLocks noChangeAspect="1" noGrp="1" noRot="1"/>
          </p:cNvSpPr>
          <p:nvPr>
            <p:ph type="sldImg" idx="2"/>
          </p:nvPr>
        </p:nvSpPr>
        <p:spPr bwMode="auto">
          <a:xfrm>
            <a:off x="0" y="0"/>
            <a:ext cx="6796088" cy="3822700"/>
          </a:xfrm>
        </p:spPr>
      </p:sp>
      <p:sp>
        <p:nvSpPr>
          <p:cNvPr id="90477264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4565821" name="Slide Number Placeholder 1"/>
          <p:cNvSpPr>
            <a:spLocks noGrp="1"/>
          </p:cNvSpPr>
          <p:nvPr>
            <p:ph type="sldNum" sz="quarter" idx="5"/>
          </p:nvPr>
        </p:nvSpPr>
        <p:spPr bwMode="auto"/>
      </p:sp>
      <p:sp>
        <p:nvSpPr>
          <p:cNvPr id="639441281" name="Slide Image Placeholder 2"/>
          <p:cNvSpPr>
            <a:spLocks noChangeAspect="1" noGrp="1" noRot="1"/>
          </p:cNvSpPr>
          <p:nvPr>
            <p:ph type="sldImg" idx="2"/>
          </p:nvPr>
        </p:nvSpPr>
        <p:spPr bwMode="auto">
          <a:xfrm>
            <a:off x="0" y="0"/>
            <a:ext cx="6796088" cy="3822700"/>
          </a:xfrm>
        </p:spPr>
      </p:sp>
      <p:sp>
        <p:nvSpPr>
          <p:cNvPr id="164815535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8169619" name="Slide Number Placeholder 1"/>
          <p:cNvSpPr>
            <a:spLocks noGrp="1"/>
          </p:cNvSpPr>
          <p:nvPr>
            <p:ph type="sldNum" sz="quarter" idx="5"/>
          </p:nvPr>
        </p:nvSpPr>
        <p:spPr bwMode="auto"/>
      </p:sp>
      <p:sp>
        <p:nvSpPr>
          <p:cNvPr id="1361896813" name="Slide Image Placeholder 2"/>
          <p:cNvSpPr>
            <a:spLocks noChangeAspect="1" noGrp="1" noRot="1"/>
          </p:cNvSpPr>
          <p:nvPr>
            <p:ph type="sldImg" idx="2"/>
          </p:nvPr>
        </p:nvSpPr>
        <p:spPr bwMode="auto">
          <a:xfrm>
            <a:off x="0" y="0"/>
            <a:ext cx="6796088" cy="3822700"/>
          </a:xfrm>
        </p:spPr>
      </p:sp>
      <p:sp>
        <p:nvSpPr>
          <p:cNvPr id="886363760"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2616552" name="Slide Number Placeholder 1"/>
          <p:cNvSpPr>
            <a:spLocks noGrp="1"/>
          </p:cNvSpPr>
          <p:nvPr>
            <p:ph type="sldNum" sz="quarter" idx="5"/>
          </p:nvPr>
        </p:nvSpPr>
        <p:spPr bwMode="auto"/>
      </p:sp>
      <p:sp>
        <p:nvSpPr>
          <p:cNvPr id="1320271262" name="Slide Image Placeholder 2"/>
          <p:cNvSpPr>
            <a:spLocks noChangeAspect="1" noGrp="1" noRot="1"/>
          </p:cNvSpPr>
          <p:nvPr>
            <p:ph type="sldImg" idx="2"/>
          </p:nvPr>
        </p:nvSpPr>
        <p:spPr bwMode="auto">
          <a:xfrm>
            <a:off x="0" y="0"/>
            <a:ext cx="6796088" cy="3822700"/>
          </a:xfrm>
        </p:spPr>
      </p:sp>
      <p:sp>
        <p:nvSpPr>
          <p:cNvPr id="786390"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8736431" name="Slide Number Placeholder 1"/>
          <p:cNvSpPr>
            <a:spLocks noGrp="1"/>
          </p:cNvSpPr>
          <p:nvPr>
            <p:ph type="sldNum" sz="quarter" idx="5"/>
          </p:nvPr>
        </p:nvSpPr>
        <p:spPr bwMode="auto"/>
      </p:sp>
      <p:sp>
        <p:nvSpPr>
          <p:cNvPr id="1868924052" name="Slide Image Placeholder 2"/>
          <p:cNvSpPr>
            <a:spLocks noChangeAspect="1" noGrp="1" noRot="1"/>
          </p:cNvSpPr>
          <p:nvPr>
            <p:ph type="sldImg" idx="2"/>
          </p:nvPr>
        </p:nvSpPr>
        <p:spPr bwMode="auto"/>
      </p:sp>
      <p:sp>
        <p:nvSpPr>
          <p:cNvPr id="1791383150"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a:t>
            </a:r>
            <a:r>
              <a:rPr sz="1200">
                <a:latin typeface="Arial"/>
              </a:rPr>
              <a:t>ManualStep</a:t>
            </a:r>
            <a:r>
              <a:rPr sz="1200">
                <a:latin typeface="Arial"/>
              </a:rPr>
              <a:t>,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948122" name="Slide Number Placeholder 1"/>
          <p:cNvSpPr>
            <a:spLocks noGrp="1"/>
          </p:cNvSpPr>
          <p:nvPr>
            <p:ph type="sldNum" sz="quarter" idx="5"/>
          </p:nvPr>
        </p:nvSpPr>
        <p:spPr bwMode="auto"/>
      </p:sp>
      <p:sp>
        <p:nvSpPr>
          <p:cNvPr id="470851503" name="Slide Image Placeholder 2"/>
          <p:cNvSpPr>
            <a:spLocks noChangeAspect="1" noGrp="1" noRot="1"/>
          </p:cNvSpPr>
          <p:nvPr>
            <p:ph type="sldImg" idx="2"/>
          </p:nvPr>
        </p:nvSpPr>
        <p:spPr bwMode="auto">
          <a:xfrm>
            <a:off x="0" y="0"/>
            <a:ext cx="6796088" cy="3822700"/>
          </a:xfrm>
        </p:spPr>
      </p:sp>
      <p:sp>
        <p:nvSpPr>
          <p:cNvPr id="1714708699"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926642" name="Slide Number Placeholder 1"/>
          <p:cNvSpPr>
            <a:spLocks noGrp="1"/>
          </p:cNvSpPr>
          <p:nvPr>
            <p:ph type="sldNum" sz="quarter" idx="5"/>
          </p:nvPr>
        </p:nvSpPr>
        <p:spPr bwMode="auto"/>
      </p:sp>
      <p:sp>
        <p:nvSpPr>
          <p:cNvPr id="953892884" name="Slide Image Placeholder 2"/>
          <p:cNvSpPr>
            <a:spLocks noChangeAspect="1" noGrp="1" noRot="1"/>
          </p:cNvSpPr>
          <p:nvPr>
            <p:ph type="sldImg" idx="2"/>
          </p:nvPr>
        </p:nvSpPr>
        <p:spPr bwMode="auto">
          <a:xfrm>
            <a:off x="0" y="0"/>
            <a:ext cx="6796088" cy="3822700"/>
          </a:xfrm>
        </p:spPr>
      </p:sp>
      <p:sp>
        <p:nvSpPr>
          <p:cNvPr id="1875480079"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025369" name="Slide Number Placeholder 1"/>
          <p:cNvSpPr>
            <a:spLocks noGrp="1"/>
          </p:cNvSpPr>
          <p:nvPr>
            <p:ph type="sldNum" sz="quarter" idx="5"/>
          </p:nvPr>
        </p:nvSpPr>
        <p:spPr bwMode="auto"/>
      </p:sp>
      <p:sp>
        <p:nvSpPr>
          <p:cNvPr id="269565863" name="Slide Image Placeholder 2"/>
          <p:cNvSpPr>
            <a:spLocks noChangeAspect="1" noGrp="1" noRot="1"/>
          </p:cNvSpPr>
          <p:nvPr>
            <p:ph type="sldImg" idx="2"/>
          </p:nvPr>
        </p:nvSpPr>
        <p:spPr bwMode="auto">
          <a:xfrm>
            <a:off x="0" y="0"/>
            <a:ext cx="6796088" cy="3822700"/>
          </a:xfrm>
        </p:spPr>
      </p:sp>
      <p:sp>
        <p:nvSpPr>
          <p:cNvPr id="1911264125"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a:t>
            </a:r>
            <a:r>
              <a:rPr sz="1200">
                <a:latin typeface="Arial"/>
              </a:rPr>
              <a:t>ModePause</a:t>
            </a:r>
            <a:r>
              <a:rPr sz="1200">
                <a:latin typeface="Arial"/>
              </a:rPr>
              <a:t>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7336267" name="Slide Number Placeholder 1"/>
          <p:cNvSpPr>
            <a:spLocks noGrp="1"/>
          </p:cNvSpPr>
          <p:nvPr>
            <p:ph type="sldNum" sz="quarter" idx="5"/>
          </p:nvPr>
        </p:nvSpPr>
        <p:spPr bwMode="auto"/>
      </p:sp>
      <p:sp>
        <p:nvSpPr>
          <p:cNvPr id="54020669" name="Slide Image Placeholder 2"/>
          <p:cNvSpPr>
            <a:spLocks noChangeAspect="1" noGrp="1" noRot="1"/>
          </p:cNvSpPr>
          <p:nvPr>
            <p:ph type="sldImg" idx="2"/>
          </p:nvPr>
        </p:nvSpPr>
        <p:spPr bwMode="auto">
          <a:xfrm>
            <a:off x="0" y="0"/>
            <a:ext cx="6796088" cy="3822700"/>
          </a:xfrm>
        </p:spPr>
      </p:sp>
      <p:sp>
        <p:nvSpPr>
          <p:cNvPr id="330715268"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9390639" name="Slide Number Placeholder 1"/>
          <p:cNvSpPr>
            <a:spLocks noGrp="1"/>
          </p:cNvSpPr>
          <p:nvPr>
            <p:ph type="sldNum" sz="quarter" idx="5"/>
          </p:nvPr>
        </p:nvSpPr>
        <p:spPr bwMode="auto"/>
      </p:sp>
      <p:sp>
        <p:nvSpPr>
          <p:cNvPr id="52961364" name="Slide Image Placeholder 2"/>
          <p:cNvSpPr>
            <a:spLocks noChangeAspect="1" noGrp="1" noRot="1"/>
          </p:cNvSpPr>
          <p:nvPr>
            <p:ph type="sldImg" idx="2"/>
          </p:nvPr>
        </p:nvSpPr>
        <p:spPr bwMode="auto">
          <a:xfrm>
            <a:off x="0" y="0"/>
            <a:ext cx="6796088" cy="3822700"/>
          </a:xfrm>
        </p:spPr>
      </p:sp>
      <p:sp>
        <p:nvSpPr>
          <p:cNvPr id="734426496"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t>
            </a:r>
            <a:r>
              <a:rPr sz="1200">
                <a:latin typeface="Arial"/>
              </a:rPr>
              <a:t>AlarmAck</a:t>
            </a:r>
            <a:r>
              <a:rPr sz="1200">
                <a:latin typeface="Arial"/>
              </a:rPr>
              <a:t>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4074856" name="Slide Number Placeholder 1"/>
          <p:cNvSpPr>
            <a:spLocks noGrp="1"/>
          </p:cNvSpPr>
          <p:nvPr>
            <p:ph type="sldNum" sz="quarter" idx="5"/>
          </p:nvPr>
        </p:nvSpPr>
        <p:spPr bwMode="auto"/>
      </p:sp>
      <p:sp>
        <p:nvSpPr>
          <p:cNvPr id="536651837" name="Slide Image Placeholder 2"/>
          <p:cNvSpPr>
            <a:spLocks noChangeAspect="1" noGrp="1" noRot="1"/>
          </p:cNvSpPr>
          <p:nvPr>
            <p:ph type="sldImg" idx="2"/>
          </p:nvPr>
        </p:nvSpPr>
        <p:spPr bwMode="auto">
          <a:xfrm>
            <a:off x="0" y="0"/>
            <a:ext cx="6796088" cy="3822700"/>
          </a:xfrm>
        </p:spPr>
      </p:sp>
      <p:sp>
        <p:nvSpPr>
          <p:cNvPr id="101502179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6423515" name="Slide Number Placeholder 1"/>
          <p:cNvSpPr>
            <a:spLocks noGrp="1"/>
          </p:cNvSpPr>
          <p:nvPr>
            <p:ph type="sldNum" sz="quarter" idx="5"/>
          </p:nvPr>
        </p:nvSpPr>
        <p:spPr bwMode="auto"/>
      </p:sp>
      <p:sp>
        <p:nvSpPr>
          <p:cNvPr id="616928199" name="Slide Image Placeholder 2"/>
          <p:cNvSpPr>
            <a:spLocks noChangeAspect="1" noGrp="1" noRot="1"/>
          </p:cNvSpPr>
          <p:nvPr>
            <p:ph type="sldImg" idx="2"/>
          </p:nvPr>
        </p:nvSpPr>
        <p:spPr bwMode="auto">
          <a:xfrm>
            <a:off x="0" y="0"/>
            <a:ext cx="6796088" cy="3822700"/>
          </a:xfrm>
        </p:spPr>
      </p:sp>
      <p:sp>
        <p:nvSpPr>
          <p:cNvPr id="282105661"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a:t>
            </a:r>
            <a:r>
              <a:rPr sz="1200">
                <a:latin typeface="Arial"/>
              </a:rPr>
              <a:t>Inspect's</a:t>
            </a:r>
            <a:r>
              <a:rPr sz="1200">
                <a:latin typeface="Arial"/>
              </a:rPr>
              <a:t> CASE machine end-to-end with </a:t>
            </a:r>
            <a:r>
              <a:rPr sz="1200">
                <a:latin typeface="Arial"/>
              </a:rPr>
              <a:t>QualityFlag</a:t>
            </a:r>
            <a:r>
              <a:rPr sz="1200">
                <a:latin typeface="Arial"/>
              </a:rPr>
              <a:t>/</a:t>
            </a:r>
            <a:r>
              <a:rPr sz="1200">
                <a:latin typeface="Arial"/>
              </a:rPr>
              <a:t>QualityCode</a:t>
            </a:r>
            <a:r>
              <a:rPr sz="1200">
                <a:latin typeface="Arial"/>
              </a:rPr>
              <a:t>/</a:t>
            </a:r>
            <a:r>
              <a:rPr sz="1200">
                <a:latin typeface="Arial"/>
              </a:rPr>
              <a:t>QualityText</a:t>
            </a:r>
            <a:r>
              <a:rPr sz="1200">
                <a:latin typeface="Arial"/>
              </a:rPr>
              <a:t> outputs and </a:t>
            </a:r>
            <a:r>
              <a:rPr sz="1200">
                <a:latin typeface="Arial"/>
              </a:rPr>
              <a:t>CameraDone</a:t>
            </a:r>
            <a:r>
              <a:rPr sz="1200">
                <a:latin typeface="Arial"/>
              </a:rPr>
              <a:t>/</a:t>
            </a:r>
            <a:r>
              <a:rPr sz="1200">
                <a:latin typeface="Arial"/>
              </a:rPr>
              <a:t>RejectDone</a:t>
            </a:r>
            <a:r>
              <a:rPr sz="1200">
                <a:latin typeface="Arial"/>
              </a:rPr>
              <a:t>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a:t>
            </a:r>
            <a:r>
              <a:rPr sz="1200">
                <a:latin typeface="Arial"/>
              </a:rPr>
              <a:t>Inspect's</a:t>
            </a:r>
            <a:r>
              <a:rPr sz="1200">
                <a:latin typeface="Arial"/>
              </a:rPr>
              <a:t>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1134381" name="Slide Number Placeholder 1"/>
          <p:cNvSpPr>
            <a:spLocks noGrp="1"/>
          </p:cNvSpPr>
          <p:nvPr>
            <p:ph type="sldNum" sz="quarter" idx="5"/>
          </p:nvPr>
        </p:nvSpPr>
        <p:spPr bwMode="auto"/>
      </p:sp>
      <p:sp>
        <p:nvSpPr>
          <p:cNvPr id="325059211" name="Slide Image Placeholder 2"/>
          <p:cNvSpPr>
            <a:spLocks noChangeAspect="1" noGrp="1" noRot="1"/>
          </p:cNvSpPr>
          <p:nvPr>
            <p:ph type="sldImg" idx="2"/>
          </p:nvPr>
        </p:nvSpPr>
        <p:spPr bwMode="auto">
          <a:xfrm>
            <a:off x="0" y="0"/>
            <a:ext cx="6796088" cy="3822700"/>
          </a:xfrm>
        </p:spPr>
      </p:sp>
      <p:sp>
        <p:nvSpPr>
          <p:cNvPr id="1169773800"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9322539" name="Slide Number Placeholder 1"/>
          <p:cNvSpPr>
            <a:spLocks noGrp="1"/>
          </p:cNvSpPr>
          <p:nvPr>
            <p:ph type="sldNum" sz="quarter" idx="5"/>
          </p:nvPr>
        </p:nvSpPr>
        <p:spPr bwMode="auto"/>
      </p:sp>
      <p:sp>
        <p:nvSpPr>
          <p:cNvPr id="293333593" name="Slide Image Placeholder 2"/>
          <p:cNvSpPr>
            <a:spLocks noChangeAspect="1" noGrp="1" noRot="1"/>
          </p:cNvSpPr>
          <p:nvPr>
            <p:ph type="sldImg" idx="2"/>
          </p:nvPr>
        </p:nvSpPr>
        <p:spPr bwMode="auto">
          <a:xfrm>
            <a:off x="0" y="0"/>
            <a:ext cx="6796088" cy="3822700"/>
          </a:xfrm>
        </p:spPr>
      </p:sp>
      <p:sp>
        <p:nvSpPr>
          <p:cNvPr id="1791768748"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6327497" name="Slide Number Placeholder 1"/>
          <p:cNvSpPr>
            <a:spLocks noGrp="1"/>
          </p:cNvSpPr>
          <p:nvPr>
            <p:ph type="sldNum" sz="quarter" idx="5"/>
          </p:nvPr>
        </p:nvSpPr>
        <p:spPr bwMode="auto"/>
      </p:sp>
      <p:sp>
        <p:nvSpPr>
          <p:cNvPr id="1183597191" name="Slide Image Placeholder 2"/>
          <p:cNvSpPr>
            <a:spLocks noChangeAspect="1" noGrp="1" noRot="1"/>
          </p:cNvSpPr>
          <p:nvPr>
            <p:ph type="sldImg" idx="2"/>
          </p:nvPr>
        </p:nvSpPr>
        <p:spPr bwMode="auto">
          <a:xfrm>
            <a:off x="0" y="0"/>
            <a:ext cx="6796088" cy="3822700"/>
          </a:xfrm>
        </p:spPr>
      </p:sp>
      <p:sp>
        <p:nvSpPr>
          <p:cNvPr id="160182095"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026712" name="Slide Number Placeholder 1"/>
          <p:cNvSpPr>
            <a:spLocks noGrp="1"/>
          </p:cNvSpPr>
          <p:nvPr>
            <p:ph type="sldNum" sz="quarter" idx="5"/>
          </p:nvPr>
        </p:nvSpPr>
        <p:spPr bwMode="auto"/>
      </p:sp>
      <p:sp>
        <p:nvSpPr>
          <p:cNvPr id="663194166" name="Slide Image Placeholder 2"/>
          <p:cNvSpPr>
            <a:spLocks noChangeAspect="1" noGrp="1" noRot="1"/>
          </p:cNvSpPr>
          <p:nvPr>
            <p:ph type="sldImg" idx="2"/>
          </p:nvPr>
        </p:nvSpPr>
        <p:spPr bwMode="auto">
          <a:xfrm>
            <a:off x="0" y="0"/>
            <a:ext cx="6796088" cy="3822700"/>
          </a:xfrm>
        </p:spPr>
      </p:sp>
      <p:sp>
        <p:nvSpPr>
          <p:cNvPr id="1326778568"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922049" name="Slide Number Placeholder 1"/>
          <p:cNvSpPr>
            <a:spLocks noGrp="1"/>
          </p:cNvSpPr>
          <p:nvPr>
            <p:ph type="sldNum" sz="quarter" idx="5"/>
          </p:nvPr>
        </p:nvSpPr>
        <p:spPr bwMode="auto"/>
      </p:sp>
      <p:sp>
        <p:nvSpPr>
          <p:cNvPr id="1556918362" name="Slide Image Placeholder 2"/>
          <p:cNvSpPr>
            <a:spLocks noChangeAspect="1" noGrp="1" noRot="1"/>
          </p:cNvSpPr>
          <p:nvPr>
            <p:ph type="sldImg" idx="2"/>
          </p:nvPr>
        </p:nvSpPr>
        <p:spPr bwMode="auto">
          <a:xfrm>
            <a:off x="0" y="0"/>
            <a:ext cx="6796088" cy="3822700"/>
          </a:xfrm>
        </p:spPr>
      </p:sp>
      <p:sp>
        <p:nvSpPr>
          <p:cNvPr id="706877944"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5996469" name="Slide Number Placeholder 1"/>
          <p:cNvSpPr>
            <a:spLocks noGrp="1"/>
          </p:cNvSpPr>
          <p:nvPr>
            <p:ph type="sldNum" sz="quarter" idx="5"/>
          </p:nvPr>
        </p:nvSpPr>
        <p:spPr bwMode="auto"/>
      </p:sp>
      <p:sp>
        <p:nvSpPr>
          <p:cNvPr id="732422693" name="Slide Image Placeholder 2"/>
          <p:cNvSpPr>
            <a:spLocks noChangeAspect="1" noGrp="1" noRot="1"/>
          </p:cNvSpPr>
          <p:nvPr>
            <p:ph type="sldImg" idx="2"/>
          </p:nvPr>
        </p:nvSpPr>
        <p:spPr bwMode="auto">
          <a:xfrm>
            <a:off x="0" y="0"/>
            <a:ext cx="6796088" cy="3822700"/>
          </a:xfrm>
        </p:spPr>
      </p:sp>
      <p:sp>
        <p:nvSpPr>
          <p:cNvPr id="387522340"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a:t>
            </a:r>
            <a:r>
              <a:rPr sz="1200">
                <a:latin typeface="Arial"/>
              </a:rPr>
              <a:t>FB_StationBase</a:t>
            </a:r>
            <a:r>
              <a:rPr sz="1200">
                <a:latin typeface="Arial"/>
              </a:rPr>
              <a:t> and </a:t>
            </a:r>
            <a:r>
              <a:rPr sz="1200">
                <a:latin typeface="Arial"/>
              </a:rPr>
              <a:t>FB_StationFill</a:t>
            </a:r>
            <a:r>
              <a:rPr sz="1200">
                <a:latin typeface="Arial"/>
              </a:rPr>
              <a:t>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124279" name="Slide Number Placeholder 1"/>
          <p:cNvSpPr>
            <a:spLocks noGrp="1"/>
          </p:cNvSpPr>
          <p:nvPr>
            <p:ph type="sldNum" sz="quarter" idx="5"/>
          </p:nvPr>
        </p:nvSpPr>
        <p:spPr bwMode="auto"/>
      </p:sp>
      <p:sp>
        <p:nvSpPr>
          <p:cNvPr id="1546487127" name="Slide Image Placeholder 2"/>
          <p:cNvSpPr>
            <a:spLocks noChangeAspect="1" noGrp="1" noRot="1"/>
          </p:cNvSpPr>
          <p:nvPr>
            <p:ph type="sldImg" idx="2"/>
          </p:nvPr>
        </p:nvSpPr>
        <p:spPr bwMode="auto">
          <a:xfrm>
            <a:off x="0" y="0"/>
            <a:ext cx="6796088" cy="3822700"/>
          </a:xfrm>
        </p:spPr>
      </p:sp>
      <p:sp>
        <p:nvSpPr>
          <p:cNvPr id="1875956687" name="Notes Placeholder 3"/>
          <p:cNvSpPr>
            <a:spLocks noGrp="1"/>
          </p:cNvSpPr>
          <p:nvPr>
            <p:ph type="body" sz="quarter" idx="3"/>
          </p:nvPr>
        </p:nvSpPr>
        <p:spPr bwMode="auto"/>
        <p:txBody>
          <a:bodyPr/>
          <a:lstStyle/>
          <a:p>
            <a:pPr>
              <a:defRPr/>
            </a:pPr>
            <a:r>
              <a:rPr sz="1200">
                <a:latin typeface="Arial"/>
              </a:rPr>
              <a:t>[DON'T LECTURE] Read the bullets, gesture at the </a:t>
            </a:r>
            <a:r>
              <a:rPr sz="1200">
                <a:latin typeface="Arial"/>
              </a:rPr>
              <a:t>FB_StationBase</a:t>
            </a:r>
            <a:r>
              <a:rPr sz="1200">
                <a:latin typeface="Arial"/>
              </a:rPr>
              <a:t>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a:t>
            </a:r>
            <a:r>
              <a:rPr sz="1200">
                <a:latin typeface="Arial"/>
              </a:rPr>
              <a:t>FB_init</a:t>
            </a:r>
            <a:r>
              <a:rPr sz="1200">
                <a:latin typeface="Arial"/>
              </a:rPr>
              <a:t> is </a:t>
            </a:r>
            <a:r>
              <a:rPr sz="1200">
                <a:latin typeface="Arial"/>
              </a:rPr>
              <a:t>TwinCAT's</a:t>
            </a:r>
            <a:r>
              <a:rPr sz="1200">
                <a:latin typeface="Arial"/>
              </a:rPr>
              <a:t>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a:t>
            </a:r>
            <a:r>
              <a:rPr sz="1200">
                <a:latin typeface="Arial"/>
              </a:rPr>
              <a:t>FB_ComponentBase</a:t>
            </a:r>
            <a:r>
              <a:rPr sz="1200">
                <a:latin typeface="Arial"/>
              </a:rPr>
              <a:t>).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3858018" name="Slide Number Placeholder 1"/>
          <p:cNvSpPr>
            <a:spLocks noGrp="1"/>
          </p:cNvSpPr>
          <p:nvPr>
            <p:ph type="sldNum" sz="quarter" idx="5"/>
          </p:nvPr>
        </p:nvSpPr>
        <p:spPr bwMode="auto"/>
      </p:sp>
      <p:sp>
        <p:nvSpPr>
          <p:cNvPr id="1407126695" name="Slide Image Placeholder 2"/>
          <p:cNvSpPr>
            <a:spLocks noGrp="1"/>
          </p:cNvSpPr>
          <p:nvPr>
            <p:ph type="sldImg" idx="2"/>
          </p:nvPr>
        </p:nvSpPr>
        <p:spPr bwMode="auto"/>
      </p:sp>
      <p:sp>
        <p:nvSpPr>
          <p:cNvPr id="422327740" name="Notes Placeholder 3"/>
          <p:cNvSpPr>
            <a:spLocks noGrp="1"/>
          </p:cNvSpPr>
          <p:nvPr>
            <p:ph type="body" sz="quarter" idx="3"/>
          </p:nvPr>
        </p:nvSpPr>
        <p:spPr bwMode="auto"/>
        <p:txBody>
          <a:bodyPr/>
          <a:lstStyle/>
          <a:p>
            <a:pPr>
              <a:defRPr/>
            </a:pPr>
            <a:r>
              <a:rPr/>
              <a:t>[BEFORE] `git switch Release` on the presenter, FillingLine_Inheritance loaded. FB_StationBase and FB_StationFill open side by side.</a:t>
            </a:r>
            <a:endParaRPr/>
          </a:p>
          <a:p>
            <a:pPr>
              <a:defRPr/>
            </a:pPr>
            <a:r>
              <a:rPr/>
              <a:t>[ASK FIRST] "How comfortable are you with EXTENDS / THIS^ / SUPER^? Hand up if you've used these in TwinCAT before." This calibrates the pace for the block — most rooms split.</a:t>
            </a:r>
            <a:endParaRPr/>
          </a:p>
          <a:p>
            <a:pPr>
              <a:defRPr/>
            </a:pPr>
            <a:r>
              <a:rPr/>
              <a:t>[SAY] "Same behavior. Same five sections. Different architecture. The shared parts moved into the base; the differentiated state machine stayed in each child."</a:t>
            </a:r>
            <a:endParaRPr/>
          </a:p>
          <a:p>
            <a:pPr>
              <a:defRPr/>
            </a:pPr>
            <a:r>
              <a:rPr/>
              <a:t>[DO] Walk Fill's ~67 lines vs the procedural ~107. The visible shrinkage IS half the lesson — the other half is the new concepts on the next four slides.</a:t>
            </a:r>
            <a:endParaRPr/>
          </a:p>
          <a:p>
            <a:pPr>
              <a:defRPr/>
            </a:pPr>
            <a:r>
              <a:rPr/>
              <a:t>[TIME] 5 minutes. Don't editorialize on the trade-offs yet — slide 38 does that.</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1624494" name="Slide Number Placeholder 1"/>
          <p:cNvSpPr>
            <a:spLocks noGrp="1"/>
          </p:cNvSpPr>
          <p:nvPr>
            <p:ph type="sldNum" sz="quarter" idx="5"/>
          </p:nvPr>
        </p:nvSpPr>
        <p:spPr bwMode="auto"/>
      </p:sp>
      <p:sp>
        <p:nvSpPr>
          <p:cNvPr id="2124282280" name="Slide Image Placeholder 2"/>
          <p:cNvSpPr>
            <a:spLocks noGrp="1"/>
          </p:cNvSpPr>
          <p:nvPr>
            <p:ph type="sldImg" idx="2"/>
          </p:nvPr>
        </p:nvSpPr>
        <p:spPr bwMode="auto"/>
      </p:sp>
      <p:sp>
        <p:nvSpPr>
          <p:cNvPr id="1945855248" name="Notes Placeholder 3"/>
          <p:cNvSpPr>
            <a:spLocks noGrp="1"/>
          </p:cNvSpPr>
          <p:nvPr>
            <p:ph type="body" sz="quarter" idx="3"/>
          </p:nvPr>
        </p:nvSpPr>
        <p:spPr bwMode="auto"/>
        <p:txBody>
          <a:bodyPr/>
          <a:lstStyle/>
          <a:p>
            <a:pPr>
              <a:defRPr/>
            </a:pPr>
            <a:r>
              <a:rPr/>
              <a:t>[BEFORE CLICK FORWARD] This slide is a question. The next slide has the answers. Do NOT click forward until the room has answered.</a:t>
            </a:r>
            <a:endParaRPr/>
          </a:p>
          <a:p>
            <a:pPr>
              <a:defRPr/>
            </a:pPr>
            <a:r>
              <a:rPr/>
              <a:t>[ASK] "Each procedural code block became a method on the base class. Which method? Take a guess for each — Mode, Alarm-ack, Reset, HMI mapping, State machine."</a:t>
            </a:r>
            <a:endParaRPr/>
          </a:p>
          <a:p>
            <a:pPr>
              <a:defRPr/>
            </a:pPr>
            <a:r>
              <a:rPr/>
              <a:t>[DO] Take answers verbally. If the room is silent, prime with "Reset is the obvious one. What's it called?" → Reset(). The others follow.</a:t>
            </a:r>
            <a:endParaRPr/>
          </a:p>
          <a:p>
            <a:pPr>
              <a:defRPr/>
            </a:pPr>
            <a:r>
              <a:rPr/>
              <a:t>[SEGUE] "Hold your guesses. Next slide has the mapping."</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637137" name="Slide Number Placeholder 1"/>
          <p:cNvSpPr>
            <a:spLocks noGrp="1"/>
          </p:cNvSpPr>
          <p:nvPr>
            <p:ph type="sldNum" sz="quarter" idx="5"/>
          </p:nvPr>
        </p:nvSpPr>
        <p:spPr bwMode="auto"/>
      </p:sp>
      <p:sp>
        <p:nvSpPr>
          <p:cNvPr id="291590095" name="Slide Image Placeholder 2"/>
          <p:cNvSpPr>
            <a:spLocks noGrp="1"/>
          </p:cNvSpPr>
          <p:nvPr>
            <p:ph type="sldImg" idx="2"/>
          </p:nvPr>
        </p:nvSpPr>
        <p:spPr bwMode="auto"/>
      </p:sp>
      <p:sp>
        <p:nvSpPr>
          <p:cNvPr id="2057463194" name="Notes Placeholder 3"/>
          <p:cNvSpPr>
            <a:spLocks noGrp="1"/>
          </p:cNvSpPr>
          <p:nvPr>
            <p:ph type="body" sz="quarter" idx="3"/>
          </p:nvPr>
        </p:nvSpPr>
        <p:spPr bwMode="auto"/>
        <p:txBody>
          <a:bodyPr/>
          <a:lstStyle/>
          <a:p>
            <a:pPr>
              <a:defRPr/>
            </a:pPr>
            <a:r>
              <a:rPr/>
              <a:t>[DO] Reveal the four answers. Notice: Mode AND Alarm-ack both went into Monitoring() — that's intentional. Both are "stuff the base does every cycle, independent of which station this is."</a:t>
            </a:r>
            <a:endParaRPr/>
          </a:p>
          <a:p>
            <a:pPr>
              <a:defRPr/>
            </a:pPr>
            <a:r>
              <a:rPr/>
              <a:t>[SAY] "Four out of five fit. The state machine — the one section that genuinely differs between stations — is the one left over. That's the inheritance pattern in one image: shared parts go up; differentiated parts stay down."</a:t>
            </a:r>
            <a:endParaRPr/>
          </a:p>
          <a:p>
            <a:pPr>
              <a:defRPr/>
            </a:pPr>
            <a:r>
              <a:rPr/>
              <a:t>[ASK] "Anyone guess that the state machine becomes an override?" Take hands. Next slide names it.</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077003" name="Slide Number Placeholder 1"/>
          <p:cNvSpPr>
            <a:spLocks noGrp="1"/>
          </p:cNvSpPr>
          <p:nvPr>
            <p:ph type="sldNum" sz="quarter" idx="5"/>
          </p:nvPr>
        </p:nvSpPr>
        <p:spPr bwMode="auto"/>
      </p:sp>
      <p:sp>
        <p:nvSpPr>
          <p:cNvPr id="16684651" name="Slide Image Placeholder 2"/>
          <p:cNvSpPr>
            <a:spLocks noGrp="1"/>
          </p:cNvSpPr>
          <p:nvPr>
            <p:ph type="sldImg" idx="2"/>
          </p:nvPr>
        </p:nvSpPr>
        <p:spPr bwMode="auto"/>
      </p:sp>
      <p:sp>
        <p:nvSpPr>
          <p:cNvPr id="381822089" name="Notes Placeholder 3"/>
          <p:cNvSpPr>
            <a:spLocks noGrp="1"/>
          </p:cNvSpPr>
          <p:nvPr>
            <p:ph type="body" sz="quarter" idx="3"/>
          </p:nvPr>
        </p:nvSpPr>
        <p:spPr bwMode="auto"/>
        <p:txBody>
          <a:bodyPr/>
          <a:lstStyle/>
          <a:p>
            <a:pPr>
              <a:defRPr/>
            </a:pPr>
            <a:r>
              <a:rPr/>
              <a:t>[DO] Reveal the answer: ExecuteSequence() is virtual on the base; each derived FB provides its own implementation.</a:t>
            </a:r>
            <a:endParaRPr/>
          </a:p>
          <a:p>
            <a:pPr>
              <a:defRPr/>
            </a:pPr>
            <a:r>
              <a:rPr/>
              <a:t>[KEY POINT] "Override" is the new vocabulary. The base calls ExecuteSequence() inside its lifecycle; the derived FB's version is what actually runs. That's the inheritance superpower — write the lifecycle once, vary the body per child.</a:t>
            </a:r>
            <a:endParaRPr/>
          </a:p>
          <a:p>
            <a:pPr>
              <a:defRPr/>
            </a:pPr>
            <a:r>
              <a:rPr/>
              <a:t>[BRIDGE] "We've now named all four constructs you need to read Stage 2 code: EXTENDS, SUPER^, override, FB_init. The next slide drops them into actual ST."</a:t>
            </a:r>
            <a:endParaRPr/>
          </a:p>
          <a:p>
            <a:pPr>
              <a:defRPr/>
            </a:pPr>
            <a:r>
              <a:rPr/>
              <a:t>[FAE NOTE] When you teach this to controls engineers without OOP background, dwell here. The mechanics are easier than the mental model — the mental model takes practice.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5275170" name="Slide Number Placeholder 1"/>
          <p:cNvSpPr>
            <a:spLocks noGrp="1"/>
          </p:cNvSpPr>
          <p:nvPr>
            <p:ph type="sldNum" sz="quarter" idx="5"/>
          </p:nvPr>
        </p:nvSpPr>
        <p:spPr bwMode="auto"/>
      </p:sp>
      <p:sp>
        <p:nvSpPr>
          <p:cNvPr id="1788938364" name="Slide Image Placeholder 2"/>
          <p:cNvSpPr>
            <a:spLocks noChangeAspect="1" noGrp="1" noRot="1"/>
          </p:cNvSpPr>
          <p:nvPr>
            <p:ph type="sldImg" idx="2"/>
          </p:nvPr>
        </p:nvSpPr>
        <p:spPr bwMode="auto"/>
      </p:sp>
      <p:sp>
        <p:nvSpPr>
          <p:cNvPr id="1465290673"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509150" name="Slide Number Placeholder 1"/>
          <p:cNvSpPr>
            <a:spLocks noGrp="1"/>
          </p:cNvSpPr>
          <p:nvPr>
            <p:ph type="sldNum" sz="quarter" idx="5"/>
          </p:nvPr>
        </p:nvSpPr>
        <p:spPr bwMode="auto"/>
      </p:sp>
      <p:sp>
        <p:nvSpPr>
          <p:cNvPr id="802332357" name="Slide Image Placeholder 2"/>
          <p:cNvSpPr>
            <a:spLocks noChangeAspect="1" noGrp="1" noRot="1"/>
          </p:cNvSpPr>
          <p:nvPr>
            <p:ph type="sldImg" idx="2"/>
          </p:nvPr>
        </p:nvSpPr>
        <p:spPr bwMode="auto">
          <a:xfrm>
            <a:off x="0" y="0"/>
            <a:ext cx="6796088" cy="3822700"/>
          </a:xfrm>
        </p:spPr>
      </p:sp>
      <p:sp>
        <p:nvSpPr>
          <p:cNvPr id="870644654"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6296856" name="Slide Number Placeholder 1"/>
          <p:cNvSpPr>
            <a:spLocks noGrp="1"/>
          </p:cNvSpPr>
          <p:nvPr>
            <p:ph type="sldNum" sz="quarter" idx="5"/>
          </p:nvPr>
        </p:nvSpPr>
        <p:spPr bwMode="auto"/>
      </p:sp>
      <p:sp>
        <p:nvSpPr>
          <p:cNvPr id="1297843434" name="Slide Image Placeholder 2"/>
          <p:cNvSpPr>
            <a:spLocks noChangeAspect="1" noGrp="1" noRot="1"/>
          </p:cNvSpPr>
          <p:nvPr>
            <p:ph type="sldImg" idx="2"/>
          </p:nvPr>
        </p:nvSpPr>
        <p:spPr bwMode="auto">
          <a:xfrm>
            <a:off x="0" y="0"/>
            <a:ext cx="6796088" cy="3822700"/>
          </a:xfrm>
        </p:spPr>
      </p:sp>
      <p:sp>
        <p:nvSpPr>
          <p:cNvPr id="532835564" name="Notes Placeholder 3"/>
          <p:cNvSpPr>
            <a:spLocks noGrp="1"/>
          </p:cNvSpPr>
          <p:nvPr>
            <p:ph type="body" sz="quarter" idx="3"/>
          </p:nvPr>
        </p:nvSpPr>
        <p:spPr bwMode="auto"/>
        <p:txBody>
          <a:bodyPr/>
          <a:lstStyle/>
          <a:p>
            <a:pPr>
              <a:defRPr/>
            </a:pPr>
            <a:r>
              <a:rPr/>
              <a:t>[ASK] "Where is Monitoring() called? Trace it." Take guesses.</a:t>
            </a:r>
            <a:endParaRPr/>
          </a:p>
          <a:p>
            <a:pPr>
              <a:defRPr/>
            </a:pPr>
            <a:r>
              <a:rPr/>
              <a:t>[ANTICIPATED ANSWERS]</a:t>
            </a:r>
            <a:endParaRPr/>
          </a:p>
          <a:p>
            <a:pPr>
              <a:defRPr/>
            </a:pPr>
            <a:r>
              <a:rPr/>
              <a:t>  - "From the station's body call." → partial; the body call drives the FB but doesn't directly invoke Monitoring().</a:t>
            </a:r>
            <a:endParaRPr/>
          </a:p>
          <a:p>
            <a:pPr>
              <a:defRPr/>
            </a:pPr>
            <a:r>
              <a:rPr/>
              <a:t>  - "From CyclicLogic()." → closer.</a:t>
            </a:r>
            <a:endParaRPr/>
          </a:p>
          <a:p>
            <a:pPr>
              <a:defRPr/>
            </a:pPr>
            <a:r>
              <a:rPr/>
              <a:t>  - "From FB_ComponentBase's framework lifecycle." → correct.</a:t>
            </a:r>
            <a:endParaRPr/>
          </a:p>
          <a:p>
            <a:pPr>
              <a:defRPr/>
            </a:pPr>
            <a:r>
              <a:rPr/>
              <a:t>[DO] Open FB_ComponentBase (SPT) in the library tree. Show that CyclicLogic() — provided by the framework — invokes the virtual hooks in order: Monitoring(), ExecuteSequence(), UpdateHmiStatus().</a:t>
            </a:r>
            <a:endParaRPr/>
          </a:p>
          <a:p>
            <a:pPr>
              <a:defRPr/>
            </a:pPr>
            <a:r>
              <a:rPr/>
              <a:t>[KEY POINT] You don't call Monitoring() yourself. The framework calls it for you, every cycle. That's the Template Method pattern — we'll name it in Block 4.</a:t>
            </a:r>
            <a:endParaRPr/>
          </a:p>
          <a:p>
            <a:pPr>
              <a:defRPr/>
            </a:pPr>
            <a:r>
              <a:rPr/>
              <a:t>[IF ASKED] "What if I don't want Monitoring() to run?" → "Override it and return early. There's no opt-out shorter than that." Plant this — it's the seam CR-2 will exploit and then break.</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746232" name="Slide Number Placeholder 1"/>
          <p:cNvSpPr>
            <a:spLocks noGrp="1"/>
          </p:cNvSpPr>
          <p:nvPr>
            <p:ph type="sldNum" sz="quarter" idx="5"/>
          </p:nvPr>
        </p:nvSpPr>
        <p:spPr bwMode="auto"/>
      </p:sp>
      <p:sp>
        <p:nvSpPr>
          <p:cNvPr id="38847970" name="Slide Image Placeholder 2"/>
          <p:cNvSpPr>
            <a:spLocks noChangeAspect="1" noGrp="1" noRot="1"/>
          </p:cNvSpPr>
          <p:nvPr>
            <p:ph type="sldImg" idx="2"/>
          </p:nvPr>
        </p:nvSpPr>
        <p:spPr bwMode="auto">
          <a:xfrm>
            <a:off x="0" y="0"/>
            <a:ext cx="6796088" cy="3822700"/>
          </a:xfrm>
        </p:spPr>
      </p:sp>
      <p:sp>
        <p:nvSpPr>
          <p:cNvPr id="128584628"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5919231" name="Slide Number Placeholder 1"/>
          <p:cNvSpPr>
            <a:spLocks noGrp="1"/>
          </p:cNvSpPr>
          <p:nvPr>
            <p:ph type="sldNum" sz="quarter" idx="5"/>
          </p:nvPr>
        </p:nvSpPr>
        <p:spPr bwMode="auto"/>
      </p:sp>
      <p:sp>
        <p:nvSpPr>
          <p:cNvPr id="1686422000" name="Slide Image Placeholder 2"/>
          <p:cNvSpPr>
            <a:spLocks noChangeAspect="1" noGrp="1" noRot="1"/>
          </p:cNvSpPr>
          <p:nvPr>
            <p:ph type="sldImg" idx="2"/>
          </p:nvPr>
        </p:nvSpPr>
        <p:spPr bwMode="auto">
          <a:xfrm>
            <a:off x="0" y="0"/>
            <a:ext cx="6796088" cy="3822700"/>
          </a:xfrm>
        </p:spPr>
      </p:sp>
      <p:sp>
        <p:nvSpPr>
          <p:cNvPr id="1505362522"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t>
            </a:r>
            <a:r>
              <a:rPr lang="en-US" sz="1200">
                <a:latin typeface="+mn-lt"/>
              </a:rPr>
              <a:t>AllowPause</a:t>
            </a:r>
            <a:r>
              <a:rPr lang="en-US" sz="1200">
                <a:latin typeface="+mn-lt"/>
              </a:rPr>
              <a:t>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6780121" name="Slide Number Placeholder 1"/>
          <p:cNvSpPr>
            <a:spLocks noGrp="1"/>
          </p:cNvSpPr>
          <p:nvPr>
            <p:ph type="sldNum" sz="quarter" idx="5"/>
          </p:nvPr>
        </p:nvSpPr>
        <p:spPr bwMode="auto"/>
      </p:sp>
      <p:sp>
        <p:nvSpPr>
          <p:cNvPr id="716896055" name="Slide Image Placeholder 2"/>
          <p:cNvSpPr>
            <a:spLocks noChangeAspect="1" noGrp="1" noRot="1"/>
          </p:cNvSpPr>
          <p:nvPr>
            <p:ph type="sldImg" idx="2"/>
          </p:nvPr>
        </p:nvSpPr>
        <p:spPr bwMode="auto">
          <a:xfrm>
            <a:off x="0" y="0"/>
            <a:ext cx="6796088" cy="3822700"/>
          </a:xfrm>
        </p:spPr>
      </p:sp>
      <p:sp>
        <p:nvSpPr>
          <p:cNvPr id="130457589" name="Notes Placeholder 3"/>
          <p:cNvSpPr>
            <a:spLocks noGrp="1"/>
          </p:cNvSpPr>
          <p:nvPr>
            <p:ph type="body" sz="quarter" idx="3"/>
          </p:nvPr>
        </p:nvSpPr>
        <p:spPr bwMode="auto"/>
        <p:txBody>
          <a:bodyPr/>
          <a:lstStyle/>
          <a:p>
            <a:pPr>
              <a:defRPr/>
            </a:pPr>
            <a:r>
              <a:rPr sz="1200">
                <a:latin typeface="Arial"/>
              </a:rPr>
              <a:t>[SHOW] Live diff vs Stage 1 (5 files / +50 / −13) → Stage 2 (3 files / +65 / −48).</a:t>
            </a:r>
            <a:endParaRPr/>
          </a:p>
          <a:p>
            <a:pPr>
              <a:defRPr/>
            </a:pPr>
            <a:r>
              <a:rPr sz="1200">
                <a:latin typeface="Arial"/>
              </a:rPr>
              <a:t>[ASK — discussion] "Which is worse — scattered pollution paid by 4 stations, or centralized pollution paid by every reader of the base?"</a:t>
            </a:r>
            <a:endParaRPr/>
          </a:p>
          <a:p>
            <a:pPr>
              <a:defRPr/>
            </a:pPr>
            <a:r>
              <a:rPr sz="1200">
                <a:latin typeface="Arial"/>
              </a:rPr>
              <a:t>[POINT] There's no right answer. That's the point. Inheritance didn't eliminate the cost; it relocated it.</a:t>
            </a:r>
            <a:endParaRPr/>
          </a:p>
          <a:p>
            <a:pPr>
              <a:defRPr/>
            </a:pPr>
            <a:r>
              <a:rPr sz="1200">
                <a:latin typeface="Arial"/>
              </a:rPr>
              <a:t>[BRIDGE] This sets up CR-2, where the relocation becomes a trap.</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469368" name="Slide Number Placeholder 1"/>
          <p:cNvSpPr>
            <a:spLocks noGrp="1"/>
          </p:cNvSpPr>
          <p:nvPr>
            <p:ph type="sldNum" sz="quarter" idx="5"/>
          </p:nvPr>
        </p:nvSpPr>
        <p:spPr bwMode="auto"/>
      </p:sp>
      <p:sp>
        <p:nvSpPr>
          <p:cNvPr id="1753094681" name="Slide Image Placeholder 2"/>
          <p:cNvSpPr>
            <a:spLocks noChangeAspect="1" noGrp="1" noRot="1"/>
          </p:cNvSpPr>
          <p:nvPr>
            <p:ph type="sldImg" idx="2"/>
          </p:nvPr>
        </p:nvSpPr>
        <p:spPr bwMode="auto"/>
      </p:sp>
      <p:sp>
        <p:nvSpPr>
          <p:cNvPr id="1285468732"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1539473" name="Slide Number Placeholder 1"/>
          <p:cNvSpPr>
            <a:spLocks noGrp="1"/>
          </p:cNvSpPr>
          <p:nvPr>
            <p:ph type="sldNum" sz="quarter" idx="5"/>
          </p:nvPr>
        </p:nvSpPr>
        <p:spPr bwMode="auto"/>
      </p:sp>
      <p:sp>
        <p:nvSpPr>
          <p:cNvPr id="33774195" name="Slide Image Placeholder 2"/>
          <p:cNvSpPr>
            <a:spLocks noChangeAspect="1" noGrp="1" noRot="1"/>
          </p:cNvSpPr>
          <p:nvPr>
            <p:ph type="sldImg" idx="2"/>
          </p:nvPr>
        </p:nvSpPr>
        <p:spPr bwMode="auto">
          <a:xfrm>
            <a:off x="0" y="0"/>
            <a:ext cx="6796088" cy="3822700"/>
          </a:xfrm>
        </p:spPr>
      </p:sp>
      <p:sp>
        <p:nvSpPr>
          <p:cNvPr id="1215550102" name="Notes Placeholder 3"/>
          <p:cNvSpPr>
            <a:spLocks noGrp="1"/>
          </p:cNvSpPr>
          <p:nvPr>
            <p:ph type="body" sz="quarter" idx="3"/>
          </p:nvPr>
        </p:nvSpPr>
        <p:spPr bwMode="auto"/>
        <p:txBody>
          <a:bodyPr/>
          <a:lstStyle/>
          <a:p>
            <a:pPr>
              <a:defRPr/>
            </a:pPr>
            <a:r>
              <a:rPr/>
              <a:t>[PLAN TO SLOW DOWN] This is the workshop's hardest moment. Budget 25 min, not the printed 20.</a:t>
            </a:r>
            <a:endParaRPr/>
          </a:p>
          <a:p>
            <a:pPr>
              <a:defRPr/>
            </a:pPr>
            <a:r>
              <a:rPr/>
              <a:t>[BEFORE] Read CR-2 aloud again: "Inspect needs a non-faulting alarm AND parallel state-10. Same requirement as Stage 1, applied via inheritance."</a:t>
            </a:r>
            <a:endParaRPr/>
          </a:p>
          <a:p>
            <a:pPr>
              <a:defRPr/>
            </a:pPr>
            <a:r>
              <a:rPr/>
              <a:t>[DO] Set a 15-minute timer. "I'll be available — this one's harder." Walk the room.</a:t>
            </a:r>
            <a:endParaRPr/>
          </a:p>
          <a:p>
            <a:pPr>
              <a:defRPr/>
            </a:pPr>
            <a:r>
              <a:rPr/>
              <a:t>[WATCH FOR] Most attendees start by overriding Monitoring() and adding quality-flag logic AFTER calling SUPER^.Monitoring(). That's broken — the base latches the alarm before the override can intercept.</a:t>
            </a:r>
            <a:endParaRPr/>
          </a:p>
          <a:p>
            <a:pPr>
              <a:defRPr/>
            </a:pPr>
            <a:r>
              <a:rPr/>
              <a:t>[LEADING QUESTIONS — use only when stuck]</a:t>
            </a:r>
            <a:endParaRPr/>
          </a:p>
          <a:p>
            <a:pPr>
              <a:defRPr/>
            </a:pPr>
            <a:r>
              <a:rPr/>
              <a:t>  1. "When does SUPER^.Monitoring() latch the alarm?" → every time RaiseStationAlarm() is called.</a:t>
            </a:r>
            <a:endParaRPr/>
          </a:p>
          <a:p>
            <a:pPr>
              <a:defRPr/>
            </a:pPr>
            <a:r>
              <a:rPr/>
              <a:t>  2. "What does the quality-flag policy say should happen on a defect?" → don't latch.</a:t>
            </a:r>
            <a:endParaRPr/>
          </a:p>
          <a:p>
            <a:pPr>
              <a:defRPr/>
            </a:pPr>
            <a:r>
              <a:rPr/>
              <a:t>  3. "So what does that imply about calling SUPER?" → you can't.</a:t>
            </a:r>
            <a:endParaRPr/>
          </a:p>
          <a:p>
            <a:pPr>
              <a:defRPr/>
            </a:pPr>
            <a:r>
              <a:rPr/>
              <a:t>  4. "If you don't call SUPER, what do you lose?" → mode resolution and alarm-ack from the base — duplicate them in the override.</a:t>
            </a:r>
            <a:endParaRPr/>
          </a:p>
          <a:p>
            <a:pPr>
              <a:defRPr/>
            </a:pPr>
            <a:r>
              <a:rPr/>
              <a:t>[REVEAL] The discovery is on slide 45. DON'T deliver it here — they have to feel the corner first.</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7345245" name="Slide Number Placeholder 1"/>
          <p:cNvSpPr>
            <a:spLocks noGrp="1"/>
          </p:cNvSpPr>
          <p:nvPr>
            <p:ph type="sldNum" sz="quarter" idx="5"/>
          </p:nvPr>
        </p:nvSpPr>
        <p:spPr bwMode="auto"/>
      </p:sp>
      <p:sp>
        <p:nvSpPr>
          <p:cNvPr id="519213809" name="Slide Image Placeholder 2"/>
          <p:cNvSpPr>
            <a:spLocks noChangeAspect="1" noGrp="1" noRot="1"/>
          </p:cNvSpPr>
          <p:nvPr>
            <p:ph type="sldImg" idx="2"/>
          </p:nvPr>
        </p:nvSpPr>
        <p:spPr bwMode="auto">
          <a:xfrm>
            <a:off x="0" y="0"/>
            <a:ext cx="6796088" cy="3822700"/>
          </a:xfrm>
        </p:spPr>
      </p:sp>
      <p:sp>
        <p:nvSpPr>
          <p:cNvPr id="1350233904"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a:t>
            </a:r>
            <a:r>
              <a:rPr sz="1200">
                <a:latin typeface="Arial"/>
              </a:rPr>
              <a:t>RaiseStationAlarm</a:t>
            </a:r>
            <a:r>
              <a:rPr sz="1200">
                <a:latin typeface="Arial"/>
              </a:rPr>
              <a:t>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361053" name="Slide Number Placeholder 1"/>
          <p:cNvSpPr>
            <a:spLocks noGrp="1"/>
          </p:cNvSpPr>
          <p:nvPr>
            <p:ph type="sldNum" sz="quarter" idx="5"/>
          </p:nvPr>
        </p:nvSpPr>
        <p:spPr bwMode="auto"/>
      </p:sp>
      <p:sp>
        <p:nvSpPr>
          <p:cNvPr id="824042121" name="Slide Image Placeholder 2"/>
          <p:cNvSpPr>
            <a:spLocks noChangeAspect="1" noGrp="1" noRot="1"/>
          </p:cNvSpPr>
          <p:nvPr>
            <p:ph type="sldImg" idx="2"/>
          </p:nvPr>
        </p:nvSpPr>
        <p:spPr bwMode="auto"/>
      </p:sp>
      <p:sp>
        <p:nvSpPr>
          <p:cNvPr id="2093667988"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037248" name="Slide Number Placeholder 1"/>
          <p:cNvSpPr>
            <a:spLocks noGrp="1"/>
          </p:cNvSpPr>
          <p:nvPr>
            <p:ph type="sldNum" sz="quarter" idx="5"/>
          </p:nvPr>
        </p:nvSpPr>
        <p:spPr bwMode="auto"/>
      </p:sp>
      <p:sp>
        <p:nvSpPr>
          <p:cNvPr id="1410117550" name="Slide Image Placeholder 2"/>
          <p:cNvSpPr>
            <a:spLocks noChangeAspect="1" noGrp="1" noRot="1"/>
          </p:cNvSpPr>
          <p:nvPr>
            <p:ph type="sldImg" idx="2"/>
          </p:nvPr>
        </p:nvSpPr>
        <p:spPr bwMode="auto">
          <a:xfrm>
            <a:off x="0" y="0"/>
            <a:ext cx="6796088" cy="3822700"/>
          </a:xfrm>
        </p:spPr>
      </p:sp>
      <p:sp>
        <p:nvSpPr>
          <p:cNvPr id="906778058"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787237" name="Slide Number Placeholder 1"/>
          <p:cNvSpPr>
            <a:spLocks noGrp="1"/>
          </p:cNvSpPr>
          <p:nvPr>
            <p:ph type="sldNum" sz="quarter" idx="5"/>
          </p:nvPr>
        </p:nvSpPr>
        <p:spPr bwMode="auto"/>
      </p:sp>
      <p:sp>
        <p:nvSpPr>
          <p:cNvPr id="84300334" name="Slide Image Placeholder 2"/>
          <p:cNvSpPr>
            <a:spLocks noChangeAspect="1" noGrp="1" noRot="1"/>
          </p:cNvSpPr>
          <p:nvPr>
            <p:ph type="sldImg" idx="2"/>
          </p:nvPr>
        </p:nvSpPr>
        <p:spPr bwMode="auto">
          <a:xfrm>
            <a:off x="0" y="0"/>
            <a:ext cx="6796088" cy="3822700"/>
          </a:xfrm>
        </p:spPr>
      </p:sp>
      <p:sp>
        <p:nvSpPr>
          <p:cNvPr id="1023829341"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261094" name="Slide Number Placeholder 1"/>
          <p:cNvSpPr>
            <a:spLocks noGrp="1"/>
          </p:cNvSpPr>
          <p:nvPr>
            <p:ph type="sldNum" sz="quarter" idx="5"/>
          </p:nvPr>
        </p:nvSpPr>
        <p:spPr bwMode="auto"/>
      </p:sp>
      <p:sp>
        <p:nvSpPr>
          <p:cNvPr id="817138123" name="Slide Image Placeholder 2"/>
          <p:cNvSpPr>
            <a:spLocks noChangeAspect="1" noGrp="1" noRot="1"/>
          </p:cNvSpPr>
          <p:nvPr>
            <p:ph type="sldImg" idx="2"/>
          </p:nvPr>
        </p:nvSpPr>
        <p:spPr bwMode="auto">
          <a:xfrm>
            <a:off x="0" y="0"/>
            <a:ext cx="6796088" cy="3822700"/>
          </a:xfrm>
        </p:spPr>
      </p:sp>
      <p:sp>
        <p:nvSpPr>
          <p:cNvPr id="493158307" name="Notes Placeholder 3"/>
          <p:cNvSpPr>
            <a:spLocks noGrp="1"/>
          </p:cNvSpPr>
          <p:nvPr>
            <p:ph type="body" sz="quarter" idx="3"/>
          </p:nvPr>
        </p:nvSpPr>
        <p:spPr bwMode="auto"/>
        <p:txBody>
          <a:bodyPr/>
          <a:lstStyle/>
          <a:p>
            <a:pPr>
              <a:defRPr/>
            </a:pPr>
            <a:r>
              <a:rPr/>
              <a:t>[BEFORE] `git switch cr3-applied` on the presenter. FB_StationBase open; Fill and Inspect in adjacent tabs.</a:t>
            </a:r>
            <a:endParaRPr/>
          </a:p>
          <a:p>
            <a:pPr>
              <a:defRPr/>
            </a:pPr>
            <a:r>
              <a:rPr/>
              <a:t>[SAY] "Selective logging — only Fill and Inspect need it. Cap and Label don't. The inheritance path: storage on the base, virtual LoggingEnabled flag, override to TRUE in Fill and Inspect."</a:t>
            </a:r>
            <a:endParaRPr/>
          </a:p>
          <a:p>
            <a:pPr>
              <a:defRPr/>
            </a:pPr>
            <a:r>
              <a:rPr/>
              <a:t>[TIME] 5 minutes of reading, not writing. They're comparing branches.</a:t>
            </a:r>
            <a:endParaRPr/>
          </a:p>
          <a:p>
            <a:pPr>
              <a:defRPr/>
            </a:pPr>
            <a:r>
              <a:rP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endParaRPr/>
          </a:p>
          <a:p>
            <a:pPr>
              <a:defRPr/>
            </a:pPr>
            <a:r>
              <a:rPr/>
              <a:t>[PACING] If behind, cut this to a 60-second instructor walkthrough — no hands-on. CR-2 was the lesson; CR-3 is reinforcement.</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7243217" name="Slide Number Placeholder 1"/>
          <p:cNvSpPr>
            <a:spLocks noGrp="1"/>
          </p:cNvSpPr>
          <p:nvPr>
            <p:ph type="sldNum" sz="quarter" idx="5"/>
          </p:nvPr>
        </p:nvSpPr>
        <p:spPr bwMode="auto"/>
      </p:sp>
      <p:sp>
        <p:nvSpPr>
          <p:cNvPr id="1026298985" name="Slide Image Placeholder 2"/>
          <p:cNvSpPr>
            <a:spLocks noChangeAspect="1" noGrp="1" noRot="1"/>
          </p:cNvSpPr>
          <p:nvPr>
            <p:ph type="sldImg" idx="2"/>
          </p:nvPr>
        </p:nvSpPr>
        <p:spPr bwMode="auto"/>
      </p:sp>
      <p:sp>
        <p:nvSpPr>
          <p:cNvPr id="1632064515" name="Notes Placeholder 3"/>
          <p:cNvSpPr>
            <a:spLocks noGrp="1"/>
          </p:cNvSpPr>
          <p:nvPr>
            <p:ph type="body" sz="quarter" idx="3"/>
          </p:nvPr>
        </p:nvSpPr>
        <p:spPr bwMode="auto"/>
        <p:txBody>
          <a:bodyPr/>
          <a:lstStyle/>
          <a:p>
            <a:pPr>
              <a:defRPr/>
            </a:pPr>
            <a:r>
              <a:rPr sz="1200">
                <a:latin typeface="Arial"/>
              </a:rPr>
              <a:t>[DO] Read the requirement. 5-minute timer. The attempt: </a:t>
            </a:r>
            <a:r>
              <a:rPr sz="1200">
                <a:latin typeface="Arial"/>
              </a:rPr>
              <a:t>LogBuffer</a:t>
            </a:r>
            <a:r>
              <a:rPr sz="1200">
                <a:latin typeface="Arial"/>
              </a:rPr>
              <a:t> + </a:t>
            </a:r>
            <a:r>
              <a:rPr sz="1200">
                <a:latin typeface="Arial"/>
              </a:rPr>
              <a:t>LoggingEnabled</a:t>
            </a:r>
            <a:r>
              <a:rPr sz="1200">
                <a:latin typeface="Arial"/>
              </a:rPr>
              <a:t> virtual on the base; Fill and Inspect override to TRUE.</a:t>
            </a:r>
            <a:endParaRPr/>
          </a:p>
          <a:p>
            <a:pPr>
              <a:defRPr/>
            </a:pPr>
            <a:r>
              <a:rPr sz="1200">
                <a:latin typeface="Arial"/>
              </a:rPr>
              <a:t>[ASK] "Where does Cap's </a:t>
            </a:r>
            <a:r>
              <a:rPr sz="1200">
                <a:latin typeface="Arial"/>
              </a:rPr>
              <a:t>LogBuffer</a:t>
            </a:r>
            <a:r>
              <a:rPr sz="1200">
                <a:latin typeface="Arial"/>
              </a:rPr>
              <a:t>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a:t>
            </a:r>
            <a:r>
              <a:rPr sz="1200">
                <a:latin typeface="Arial"/>
              </a:rPr>
              <a:t>FB_StationBase</a:t>
            </a:r>
            <a:r>
              <a:rPr sz="1200">
                <a:latin typeface="Arial"/>
              </a:rPr>
              <a:t> has to understand why </a:t>
            </a:r>
            <a:r>
              <a:rPr sz="1200">
                <a:latin typeface="Arial"/>
              </a:rPr>
              <a:t>LogBuffer</a:t>
            </a:r>
            <a:r>
              <a:rPr sz="1200">
                <a:latin typeface="Arial"/>
              </a:rPr>
              <a:t>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835218" name="Slide Number Placeholder 1"/>
          <p:cNvSpPr>
            <a:spLocks noGrp="1"/>
          </p:cNvSpPr>
          <p:nvPr>
            <p:ph type="sldNum" sz="quarter" idx="5"/>
          </p:nvPr>
        </p:nvSpPr>
        <p:spPr bwMode="auto"/>
      </p:sp>
      <p:sp>
        <p:nvSpPr>
          <p:cNvPr id="942920677" name="Slide Image Placeholder 2"/>
          <p:cNvSpPr>
            <a:spLocks noChangeAspect="1" noGrp="1" noRot="1"/>
          </p:cNvSpPr>
          <p:nvPr>
            <p:ph type="sldImg" idx="2"/>
          </p:nvPr>
        </p:nvSpPr>
        <p:spPr bwMode="auto">
          <a:xfrm>
            <a:off x="0" y="0"/>
            <a:ext cx="6796088" cy="3822700"/>
          </a:xfrm>
        </p:spPr>
      </p:sp>
      <p:sp>
        <p:nvSpPr>
          <p:cNvPr id="52801663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257147" name="Slide Number Placeholder 1"/>
          <p:cNvSpPr>
            <a:spLocks noGrp="1"/>
          </p:cNvSpPr>
          <p:nvPr>
            <p:ph type="sldNum" sz="quarter" idx="5"/>
          </p:nvPr>
        </p:nvSpPr>
        <p:spPr bwMode="auto"/>
      </p:sp>
      <p:sp>
        <p:nvSpPr>
          <p:cNvPr id="960715337" name="Slide Image Placeholder 2"/>
          <p:cNvSpPr>
            <a:spLocks noChangeAspect="1" noGrp="1" noRot="1"/>
          </p:cNvSpPr>
          <p:nvPr>
            <p:ph type="sldImg" idx="2"/>
          </p:nvPr>
        </p:nvSpPr>
        <p:spPr bwMode="auto"/>
      </p:sp>
      <p:sp>
        <p:nvSpPr>
          <p:cNvPr id="821734287"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949958" name="Slide Number Placeholder 1"/>
          <p:cNvSpPr>
            <a:spLocks noGrp="1"/>
          </p:cNvSpPr>
          <p:nvPr>
            <p:ph type="sldNum" sz="quarter" idx="5"/>
          </p:nvPr>
        </p:nvSpPr>
        <p:spPr bwMode="auto"/>
      </p:sp>
      <p:sp>
        <p:nvSpPr>
          <p:cNvPr id="915629037" name="Slide Image Placeholder 2"/>
          <p:cNvSpPr>
            <a:spLocks noChangeAspect="1" noGrp="1" noRot="1"/>
          </p:cNvSpPr>
          <p:nvPr>
            <p:ph type="sldImg" idx="2"/>
          </p:nvPr>
        </p:nvSpPr>
        <p:spPr bwMode="auto"/>
      </p:sp>
      <p:sp>
        <p:nvSpPr>
          <p:cNvPr id="1002028155"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00767" name="Slide Number Placeholder 1"/>
          <p:cNvSpPr>
            <a:spLocks noGrp="1"/>
          </p:cNvSpPr>
          <p:nvPr>
            <p:ph type="sldNum" sz="quarter" idx="5"/>
          </p:nvPr>
        </p:nvSpPr>
        <p:spPr bwMode="auto"/>
      </p:sp>
      <p:sp>
        <p:nvSpPr>
          <p:cNvPr id="2052790712" name="Slide Image Placeholder 2"/>
          <p:cNvSpPr>
            <a:spLocks noChangeAspect="1" noGrp="1" noRot="1"/>
          </p:cNvSpPr>
          <p:nvPr>
            <p:ph type="sldImg" idx="2"/>
          </p:nvPr>
        </p:nvSpPr>
        <p:spPr bwMode="auto"/>
      </p:sp>
      <p:sp>
        <p:nvSpPr>
          <p:cNvPr id="172807522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CoreComponents libraries. I_Cyclic, I_Diagnostic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1888213" name="Slide Number Placeholder 1"/>
          <p:cNvSpPr>
            <a:spLocks noGrp="1"/>
          </p:cNvSpPr>
          <p:nvPr>
            <p:ph type="sldNum" sz="quarter" idx="5"/>
          </p:nvPr>
        </p:nvSpPr>
        <p:spPr bwMode="auto"/>
      </p:sp>
      <p:sp>
        <p:nvSpPr>
          <p:cNvPr id="45842499" name="Slide Image Placeholder 2"/>
          <p:cNvSpPr>
            <a:spLocks noChangeAspect="1" noGrp="1" noRot="1"/>
          </p:cNvSpPr>
          <p:nvPr>
            <p:ph type="sldImg" idx="2"/>
          </p:nvPr>
        </p:nvSpPr>
        <p:spPr bwMode="auto"/>
      </p:sp>
      <p:sp>
        <p:nvSpPr>
          <p:cNvPr id="2129418055" name="Notes Placeholder 3"/>
          <p:cNvSpPr>
            <a:spLocks noGrp="1"/>
          </p:cNvSpPr>
          <p:nvPr>
            <p:ph type="body" sz="quarter" idx="3"/>
          </p:nvPr>
        </p:nvSpPr>
        <p:spPr bwMode="auto"/>
        <p:txBody>
          <a:bodyPr/>
          <a:lstStyle/>
          <a:p>
            <a:pPr>
              <a:defRPr/>
            </a:pPr>
            <a:r>
              <a:rPr sz="1200">
                <a:latin typeface="Arial"/>
              </a:rPr>
              <a:t>[DO] Open the file tree. Walk top to bottom.</a:t>
            </a:r>
            <a:endParaRPr/>
          </a:p>
          <a:p>
            <a:pPr>
              <a:defRPr/>
            </a:pPr>
            <a:r>
              <a:rPr sz="1200">
                <a:latin typeface="Arial"/>
              </a:rPr>
              <a:t>[PRE-EMPT] "This is more files than Stage 1 had." Acknowledge it explicitly.</a:t>
            </a:r>
            <a:endParaRPr/>
          </a:p>
          <a:p>
            <a:pPr>
              <a:defRPr/>
            </a:pPr>
            <a:r>
              <a:rPr sz="1200">
                <a:latin typeface="Arial"/>
              </a:rPr>
              <a:t>[SAY] "Hold that judgment for one slide. The architecture's payback comes in the next 40 minutes. Don't defend it now; let CR-2 defend it."</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4110625" name="Slide Number Placeholder 1"/>
          <p:cNvSpPr>
            <a:spLocks noGrp="1"/>
          </p:cNvSpPr>
          <p:nvPr>
            <p:ph type="sldNum" sz="quarter" idx="5"/>
          </p:nvPr>
        </p:nvSpPr>
        <p:spPr bwMode="auto"/>
      </p:sp>
      <p:sp>
        <p:nvSpPr>
          <p:cNvPr id="1028874660" name="Slide Image Placeholder 2"/>
          <p:cNvSpPr>
            <a:spLocks noChangeAspect="1" noGrp="1" noRot="1"/>
          </p:cNvSpPr>
          <p:nvPr>
            <p:ph type="sldImg" idx="2"/>
          </p:nvPr>
        </p:nvSpPr>
        <p:spPr bwMode="auto"/>
      </p:sp>
      <p:sp>
        <p:nvSpPr>
          <p:cNvPr id="1081299484" name="Notes Placeholder 3"/>
          <p:cNvSpPr>
            <a:spLocks noGrp="1"/>
          </p:cNvSpPr>
          <p:nvPr>
            <p:ph type="body" sz="quarter" idx="3"/>
          </p:nvPr>
        </p:nvSpPr>
        <p:spPr bwMode="auto"/>
        <p:txBody>
          <a:bodyPr/>
          <a:lstStyle/>
          <a:p>
            <a:pPr>
              <a:defRPr/>
            </a:pPr>
            <a:r>
              <a:rPr sz="1200">
                <a:latin typeface="Arial"/>
              </a:rPr>
              <a:t>[DO] Open I_AlarmHandler.TcPOU on the projector. Walk the four members.</a:t>
            </a:r>
            <a:endParaRPr/>
          </a:p>
          <a:p>
            <a:pPr>
              <a:defRPr/>
            </a:pPr>
            <a:r>
              <a:rPr sz="1200">
                <a:latin typeface="Arial"/>
              </a:rPr>
              <a:t>[KEY LINE] "Stations depend on I_AlarmHandler — they never know which implementation they have. That's the seam where CR-2's swap will happen."</a:t>
            </a:r>
            <a:endParaRPr/>
          </a:p>
          <a:p>
            <a:pPr>
              <a:defRPr/>
            </a:pPr>
            <a:r>
              <a:rPr sz="1200">
                <a:latin typeface="Arial"/>
              </a:rPr>
              <a:t>[FORESHADOW] Don't explain the swap yet. Just plant the seam. Reveal in 25 minutes.</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46122" name="Slide Number Placeholder 1"/>
          <p:cNvSpPr>
            <a:spLocks noGrp="1"/>
          </p:cNvSpPr>
          <p:nvPr>
            <p:ph type="sldNum" sz="quarter" idx="5"/>
          </p:nvPr>
        </p:nvSpPr>
        <p:spPr bwMode="auto"/>
      </p:sp>
      <p:sp>
        <p:nvSpPr>
          <p:cNvPr id="1901789951" name="Slide Image Placeholder 2"/>
          <p:cNvSpPr>
            <a:spLocks noChangeAspect="1" noGrp="1" noRot="1"/>
          </p:cNvSpPr>
          <p:nvPr>
            <p:ph type="sldImg" idx="2"/>
          </p:nvPr>
        </p:nvSpPr>
        <p:spPr bwMode="auto"/>
      </p:sp>
      <p:sp>
        <p:nvSpPr>
          <p:cNvPr id="804209359"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697998" name="Slide Number Placeholder 1"/>
          <p:cNvSpPr>
            <a:spLocks noGrp="1"/>
          </p:cNvSpPr>
          <p:nvPr>
            <p:ph type="sldNum" sz="quarter" idx="5"/>
          </p:nvPr>
        </p:nvSpPr>
        <p:spPr bwMode="auto"/>
      </p:sp>
      <p:sp>
        <p:nvSpPr>
          <p:cNvPr id="1205502616" name="Slide Image Placeholder 2"/>
          <p:cNvSpPr>
            <a:spLocks noChangeAspect="1" noGrp="1" noRot="1"/>
          </p:cNvSpPr>
          <p:nvPr>
            <p:ph type="sldImg" idx="2"/>
          </p:nvPr>
        </p:nvSpPr>
        <p:spPr bwMode="auto"/>
      </p:sp>
      <p:sp>
        <p:nvSpPr>
          <p:cNvPr id="1806215904" name="Notes Placeholder 3"/>
          <p:cNvSpPr>
            <a:spLocks noGrp="1"/>
          </p:cNvSpPr>
          <p:nvPr>
            <p:ph type="body" sz="quarter" idx="3"/>
          </p:nvPr>
        </p:nvSpPr>
        <p:spPr bwMode="auto"/>
        <p:txBody>
          <a:bodyPr/>
          <a:lstStyle/>
          <a:p>
            <a:pPr>
              <a:defRPr/>
            </a:pPr>
            <a:r>
              <a:rPr sz="1200">
                <a:latin typeface="Arial"/>
              </a:rPr>
              <a:t>[DO] Open FB_StationFill on the projector. Walk the VAR block first — point at I_AlarmHandler / I_DataLogger fields. Then walk FB_init — point at AlarmHandler / DataLogger parameters.</a:t>
            </a:r>
            <a:endParaRPr/>
          </a:p>
          <a:p>
            <a:pPr>
              <a:defRPr/>
            </a:pPr>
            <a:r>
              <a:rPr sz="1200">
                <a:latin typeface="Arial"/>
              </a:rPr>
              <a:t>[KEY LINE] "The station never constructs its dependencies. It receives them. That's dependency injection — the seam that makes CR-2 trivial."</a:t>
            </a:r>
            <a:endParaRPr/>
          </a:p>
          <a:p>
            <a:pPr>
              <a:defRPr/>
            </a:pPr>
            <a:r>
              <a:rPr sz="1200">
                <a:latin typeface="Arial"/>
              </a:rPr>
              <a:t>[IF ASKED] "What's REFERENCE TO?" → "TwinCAT's pointer-with-syntax-sugar. Use REF= to bind, then dereference with .field syntax. We use it for FB_ModeManager because there's exactly one shared instance."</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732040" name="Slide Number Placeholder 1"/>
          <p:cNvSpPr>
            <a:spLocks noGrp="1"/>
          </p:cNvSpPr>
          <p:nvPr>
            <p:ph type="sldNum" sz="quarter" idx="5"/>
          </p:nvPr>
        </p:nvSpPr>
        <p:spPr bwMode="auto"/>
      </p:sp>
      <p:sp>
        <p:nvSpPr>
          <p:cNvPr id="195530813" name="Slide Image Placeholder 2"/>
          <p:cNvSpPr>
            <a:spLocks noChangeAspect="1" noGrp="1" noRot="1"/>
          </p:cNvSpPr>
          <p:nvPr>
            <p:ph type="sldImg" idx="2"/>
          </p:nvPr>
        </p:nvSpPr>
        <p:spPr bwMode="auto"/>
      </p:sp>
      <p:sp>
        <p:nvSpPr>
          <p:cNvPr id="574012969"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7419825" name="Slide Number Placeholder 1"/>
          <p:cNvSpPr>
            <a:spLocks noGrp="1"/>
          </p:cNvSpPr>
          <p:nvPr>
            <p:ph type="sldNum" sz="quarter" idx="5"/>
          </p:nvPr>
        </p:nvSpPr>
        <p:spPr bwMode="auto"/>
      </p:sp>
      <p:sp>
        <p:nvSpPr>
          <p:cNvPr id="1885554959" name="Slide Image Placeholder 2"/>
          <p:cNvSpPr>
            <a:spLocks noChangeAspect="1" noGrp="1" noRot="1"/>
          </p:cNvSpPr>
          <p:nvPr>
            <p:ph type="sldImg" idx="2"/>
          </p:nvPr>
        </p:nvSpPr>
        <p:spPr bwMode="auto"/>
      </p:sp>
      <p:sp>
        <p:nvSpPr>
          <p:cNvPr id="1104514278"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0624894" name="Slide Number Placeholder 1"/>
          <p:cNvSpPr>
            <a:spLocks noGrp="1"/>
          </p:cNvSpPr>
          <p:nvPr>
            <p:ph type="sldNum" sz="quarter" idx="5"/>
          </p:nvPr>
        </p:nvSpPr>
        <p:spPr bwMode="auto"/>
      </p:sp>
      <p:sp>
        <p:nvSpPr>
          <p:cNvPr id="768275970" name="Slide Image Placeholder 2"/>
          <p:cNvSpPr>
            <a:spLocks noChangeAspect="1" noGrp="1" noRot="1"/>
          </p:cNvSpPr>
          <p:nvPr>
            <p:ph type="sldImg" idx="2"/>
          </p:nvPr>
        </p:nvSpPr>
        <p:spPr bwMode="auto"/>
      </p:sp>
      <p:sp>
        <p:nvSpPr>
          <p:cNvPr id="666005297"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5581324" name="Slide Number Placeholder 1"/>
          <p:cNvSpPr>
            <a:spLocks noGrp="1"/>
          </p:cNvSpPr>
          <p:nvPr>
            <p:ph type="sldNum" sz="quarter" idx="5"/>
          </p:nvPr>
        </p:nvSpPr>
        <p:spPr bwMode="auto"/>
      </p:sp>
      <p:sp>
        <p:nvSpPr>
          <p:cNvPr id="386328281" name="Slide Image Placeholder 2"/>
          <p:cNvSpPr>
            <a:spLocks noChangeAspect="1" noGrp="1" noRot="1"/>
          </p:cNvSpPr>
          <p:nvPr>
            <p:ph type="sldImg" idx="2"/>
          </p:nvPr>
        </p:nvSpPr>
        <p:spPr bwMode="auto"/>
      </p:sp>
      <p:sp>
        <p:nvSpPr>
          <p:cNvPr id="564973523"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0085332" name="Slide Number Placeholder 1"/>
          <p:cNvSpPr>
            <a:spLocks noGrp="1"/>
          </p:cNvSpPr>
          <p:nvPr>
            <p:ph type="sldNum" sz="quarter" idx="5"/>
          </p:nvPr>
        </p:nvSpPr>
        <p:spPr bwMode="auto"/>
      </p:sp>
      <p:sp>
        <p:nvSpPr>
          <p:cNvPr id="612973959" name="Slide Image Placeholder 2"/>
          <p:cNvSpPr>
            <a:spLocks noChangeAspect="1" noGrp="1" noRot="1"/>
          </p:cNvSpPr>
          <p:nvPr>
            <p:ph type="sldImg" idx="2"/>
          </p:nvPr>
        </p:nvSpPr>
        <p:spPr bwMode="auto"/>
      </p:sp>
      <p:sp>
        <p:nvSpPr>
          <p:cNvPr id="1088697834"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0618454" name="Slide Number Placeholder 1"/>
          <p:cNvSpPr>
            <a:spLocks noGrp="1"/>
          </p:cNvSpPr>
          <p:nvPr>
            <p:ph type="sldNum" sz="quarter" idx="5"/>
          </p:nvPr>
        </p:nvSpPr>
        <p:spPr bwMode="auto"/>
      </p:sp>
      <p:sp>
        <p:nvSpPr>
          <p:cNvPr id="1474655140" name="Slide Image Placeholder 2"/>
          <p:cNvSpPr>
            <a:spLocks noChangeAspect="1" noGrp="1" noRot="1"/>
          </p:cNvSpPr>
          <p:nvPr>
            <p:ph type="sldImg" idx="2"/>
          </p:nvPr>
        </p:nvSpPr>
        <p:spPr bwMode="auto"/>
      </p:sp>
      <p:sp>
        <p:nvSpPr>
          <p:cNvPr id="946118613"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3797752" name="Slide Number Placeholder 1"/>
          <p:cNvSpPr>
            <a:spLocks noGrp="1"/>
          </p:cNvSpPr>
          <p:nvPr>
            <p:ph type="sldNum" sz="quarter" idx="5"/>
          </p:nvPr>
        </p:nvSpPr>
        <p:spPr bwMode="auto"/>
      </p:sp>
      <p:sp>
        <p:nvSpPr>
          <p:cNvPr id="329714640" name="Slide Image Placeholder 2"/>
          <p:cNvSpPr>
            <a:spLocks noChangeAspect="1" noGrp="1" noRot="1"/>
          </p:cNvSpPr>
          <p:nvPr>
            <p:ph type="sldImg" idx="2"/>
          </p:nvPr>
        </p:nvSpPr>
        <p:spPr bwMode="auto"/>
      </p:sp>
      <p:sp>
        <p:nvSpPr>
          <p:cNvPr id="1879022994"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1031950" name="Slide Number Placeholder 1"/>
          <p:cNvSpPr>
            <a:spLocks noGrp="1"/>
          </p:cNvSpPr>
          <p:nvPr>
            <p:ph type="sldNum" sz="quarter" idx="5"/>
          </p:nvPr>
        </p:nvSpPr>
        <p:spPr bwMode="auto"/>
      </p:sp>
      <p:sp>
        <p:nvSpPr>
          <p:cNvPr id="1368371930" name="Slide Image Placeholder 2"/>
          <p:cNvSpPr>
            <a:spLocks noChangeAspect="1" noGrp="1" noRot="1"/>
          </p:cNvSpPr>
          <p:nvPr>
            <p:ph type="sldImg" idx="2"/>
          </p:nvPr>
        </p:nvSpPr>
        <p:spPr bwMode="auto"/>
      </p:sp>
      <p:sp>
        <p:nvSpPr>
          <p:cNvPr id="1755181682"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274785" name="Slide Number Placeholder 1"/>
          <p:cNvSpPr>
            <a:spLocks noGrp="1"/>
          </p:cNvSpPr>
          <p:nvPr>
            <p:ph type="sldNum" sz="quarter" idx="5"/>
          </p:nvPr>
        </p:nvSpPr>
        <p:spPr bwMode="auto"/>
      </p:sp>
      <p:sp>
        <p:nvSpPr>
          <p:cNvPr id="1540147087" name="Slide Image Placeholder 2"/>
          <p:cNvSpPr>
            <a:spLocks noChangeAspect="1" noGrp="1" noRot="1"/>
          </p:cNvSpPr>
          <p:nvPr>
            <p:ph type="sldImg" idx="2"/>
          </p:nvPr>
        </p:nvSpPr>
        <p:spPr bwMode="auto"/>
      </p:sp>
      <p:sp>
        <p:nvSpPr>
          <p:cNvPr id="1767674000"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6375527" name="Slide Number Placeholder 1"/>
          <p:cNvSpPr>
            <a:spLocks noGrp="1"/>
          </p:cNvSpPr>
          <p:nvPr>
            <p:ph type="sldNum" sz="quarter" idx="5"/>
          </p:nvPr>
        </p:nvSpPr>
        <p:spPr bwMode="auto"/>
      </p:sp>
      <p:sp>
        <p:nvSpPr>
          <p:cNvPr id="1247965991" name="Slide Image Placeholder 2"/>
          <p:cNvSpPr>
            <a:spLocks noChangeAspect="1" noGrp="1" noRot="1"/>
          </p:cNvSpPr>
          <p:nvPr>
            <p:ph type="sldImg" idx="2"/>
          </p:nvPr>
        </p:nvSpPr>
        <p:spPr bwMode="auto"/>
      </p:sp>
      <p:sp>
        <p:nvSpPr>
          <p:cNvPr id="1939424687"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401533" name="Slide Number Placeholder 1"/>
          <p:cNvSpPr>
            <a:spLocks noGrp="1"/>
          </p:cNvSpPr>
          <p:nvPr>
            <p:ph type="sldNum" sz="quarter" idx="5"/>
          </p:nvPr>
        </p:nvSpPr>
        <p:spPr bwMode="auto"/>
      </p:sp>
      <p:sp>
        <p:nvSpPr>
          <p:cNvPr id="1436040486" name="Slide Image Placeholder 2"/>
          <p:cNvSpPr>
            <a:spLocks noChangeAspect="1" noGrp="1" noRot="1"/>
          </p:cNvSpPr>
          <p:nvPr>
            <p:ph type="sldImg" idx="2"/>
          </p:nvPr>
        </p:nvSpPr>
        <p:spPr bwMode="auto"/>
      </p:sp>
      <p:sp>
        <p:nvSpPr>
          <p:cNvPr id="643649147"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726048" name="Slide Number Placeholder 1"/>
          <p:cNvSpPr>
            <a:spLocks noGrp="1"/>
          </p:cNvSpPr>
          <p:nvPr>
            <p:ph type="sldNum" sz="quarter" idx="5"/>
          </p:nvPr>
        </p:nvSpPr>
        <p:spPr bwMode="auto"/>
      </p:sp>
      <p:sp>
        <p:nvSpPr>
          <p:cNvPr id="2035857706" name="Slide Image Placeholder 2"/>
          <p:cNvSpPr>
            <a:spLocks noChangeAspect="1" noGrp="1" noRot="1"/>
          </p:cNvSpPr>
          <p:nvPr>
            <p:ph type="sldImg" idx="2"/>
          </p:nvPr>
        </p:nvSpPr>
        <p:spPr bwMode="auto"/>
      </p:sp>
      <p:sp>
        <p:nvSpPr>
          <p:cNvPr id="1696912616"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7164623" name="Slide Number Placeholder 1"/>
          <p:cNvSpPr>
            <a:spLocks noGrp="1"/>
          </p:cNvSpPr>
          <p:nvPr>
            <p:ph type="sldNum" sz="quarter" idx="5"/>
          </p:nvPr>
        </p:nvSpPr>
        <p:spPr bwMode="auto"/>
      </p:sp>
      <p:sp>
        <p:nvSpPr>
          <p:cNvPr id="1384514433" name="Slide Image Placeholder 2"/>
          <p:cNvSpPr>
            <a:spLocks noChangeAspect="1" noGrp="1" noRot="1"/>
          </p:cNvSpPr>
          <p:nvPr>
            <p:ph type="sldImg" idx="2"/>
          </p:nvPr>
        </p:nvSpPr>
        <p:spPr bwMode="auto"/>
      </p:sp>
      <p:sp>
        <p:nvSpPr>
          <p:cNvPr id="835494103"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3186776" name="Slide Number Placeholder 1"/>
          <p:cNvSpPr>
            <a:spLocks noGrp="1"/>
          </p:cNvSpPr>
          <p:nvPr>
            <p:ph type="sldNum" sz="quarter" idx="5"/>
          </p:nvPr>
        </p:nvSpPr>
        <p:spPr bwMode="auto"/>
      </p:sp>
      <p:sp>
        <p:nvSpPr>
          <p:cNvPr id="488209042" name="Slide Image Placeholder 2"/>
          <p:cNvSpPr>
            <a:spLocks noChangeAspect="1" noGrp="1" noRot="1"/>
          </p:cNvSpPr>
          <p:nvPr>
            <p:ph type="sldImg" idx="2"/>
          </p:nvPr>
        </p:nvSpPr>
        <p:spPr bwMode="auto"/>
      </p:sp>
      <p:sp>
        <p:nvSpPr>
          <p:cNvPr id="1870361248"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9689202" name="Slide Number Placeholder 1"/>
          <p:cNvSpPr>
            <a:spLocks noGrp="1"/>
          </p:cNvSpPr>
          <p:nvPr>
            <p:ph type="sldNum" sz="quarter" idx="5"/>
          </p:nvPr>
        </p:nvSpPr>
        <p:spPr bwMode="auto"/>
      </p:sp>
      <p:sp>
        <p:nvSpPr>
          <p:cNvPr id="1896754533" name="Slide Image Placeholder 2"/>
          <p:cNvSpPr>
            <a:spLocks noChangeAspect="1" noGrp="1" noRot="1"/>
          </p:cNvSpPr>
          <p:nvPr>
            <p:ph type="sldImg" idx="2"/>
          </p:nvPr>
        </p:nvSpPr>
        <p:spPr bwMode="auto"/>
      </p:sp>
      <p:sp>
        <p:nvSpPr>
          <p:cNvPr id="1588216783"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6690753" name="Slide Number Placeholder 1"/>
          <p:cNvSpPr>
            <a:spLocks noGrp="1"/>
          </p:cNvSpPr>
          <p:nvPr>
            <p:ph type="sldNum" sz="quarter" idx="5"/>
          </p:nvPr>
        </p:nvSpPr>
        <p:spPr bwMode="auto"/>
      </p:sp>
      <p:sp>
        <p:nvSpPr>
          <p:cNvPr id="1704058506" name="Slide Image Placeholder 2"/>
          <p:cNvSpPr>
            <a:spLocks noChangeAspect="1" noGrp="1" noRot="1"/>
          </p:cNvSpPr>
          <p:nvPr>
            <p:ph type="sldImg" idx="2"/>
          </p:nvPr>
        </p:nvSpPr>
        <p:spPr bwMode="auto"/>
      </p:sp>
      <p:sp>
        <p:nvSpPr>
          <p:cNvPr id="529388164"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4877001" name="Slide Number Placeholder 1"/>
          <p:cNvSpPr>
            <a:spLocks noGrp="1"/>
          </p:cNvSpPr>
          <p:nvPr>
            <p:ph type="sldNum" sz="quarter" idx="5"/>
          </p:nvPr>
        </p:nvSpPr>
        <p:spPr bwMode="auto"/>
      </p:sp>
      <p:sp>
        <p:nvSpPr>
          <p:cNvPr id="669061398" name="Slide Image Placeholder 2"/>
          <p:cNvSpPr>
            <a:spLocks noChangeAspect="1" noGrp="1" noRot="1"/>
          </p:cNvSpPr>
          <p:nvPr>
            <p:ph type="sldImg" idx="2"/>
          </p:nvPr>
        </p:nvSpPr>
        <p:spPr bwMode="auto"/>
      </p:sp>
      <p:sp>
        <p:nvSpPr>
          <p:cNvPr id="1473546266"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5838520" name="Slide Number Placeholder 1"/>
          <p:cNvSpPr>
            <a:spLocks noGrp="1"/>
          </p:cNvSpPr>
          <p:nvPr>
            <p:ph type="sldNum" sz="quarter" idx="5"/>
          </p:nvPr>
        </p:nvSpPr>
        <p:spPr bwMode="auto"/>
      </p:sp>
      <p:sp>
        <p:nvSpPr>
          <p:cNvPr id="999489727" name="Slide Image Placeholder 2"/>
          <p:cNvSpPr>
            <a:spLocks noChangeAspect="1" noGrp="1" noRot="1"/>
          </p:cNvSpPr>
          <p:nvPr>
            <p:ph type="sldImg" idx="2"/>
          </p:nvPr>
        </p:nvSpPr>
        <p:spPr bwMode="auto"/>
      </p:sp>
      <p:sp>
        <p:nvSpPr>
          <p:cNvPr id="1903773137"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6344465" name="Slide Number Placeholder 1"/>
          <p:cNvSpPr>
            <a:spLocks noGrp="1"/>
          </p:cNvSpPr>
          <p:nvPr>
            <p:ph type="sldNum" sz="quarter" idx="5"/>
          </p:nvPr>
        </p:nvSpPr>
        <p:spPr bwMode="auto"/>
      </p:sp>
      <p:sp>
        <p:nvSpPr>
          <p:cNvPr id="1160394136" name="Slide Image Placeholder 2"/>
          <p:cNvSpPr>
            <a:spLocks noChangeAspect="1" noGrp="1" noRot="1"/>
          </p:cNvSpPr>
          <p:nvPr>
            <p:ph type="sldImg" idx="2"/>
          </p:nvPr>
        </p:nvSpPr>
        <p:spPr bwMode="auto"/>
      </p:sp>
      <p:sp>
        <p:nvSpPr>
          <p:cNvPr id="338586326" name="Notes Placeholder 3"/>
          <p:cNvSpPr>
            <a:spLocks noGrp="1"/>
          </p:cNvSpPr>
          <p:nvPr>
            <p:ph type="body" sz="quarter" idx="3"/>
          </p:nvPr>
        </p:nvSpPr>
        <p:spPr bwMode="auto"/>
        <p:txBody>
          <a:bodyPr/>
          <a:lstStyle/>
          <a:p>
            <a:pPr>
              <a:defRPr/>
            </a:pPr>
            <a:r>
              <a:rPr sz="1200">
                <a:latin typeface="Arial"/>
              </a:rPr>
              <a:t>[DO] Read the body slowly.</a:t>
            </a:r>
            <a:endParaRPr/>
          </a:p>
          <a:p>
            <a:pPr>
              <a:defRPr/>
            </a:pPr>
            <a:r>
              <a:rPr sz="1200">
                <a:latin typeface="Arial"/>
              </a:rPr>
              <a:t>[BOOKEND] The "recognize themselves in Stage 1's drift" line is the emotional bookend to the CR-1 reveal in Block 1. Pull the thread explicitly:</a:t>
            </a:r>
            <a:endParaRPr/>
          </a:p>
          <a:p>
            <a:pPr>
              <a:defRPr/>
            </a:pPr>
            <a:r>
              <a:rPr sz="1200">
                <a:latin typeface="Arial"/>
              </a:rPr>
              <a:t>"Remember the silence in the room when half of you realized you'd copied from a station with one ack style? When you teach this, your attendees will have that same silence. That's the workshop working."</a:t>
            </a:r>
            <a:endParaRPr/>
          </a:p>
          <a:p>
            <a:pPr>
              <a:defRPr/>
            </a:pPr>
            <a:r>
              <a:rPr sz="1200">
                <a:latin typeface="Arial"/>
              </a:rPr>
              <a:t>[Q&amp;A] Immediately after. The workshop is technically over but the discussion is half the value — let it run.</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020568" name="Slide Number Placeholder 1"/>
          <p:cNvSpPr>
            <a:spLocks noGrp="1"/>
          </p:cNvSpPr>
          <p:nvPr>
            <p:ph type="sldNum" sz="quarter" idx="5"/>
          </p:nvPr>
        </p:nvSpPr>
        <p:spPr bwMode="auto"/>
      </p:sp>
      <p:sp>
        <p:nvSpPr>
          <p:cNvPr id="1701154909" name="Slide Image Placeholder 2"/>
          <p:cNvSpPr>
            <a:spLocks noChangeAspect="1" noGrp="1" noRot="1"/>
          </p:cNvSpPr>
          <p:nvPr>
            <p:ph type="sldImg" idx="2"/>
          </p:nvPr>
        </p:nvSpPr>
        <p:spPr bwMode="auto"/>
      </p:sp>
      <p:sp>
        <p:nvSpPr>
          <p:cNvPr id="119914384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614738" name="Slide Number Placeholder 1"/>
          <p:cNvSpPr>
            <a:spLocks noGrp="1"/>
          </p:cNvSpPr>
          <p:nvPr>
            <p:ph type="sldNum" sz="quarter" idx="5"/>
          </p:nvPr>
        </p:nvSpPr>
        <p:spPr bwMode="auto"/>
      </p:sp>
      <p:sp>
        <p:nvSpPr>
          <p:cNvPr id="1789518923" name="Slide Image Placeholder 2"/>
          <p:cNvSpPr>
            <a:spLocks noChangeAspect="1" noGrp="1" noRot="1"/>
          </p:cNvSpPr>
          <p:nvPr>
            <p:ph type="sldImg" idx="2"/>
          </p:nvPr>
        </p:nvSpPr>
        <p:spPr bwMode="auto"/>
      </p:sp>
      <p:sp>
        <p:nvSpPr>
          <p:cNvPr id="1746204721"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6980347" name="Slide Number Placeholder 1"/>
          <p:cNvSpPr>
            <a:spLocks noGrp="1"/>
          </p:cNvSpPr>
          <p:nvPr>
            <p:ph type="sldNum" sz="quarter" idx="5"/>
          </p:nvPr>
        </p:nvSpPr>
        <p:spPr bwMode="auto"/>
      </p:sp>
      <p:sp>
        <p:nvSpPr>
          <p:cNvPr id="44226307" name="Slide Image Placeholder 2"/>
          <p:cNvSpPr>
            <a:spLocks noChangeAspect="1" noGrp="1" noRot="1"/>
          </p:cNvSpPr>
          <p:nvPr>
            <p:ph type="sldImg" idx="2"/>
          </p:nvPr>
        </p:nvSpPr>
        <p:spPr bwMode="auto"/>
      </p:sp>
      <p:sp>
        <p:nvSpPr>
          <p:cNvPr id="333169561"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8714251" name="Slide Number Placeholder 1"/>
          <p:cNvSpPr>
            <a:spLocks noGrp="1"/>
          </p:cNvSpPr>
          <p:nvPr>
            <p:ph type="sldNum" sz="quarter" idx="5"/>
          </p:nvPr>
        </p:nvSpPr>
        <p:spPr bwMode="auto"/>
      </p:sp>
      <p:sp>
        <p:nvSpPr>
          <p:cNvPr id="1207299409" name="Slide Image Placeholder 2"/>
          <p:cNvSpPr>
            <a:spLocks noChangeAspect="1" noGrp="1" noRot="1"/>
          </p:cNvSpPr>
          <p:nvPr>
            <p:ph type="sldImg" idx="2"/>
          </p:nvPr>
        </p:nvSpPr>
        <p:spPr bwMode="auto"/>
      </p:sp>
      <p:sp>
        <p:nvSpPr>
          <p:cNvPr id="1591745312"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1104002" name="Slide Number Placeholder 1"/>
          <p:cNvSpPr>
            <a:spLocks noGrp="1"/>
          </p:cNvSpPr>
          <p:nvPr>
            <p:ph type="sldNum" sz="quarter" idx="5"/>
          </p:nvPr>
        </p:nvSpPr>
        <p:spPr bwMode="auto"/>
      </p:sp>
      <p:sp>
        <p:nvSpPr>
          <p:cNvPr id="1323137056" name="Slide Image Placeholder 2"/>
          <p:cNvSpPr>
            <a:spLocks noChangeAspect="1" noGrp="1" noRot="1"/>
          </p:cNvSpPr>
          <p:nvPr>
            <p:ph type="sldImg" idx="2"/>
          </p:nvPr>
        </p:nvSpPr>
        <p:spPr bwMode="auto"/>
      </p:sp>
      <p:sp>
        <p:nvSpPr>
          <p:cNvPr id="160770043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An attendee says their shop has its own base-class library and shouldn't have to adopt SPT to apply Stage 2 lessons.</a:t>
            </a:r>
          </a:p>
          <a:p>
            <a:r>
              <a:t>[REINFORCE] The Stage 2 lesson is the inheritance PATTERN — FB_StationBase for shared logic + virtual hooks for differentiated logic. SPT is one concrete implementation; the customer's framework is another. Same pattern, different framework.</a:t>
            </a:r>
          </a:p>
          <a:p>
            <a:r>
              <a:t>[VARIANT — if asked] "Should we move to SPT?" → "Not for the sake of this workshop. Move if Beckhoff's framework gives you something you don't have. Don't move for paradigm reasons alone."</a:t>
            </a:r>
          </a:p>
          <a:p>
            <a:r>
              <a:t>[IF ASKED] "Where can I get Core/CoreComponents?" → "They're internal to Beckhoff USA today, not on the public Community NuGet feed. The workshop ships them in _Libraries/ so you can build the Stage 3 code, but don't promise customers they can grab them for their own projects."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[USE WHEN] PackML/OMAC/ISA-88 comes up — common at NEM, common in regulated CPG/pharma audiences.</a:t>
            </a:r>
          </a:p>
          <a:p>
            <a:r>
              <a:t>[FRAME] PackML is a STANDARD that prescribes states + transitions. Stage 2 inheritance is a PATTERN that fits that prescription naturally — FB_StationBase imposes the lifecycle, derived FBs provide the differentiated behavior. Tc3_PackML_V3 ships the full PackML state machine as a Beckhoff library.</a:t>
            </a:r>
          </a:p>
          <a:p>
            <a:r>
              <a:t>[STAGE 3 ANGLE] Composition doesn't replace PackML — it composes WITH it. A station can simultaneously use Tc3_PackML_V3 for lifecycle states AND inject an I_AlarmHandler for variable alarm policy. The standards are vertical; composition is horizontal.</a:t>
            </a:r>
          </a:p>
          <a:p>
            <a:r>
              <a:t>[IF ASKED] "Which library should we standardize on?" → "If you're in a PackML shop, Tc3_PackML_V3 + your own composition layer. If you're not, SPT or Core/CoreComponents. Pick the framework that matches your audit/spec environment."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38675195" name="Footer Placeholder"/>
          <p:cNvSpPr>
            <a:spLocks noGrp="1"/>
          </p:cNvSpPr>
          <p:nvPr>
            <p:ph type="ftr" sz="quarter" idx="10"/>
          </p:nvPr>
        </p:nvSpPr>
        <p:spPr bwMode="auto"/>
        <p:txBody>
          <a:bodyPr/>
          <a:lstStyle/>
          <a:p>
            <a:pPr>
              <a:defRPr/>
            </a:pPr>
            <a:r>
              <a:rPr lang="en-US"/>
              <a:t>Footer text</a:t>
            </a:r>
            <a:endParaRPr/>
          </a:p>
        </p:txBody>
      </p:sp>
      <p:sp>
        <p:nvSpPr>
          <p:cNvPr id="2993460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795833419" name="Title"/>
          <p:cNvSpPr>
            <a:spLocks noGrp="1"/>
          </p:cNvSpPr>
          <p:nvPr>
            <p:ph type="title"/>
          </p:nvPr>
        </p:nvSpPr>
        <p:spPr bwMode="auto"/>
        <p:txBody>
          <a:bodyPr/>
          <a:lstStyle/>
          <a:p>
            <a:pPr>
              <a:defRPr/>
            </a:pPr>
            <a:r>
              <a:rPr lang="en-US"/>
              <a:t>Click to edit Master title style</a:t>
            </a:r>
            <a:endParaRPr/>
          </a:p>
        </p:txBody>
      </p:sp>
      <p:pic>
        <p:nvPicPr>
          <p:cNvPr id="624077842"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sp>
        <p:nvSpPr>
          <p:cNvPr id="1848416028" name="Footer Placeholder"/>
          <p:cNvSpPr>
            <a:spLocks noGrp="1"/>
          </p:cNvSpPr>
          <p:nvPr>
            <p:ph type="ftr" sz="quarter" idx="11"/>
          </p:nvPr>
        </p:nvSpPr>
        <p:spPr bwMode="auto"/>
        <p:txBody>
          <a:bodyPr/>
          <a:lstStyle/>
          <a:p>
            <a:pPr>
              <a:defRPr/>
            </a:pPr>
            <a:r>
              <a:rPr lang="en-US"/>
              <a:t>Footer text</a:t>
            </a:r>
            <a:endParaRPr/>
          </a:p>
        </p:txBody>
      </p:sp>
      <p:sp>
        <p:nvSpPr>
          <p:cNvPr id="1791045549"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988775200"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
        <p:nvSpPr>
          <p:cNvPr id="28229544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1758342"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2067119279" name="Footer Placeholder"/>
          <p:cNvSpPr>
            <a:spLocks noGrp="1"/>
          </p:cNvSpPr>
          <p:nvPr>
            <p:ph type="ftr" sz="quarter" idx="10"/>
          </p:nvPr>
        </p:nvSpPr>
        <p:spPr bwMode="auto"/>
        <p:txBody>
          <a:bodyPr/>
          <a:lstStyle/>
          <a:p>
            <a:pPr>
              <a:defRPr/>
            </a:pPr>
            <a:r>
              <a:rPr lang="en-US"/>
              <a:t>Footer text</a:t>
            </a:r>
            <a:endParaRPr/>
          </a:p>
        </p:txBody>
      </p:sp>
      <p:sp>
        <p:nvSpPr>
          <p:cNvPr id="31607562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153632567"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43570808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41807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137746979"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20741047"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469714892" name="Footer Placeholder"/>
          <p:cNvSpPr>
            <a:spLocks noGrp="1"/>
          </p:cNvSpPr>
          <p:nvPr>
            <p:ph type="ftr" sz="quarter" idx="10"/>
          </p:nvPr>
        </p:nvSpPr>
        <p:spPr bwMode="auto"/>
        <p:txBody>
          <a:bodyPr/>
          <a:lstStyle/>
          <a:p>
            <a:pPr>
              <a:defRPr/>
            </a:pPr>
            <a:r>
              <a:rPr lang="en-US"/>
              <a:t>Footer text</a:t>
            </a:r>
            <a:endParaRPr/>
          </a:p>
        </p:txBody>
      </p:sp>
      <p:sp>
        <p:nvSpPr>
          <p:cNvPr id="444172859"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17900131"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747334506"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0665937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214484225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783125160"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954717065" name="Footer Placeholder"/>
          <p:cNvSpPr>
            <a:spLocks noGrp="1"/>
          </p:cNvSpPr>
          <p:nvPr>
            <p:ph type="ftr" sz="quarter" idx="16"/>
          </p:nvPr>
        </p:nvSpPr>
        <p:spPr bwMode="auto"/>
        <p:txBody>
          <a:bodyPr/>
          <a:lstStyle/>
          <a:p>
            <a:pPr>
              <a:defRPr/>
            </a:pPr>
            <a:r>
              <a:rPr lang="en-US"/>
              <a:t>Footer text</a:t>
            </a:r>
            <a:endParaRPr/>
          </a:p>
        </p:txBody>
      </p:sp>
      <p:sp>
        <p:nvSpPr>
          <p:cNvPr id="194987972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4074849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94851299"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1018733303" name="Footer Placeholder"/>
          <p:cNvSpPr>
            <a:spLocks noGrp="1"/>
          </p:cNvSpPr>
          <p:nvPr>
            <p:ph type="ftr" sz="quarter" idx="16"/>
          </p:nvPr>
        </p:nvSpPr>
        <p:spPr bwMode="auto"/>
        <p:txBody>
          <a:bodyPr/>
          <a:lstStyle/>
          <a:p>
            <a:pPr>
              <a:defRPr/>
            </a:pPr>
            <a:r>
              <a:rPr lang="en-US"/>
              <a:t>Footer text</a:t>
            </a:r>
            <a:endParaRPr/>
          </a:p>
        </p:txBody>
      </p:sp>
      <p:sp>
        <p:nvSpPr>
          <p:cNvPr id="436229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233427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502257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2000101447" name="Footer Placeholder"/>
          <p:cNvSpPr>
            <a:spLocks noGrp="1"/>
          </p:cNvSpPr>
          <p:nvPr>
            <p:ph type="ftr" sz="quarter" idx="17"/>
          </p:nvPr>
        </p:nvSpPr>
        <p:spPr bwMode="auto"/>
        <p:txBody>
          <a:bodyPr/>
          <a:lstStyle/>
          <a:p>
            <a:pPr>
              <a:defRPr/>
            </a:pPr>
            <a:r>
              <a:rPr lang="en-US"/>
              <a:t>Footer text</a:t>
            </a:r>
            <a:endParaRPr/>
          </a:p>
        </p:txBody>
      </p:sp>
      <p:sp>
        <p:nvSpPr>
          <p:cNvPr id="126959290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27470584"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094044776"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70536538"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9509658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17732164" name="Footer Placeholder"/>
          <p:cNvSpPr>
            <a:spLocks noGrp="1"/>
          </p:cNvSpPr>
          <p:nvPr>
            <p:ph type="ftr" sz="quarter" idx="16"/>
          </p:nvPr>
        </p:nvSpPr>
        <p:spPr bwMode="auto"/>
        <p:txBody>
          <a:bodyPr/>
          <a:lstStyle/>
          <a:p>
            <a:pPr>
              <a:defRPr/>
            </a:pPr>
            <a:r>
              <a:rPr lang="en-US"/>
              <a:t>Footer text</a:t>
            </a:r>
            <a:endParaRPr/>
          </a:p>
        </p:txBody>
      </p:sp>
      <p:sp>
        <p:nvSpPr>
          <p:cNvPr id="202303427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76369985"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4661779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5019704"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902929165" name="Footer Placeholder"/>
          <p:cNvSpPr>
            <a:spLocks noGrp="1"/>
          </p:cNvSpPr>
          <p:nvPr>
            <p:ph type="ftr" sz="quarter" idx="16"/>
          </p:nvPr>
        </p:nvSpPr>
        <p:spPr bwMode="auto"/>
        <p:txBody>
          <a:bodyPr/>
          <a:lstStyle/>
          <a:p>
            <a:pPr>
              <a:defRPr/>
            </a:pPr>
            <a:r>
              <a:rPr lang="en-US"/>
              <a:t>Footer text</a:t>
            </a:r>
            <a:endParaRPr/>
          </a:p>
        </p:txBody>
      </p:sp>
      <p:sp>
        <p:nvSpPr>
          <p:cNvPr id="2104702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31897299"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74855216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7628021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550829435" name="Footer Placeholder"/>
          <p:cNvSpPr>
            <a:spLocks noGrp="1"/>
          </p:cNvSpPr>
          <p:nvPr>
            <p:ph type="ftr" sz="quarter" idx="17"/>
          </p:nvPr>
        </p:nvSpPr>
        <p:spPr bwMode="auto"/>
        <p:txBody>
          <a:bodyPr/>
          <a:lstStyle/>
          <a:p>
            <a:pPr>
              <a:defRPr/>
            </a:pPr>
            <a:r>
              <a:rPr lang="en-US"/>
              <a:t>Footer text</a:t>
            </a:r>
            <a:endParaRPr/>
          </a:p>
        </p:txBody>
      </p:sp>
      <p:sp>
        <p:nvSpPr>
          <p:cNvPr id="101880559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29506438"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04736815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3084743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8703445"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663642431" name="Footer Placeholder"/>
          <p:cNvSpPr>
            <a:spLocks noGrp="1"/>
          </p:cNvSpPr>
          <p:nvPr>
            <p:ph type="ftr" sz="quarter" idx="18"/>
          </p:nvPr>
        </p:nvSpPr>
        <p:spPr bwMode="auto"/>
        <p:txBody>
          <a:bodyPr/>
          <a:lstStyle/>
          <a:p>
            <a:pPr>
              <a:defRPr/>
            </a:pPr>
            <a:r>
              <a:rPr lang="en-US"/>
              <a:t>Footer text</a:t>
            </a:r>
            <a:endParaRPr/>
          </a:p>
        </p:txBody>
      </p:sp>
      <p:sp>
        <p:nvSpPr>
          <p:cNvPr id="1626883524"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582812124"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617722389"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42769213"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6944401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3836966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259133924" name="Footer Placeholder"/>
          <p:cNvSpPr>
            <a:spLocks noGrp="1"/>
          </p:cNvSpPr>
          <p:nvPr>
            <p:ph type="ftr" sz="quarter" idx="19"/>
          </p:nvPr>
        </p:nvSpPr>
        <p:spPr bwMode="auto"/>
        <p:txBody>
          <a:bodyPr/>
          <a:lstStyle/>
          <a:p>
            <a:pPr>
              <a:defRPr/>
            </a:pPr>
            <a:r>
              <a:rPr lang="en-US"/>
              <a:t>Footer text</a:t>
            </a:r>
            <a:endParaRPr/>
          </a:p>
        </p:txBody>
      </p:sp>
      <p:sp>
        <p:nvSpPr>
          <p:cNvPr id="369329773"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16652179"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6764488"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17977914"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889288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189251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642945556" name="Footer Placeholder"/>
          <p:cNvSpPr>
            <a:spLocks noGrp="1"/>
          </p:cNvSpPr>
          <p:nvPr>
            <p:ph type="ftr" sz="quarter" idx="15"/>
          </p:nvPr>
        </p:nvSpPr>
        <p:spPr bwMode="auto"/>
        <p:txBody>
          <a:bodyPr/>
          <a:lstStyle/>
          <a:p>
            <a:pPr>
              <a:defRPr/>
            </a:pPr>
            <a:r>
              <a:rPr lang="en-US"/>
              <a:t>Footer text</a:t>
            </a:r>
            <a:endParaRPr/>
          </a:p>
        </p:txBody>
      </p:sp>
      <p:sp>
        <p:nvSpPr>
          <p:cNvPr id="1936701810"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371873198"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3754815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624169802" name="Footer Placeholder"/>
          <p:cNvSpPr>
            <a:spLocks noGrp="1"/>
          </p:cNvSpPr>
          <p:nvPr>
            <p:ph type="ftr" sz="quarter" idx="16"/>
          </p:nvPr>
        </p:nvSpPr>
        <p:spPr bwMode="auto"/>
        <p:txBody>
          <a:bodyPr/>
          <a:lstStyle/>
          <a:p>
            <a:pPr>
              <a:defRPr/>
            </a:pPr>
            <a:r>
              <a:rPr lang="en-US"/>
              <a:t>Footer text</a:t>
            </a:r>
            <a:endParaRPr/>
          </a:p>
        </p:txBody>
      </p:sp>
      <p:sp>
        <p:nvSpPr>
          <p:cNvPr id="1472897777"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556217181"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76109479"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189119364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1997334855" name="Footer Placeholder"/>
          <p:cNvSpPr>
            <a:spLocks noGrp="1"/>
          </p:cNvSpPr>
          <p:nvPr>
            <p:ph type="ftr" sz="quarter" idx="19"/>
          </p:nvPr>
        </p:nvSpPr>
        <p:spPr bwMode="auto"/>
        <p:txBody>
          <a:bodyPr/>
          <a:lstStyle/>
          <a:p>
            <a:pPr>
              <a:defRPr/>
            </a:pPr>
            <a:r>
              <a:rPr lang="en-US"/>
              <a:t>Footer text</a:t>
            </a:r>
            <a:endParaRPr/>
          </a:p>
        </p:txBody>
      </p:sp>
      <p:sp>
        <p:nvSpPr>
          <p:cNvPr id="107931380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4867004"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64093208"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4010367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38968888"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960744387"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131521846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778804006" name="Footer Placeholder"/>
          <p:cNvSpPr>
            <a:spLocks noGrp="1"/>
          </p:cNvSpPr>
          <p:nvPr>
            <p:ph type="ftr" sz="quarter" idx="16"/>
          </p:nvPr>
        </p:nvSpPr>
        <p:spPr bwMode="auto"/>
        <p:txBody>
          <a:bodyPr/>
          <a:lstStyle/>
          <a:p>
            <a:pPr>
              <a:defRPr/>
            </a:pPr>
            <a:r>
              <a:rPr lang="en-US"/>
              <a:t>Footer text</a:t>
            </a:r>
            <a:endParaRPr/>
          </a:p>
        </p:txBody>
      </p:sp>
      <p:sp>
        <p:nvSpPr>
          <p:cNvPr id="154244044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94673951"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462073404"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156551448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214434247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394845602" name="Footer Placeholder"/>
          <p:cNvSpPr>
            <a:spLocks noGrp="1"/>
          </p:cNvSpPr>
          <p:nvPr>
            <p:ph type="ftr" sz="quarter" idx="17"/>
          </p:nvPr>
        </p:nvSpPr>
        <p:spPr bwMode="auto"/>
        <p:txBody>
          <a:bodyPr/>
          <a:lstStyle/>
          <a:p>
            <a:pPr>
              <a:defRPr/>
            </a:pPr>
            <a:r>
              <a:rPr lang="en-US"/>
              <a:t>Footer text</a:t>
            </a:r>
            <a:endParaRPr/>
          </a:p>
        </p:txBody>
      </p:sp>
      <p:sp>
        <p:nvSpPr>
          <p:cNvPr id="86129117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3568714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1469858410"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255964366" name="Footer Placeholder"/>
          <p:cNvSpPr>
            <a:spLocks noGrp="1"/>
          </p:cNvSpPr>
          <p:nvPr>
            <p:ph type="ftr" sz="quarter" idx="12"/>
          </p:nvPr>
        </p:nvSpPr>
        <p:spPr bwMode="auto"/>
        <p:txBody>
          <a:bodyPr/>
          <a:lstStyle/>
          <a:p>
            <a:pPr>
              <a:defRPr/>
            </a:pPr>
            <a:r>
              <a:rPr lang="en-US"/>
              <a:t>Footer text</a:t>
            </a:r>
            <a:endParaRPr/>
          </a:p>
        </p:txBody>
      </p:sp>
      <p:sp>
        <p:nvSpPr>
          <p:cNvPr id="1457530293"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0025465"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66140597"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67796247"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031120096" name="Footer Placeholder"/>
          <p:cNvSpPr>
            <a:spLocks noGrp="1"/>
          </p:cNvSpPr>
          <p:nvPr>
            <p:ph type="ftr" sz="quarter" idx="14"/>
          </p:nvPr>
        </p:nvSpPr>
        <p:spPr bwMode="auto"/>
        <p:txBody>
          <a:bodyPr/>
          <a:lstStyle/>
          <a:p>
            <a:pPr>
              <a:defRPr/>
            </a:pPr>
            <a:r>
              <a:rPr lang="en-US"/>
              <a:t>Footer text</a:t>
            </a:r>
            <a:endParaRPr/>
          </a:p>
        </p:txBody>
      </p:sp>
      <p:sp>
        <p:nvSpPr>
          <p:cNvPr id="1872259063"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726163183"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398819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3065644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35807278"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76240585"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1125154529" name="Footer Placeholder"/>
          <p:cNvSpPr>
            <a:spLocks noGrp="1"/>
          </p:cNvSpPr>
          <p:nvPr>
            <p:ph type="ftr" sz="quarter" idx="16"/>
          </p:nvPr>
        </p:nvSpPr>
        <p:spPr bwMode="auto"/>
        <p:txBody>
          <a:bodyPr/>
          <a:lstStyle/>
          <a:p>
            <a:pPr>
              <a:defRPr/>
            </a:pPr>
            <a:r>
              <a:rPr lang="en-US"/>
              <a:t>Footer text</a:t>
            </a:r>
            <a:endParaRPr/>
          </a:p>
        </p:txBody>
      </p:sp>
      <p:sp>
        <p:nvSpPr>
          <p:cNvPr id="6376775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82397819"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62899972"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3241620"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68600078"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68955754"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9556539"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0339181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836037430" name="Footer Placeholder"/>
          <p:cNvSpPr>
            <a:spLocks noGrp="1"/>
          </p:cNvSpPr>
          <p:nvPr>
            <p:ph type="ftr" sz="quarter" idx="19"/>
          </p:nvPr>
        </p:nvSpPr>
        <p:spPr bwMode="auto"/>
        <p:txBody>
          <a:bodyPr/>
          <a:lstStyle/>
          <a:p>
            <a:pPr>
              <a:defRPr/>
            </a:pPr>
            <a:r>
              <a:rPr lang="en-US"/>
              <a:t>Footer text</a:t>
            </a:r>
            <a:endParaRPr/>
          </a:p>
        </p:txBody>
      </p:sp>
      <p:sp>
        <p:nvSpPr>
          <p:cNvPr id="112712325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81091448"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74950391"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04004557"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40593669"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99516468"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9553919"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06341422"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5999356"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81011574"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87368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534669253"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980604937" name="Footer Placeholder"/>
          <p:cNvSpPr>
            <a:spLocks noGrp="1"/>
          </p:cNvSpPr>
          <p:nvPr>
            <p:ph type="ftr" sz="quarter" idx="18"/>
          </p:nvPr>
        </p:nvSpPr>
        <p:spPr bwMode="auto"/>
        <p:txBody>
          <a:bodyPr/>
          <a:lstStyle/>
          <a:p>
            <a:pPr>
              <a:defRPr/>
            </a:pPr>
            <a:r>
              <a:rPr lang="en-US"/>
              <a:t>Footer text</a:t>
            </a:r>
            <a:endParaRPr/>
          </a:p>
        </p:txBody>
      </p:sp>
      <p:sp>
        <p:nvSpPr>
          <p:cNvPr id="662622827"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054678404"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324111724" name="Footer Placeholder"/>
          <p:cNvSpPr>
            <a:spLocks noGrp="1"/>
          </p:cNvSpPr>
          <p:nvPr>
            <p:ph type="ftr" sz="quarter" idx="14"/>
          </p:nvPr>
        </p:nvSpPr>
        <p:spPr bwMode="auto"/>
        <p:txBody>
          <a:bodyPr/>
          <a:lstStyle/>
          <a:p>
            <a:pPr>
              <a:defRPr/>
            </a:pPr>
            <a:r>
              <a:rPr lang="en-US"/>
              <a:t>Footer text</a:t>
            </a:r>
            <a:endParaRPr/>
          </a:p>
        </p:txBody>
      </p:sp>
      <p:sp>
        <p:nvSpPr>
          <p:cNvPr id="20111195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023634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671021614"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841543" name="Footer Placeholder"/>
          <p:cNvSpPr>
            <a:spLocks noGrp="1"/>
          </p:cNvSpPr>
          <p:nvPr>
            <p:ph type="ftr" sz="quarter" idx="17"/>
          </p:nvPr>
        </p:nvSpPr>
        <p:spPr bwMode="auto"/>
        <p:txBody>
          <a:bodyPr/>
          <a:lstStyle/>
          <a:p>
            <a:pPr>
              <a:defRPr/>
            </a:pPr>
            <a:r>
              <a:rPr lang="en-US"/>
              <a:t>Footer text</a:t>
            </a:r>
            <a:endParaRPr/>
          </a:p>
        </p:txBody>
      </p:sp>
      <p:sp>
        <p:nvSpPr>
          <p:cNvPr id="29709451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40992824"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446020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1205154539" name="Footer Placeholder"/>
          <p:cNvSpPr>
            <a:spLocks noGrp="1"/>
          </p:cNvSpPr>
          <p:nvPr>
            <p:ph type="ftr" sz="quarter" idx="10"/>
          </p:nvPr>
        </p:nvSpPr>
        <p:spPr bwMode="auto"/>
        <p:txBody>
          <a:bodyPr/>
          <a:lstStyle/>
          <a:p>
            <a:pPr>
              <a:defRPr/>
            </a:pPr>
            <a:r>
              <a:rPr lang="en-US"/>
              <a:t>Footer text</a:t>
            </a:r>
            <a:endParaRPr/>
          </a:p>
        </p:txBody>
      </p:sp>
      <p:sp>
        <p:nvSpPr>
          <p:cNvPr id="72291027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62716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Empty silver-blue ">
    <p:spTree>
      <p:nvGrpSpPr>
        <p:cNvPr id="1" name=""/>
        <p:cNvGrpSpPr/>
        <p:nvPr/>
      </p:nvGrpSpPr>
      <p:grpSpPr bwMode="auto">
        <a:xfrm>
          <a:off x="0" y="0"/>
          <a:ext cx="0" cy="0"/>
          <a:chOff x="0" y="0"/>
          <a:chExt cx="0" cy="0"/>
        </a:xfrm>
      </p:grpSpPr>
      <p:sp>
        <p:nvSpPr>
          <p:cNvPr id="11913358" name="Footer Placeholder"/>
          <p:cNvSpPr>
            <a:spLocks noGrp="1"/>
          </p:cNvSpPr>
          <p:nvPr>
            <p:ph type="ftr" sz="quarter" idx="10"/>
          </p:nvPr>
        </p:nvSpPr>
        <p:spPr bwMode="auto"/>
        <p:txBody>
          <a:bodyPr/>
          <a:lstStyle/>
          <a:p>
            <a:pPr>
              <a:defRPr/>
            </a:pPr>
            <a:r>
              <a:rPr lang="en-US"/>
              <a:t>Footer text</a:t>
            </a:r>
            <a:endParaRPr/>
          </a:p>
        </p:txBody>
      </p:sp>
      <p:sp>
        <p:nvSpPr>
          <p:cNvPr id="210860721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26362091"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170623127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995908208" name="Footer Placeholder"/>
          <p:cNvSpPr>
            <a:spLocks noGrp="1"/>
          </p:cNvSpPr>
          <p:nvPr>
            <p:ph type="ftr" sz="quarter" idx="12"/>
          </p:nvPr>
        </p:nvSpPr>
        <p:spPr bwMode="auto"/>
        <p:txBody>
          <a:bodyPr/>
          <a:lstStyle/>
          <a:p>
            <a:pPr>
              <a:defRPr/>
            </a:pPr>
            <a:r>
              <a:rPr lang="en-US"/>
              <a:t>Footer text</a:t>
            </a:r>
            <a:endParaRPr/>
          </a:p>
        </p:txBody>
      </p:sp>
      <p:sp>
        <p:nvSpPr>
          <p:cNvPr id="205381853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99522524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422551170"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40591010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203932336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175625446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23211374" name="Footer Placeholder"/>
          <p:cNvSpPr>
            <a:spLocks noGrp="1"/>
          </p:cNvSpPr>
          <p:nvPr>
            <p:ph type="ftr" sz="quarter" idx="12"/>
          </p:nvPr>
        </p:nvSpPr>
        <p:spPr bwMode="auto"/>
        <p:txBody>
          <a:bodyPr/>
          <a:lstStyle/>
          <a:p>
            <a:pPr>
              <a:defRPr/>
            </a:pPr>
            <a:r>
              <a:rPr lang="en-US"/>
              <a:t>Footer text</a:t>
            </a:r>
            <a:endParaRPr/>
          </a:p>
        </p:txBody>
      </p:sp>
      <p:sp>
        <p:nvSpPr>
          <p:cNvPr id="469823899"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6269081"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03749407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26825905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450884432"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769833000"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244830721" name="Footer Placeholder"/>
          <p:cNvSpPr>
            <a:spLocks noGrp="1"/>
          </p:cNvSpPr>
          <p:nvPr>
            <p:ph type="ftr" sz="quarter" idx="12"/>
          </p:nvPr>
        </p:nvSpPr>
        <p:spPr bwMode="auto"/>
        <p:txBody>
          <a:bodyPr/>
          <a:lstStyle/>
          <a:p>
            <a:pPr>
              <a:defRPr/>
            </a:pPr>
            <a:r>
              <a:rPr lang="en-US"/>
              <a:t>Footer text</a:t>
            </a:r>
            <a:endParaRPr/>
          </a:p>
        </p:txBody>
      </p:sp>
      <p:sp>
        <p:nvSpPr>
          <p:cNvPr id="186831418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385112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567881450"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352308480"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81129543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48106544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52724276" name="Footer Placeholder"/>
          <p:cNvSpPr>
            <a:spLocks noGrp="1"/>
          </p:cNvSpPr>
          <p:nvPr>
            <p:ph type="ftr" sz="quarter" idx="10"/>
          </p:nvPr>
        </p:nvSpPr>
        <p:spPr bwMode="auto"/>
        <p:txBody>
          <a:bodyPr/>
          <a:lstStyle/>
          <a:p>
            <a:pPr>
              <a:defRPr/>
            </a:pPr>
            <a:r>
              <a:rPr lang="en-US"/>
              <a:t>Footer text</a:t>
            </a:r>
            <a:endParaRPr/>
          </a:p>
        </p:txBody>
      </p:sp>
      <p:sp>
        <p:nvSpPr>
          <p:cNvPr id="193064042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927639567" name="Bildplatzhalter 4"/>
          <p:cNvPicPr>
            <a:picLocks noChangeAspect="1"/>
          </p:cNvPicPr>
          <p:nvPr userDrawn="1"/>
        </p:nvPicPr>
        <p:blipFill rotWithShape="1">
          <a:blip r:embed="rId2"/>
          <a:srcRect l="11" t="0" r="10" b="0"/>
          <a:stretch/>
        </p:blipFill>
        <p:spPr bwMode="gray">
          <a:xfrm>
            <a:off x="0" y="-1"/>
            <a:ext cx="12199938" cy="6858001"/>
          </a:xfrm>
          <a:prstGeom prst="rect">
            <a:avLst/>
          </a:prstGeom>
        </p:spPr>
      </p:pic>
      <p:sp>
        <p:nvSpPr>
          <p:cNvPr id="372729698"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pic>
        <p:nvPicPr>
          <p:cNvPr id="1222587025" name="Bildplatzhalter 4"/>
          <p:cNvPicPr>
            <a:picLocks noChangeAspect="1"/>
          </p:cNvPicPr>
          <p:nvPr userDrawn="1"/>
        </p:nvPicPr>
        <p:blipFill rotWithShape="1">
          <a:blip r:embed="rId2"/>
          <a:srcRect l="11" t="0" r="10" b="0"/>
          <a:stretch/>
        </p:blipFill>
        <p:spPr bwMode="gray">
          <a:xfrm>
            <a:off x="0" y="1"/>
            <a:ext cx="12199938" cy="6858000"/>
          </a:xfrm>
          <a:prstGeom prst="rect">
            <a:avLst/>
          </a:prstGeom>
        </p:spPr>
      </p:pic>
      <p:sp>
        <p:nvSpPr>
          <p:cNvPr id="642019166"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10437472"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868906937"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1257757291"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8749065"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1629086967" name="Footer Placeholder"/>
          <p:cNvSpPr>
            <a:spLocks noGrp="1"/>
          </p:cNvSpPr>
          <p:nvPr>
            <p:ph type="ftr" sz="quarter" idx="10"/>
          </p:nvPr>
        </p:nvSpPr>
        <p:spPr bwMode="auto"/>
        <p:txBody>
          <a:bodyPr/>
          <a:lstStyle/>
          <a:p>
            <a:pPr>
              <a:defRPr/>
            </a:pPr>
            <a:r>
              <a:rPr lang="en-US"/>
              <a:t>Footer text</a:t>
            </a:r>
            <a:endParaRPr/>
          </a:p>
        </p:txBody>
      </p:sp>
      <p:sp>
        <p:nvSpPr>
          <p:cNvPr id="1527932654"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9294079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172921062"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03370059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27748884"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310373658"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127421393" name="Footer Placeholder"/>
          <p:cNvSpPr>
            <a:spLocks noGrp="1"/>
          </p:cNvSpPr>
          <p:nvPr>
            <p:ph type="ftr" sz="quarter" idx="10"/>
          </p:nvPr>
        </p:nvSpPr>
        <p:spPr bwMode="auto"/>
        <p:txBody>
          <a:bodyPr/>
          <a:lstStyle/>
          <a:p>
            <a:pPr>
              <a:defRPr/>
            </a:pPr>
            <a:r>
              <a:rPr lang="en-US"/>
              <a:t>Footer text</a:t>
            </a:r>
            <a:endParaRPr/>
          </a:p>
        </p:txBody>
      </p:sp>
      <p:sp>
        <p:nvSpPr>
          <p:cNvPr id="51671393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663293526"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629471764"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0115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96892597"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4428059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182193359" name="Footer Placeholder"/>
          <p:cNvSpPr>
            <a:spLocks noGrp="1"/>
          </p:cNvSpPr>
          <p:nvPr>
            <p:ph type="ftr" sz="quarter" idx="16"/>
          </p:nvPr>
        </p:nvSpPr>
        <p:spPr bwMode="auto"/>
        <p:txBody>
          <a:bodyPr/>
          <a:lstStyle/>
          <a:p>
            <a:pPr>
              <a:defRPr/>
            </a:pPr>
            <a:r>
              <a:rPr lang="en-US"/>
              <a:t>Footer text</a:t>
            </a:r>
            <a:endParaRPr/>
          </a:p>
        </p:txBody>
      </p:sp>
      <p:sp>
        <p:nvSpPr>
          <p:cNvPr id="22304135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11775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287039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2131996566" name="Footer Placeholder"/>
          <p:cNvSpPr>
            <a:spLocks noGrp="1"/>
          </p:cNvSpPr>
          <p:nvPr>
            <p:ph type="ftr" sz="quarter" idx="16"/>
          </p:nvPr>
        </p:nvSpPr>
        <p:spPr bwMode="auto"/>
        <p:txBody>
          <a:bodyPr/>
          <a:lstStyle/>
          <a:p>
            <a:pPr>
              <a:defRPr/>
            </a:pPr>
            <a:r>
              <a:rPr lang="en-US"/>
              <a:t>Footer text</a:t>
            </a:r>
            <a:endParaRPr/>
          </a:p>
        </p:txBody>
      </p:sp>
      <p:sp>
        <p:nvSpPr>
          <p:cNvPr id="117346961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4003095"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4521739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00135057" name="Footer Placeholder"/>
          <p:cNvSpPr>
            <a:spLocks noGrp="1"/>
          </p:cNvSpPr>
          <p:nvPr>
            <p:ph type="ftr" sz="quarter" idx="17"/>
          </p:nvPr>
        </p:nvSpPr>
        <p:spPr bwMode="auto"/>
        <p:txBody>
          <a:bodyPr/>
          <a:lstStyle/>
          <a:p>
            <a:pPr>
              <a:defRPr/>
            </a:pPr>
            <a:r>
              <a:rPr lang="en-US"/>
              <a:t>Footer text</a:t>
            </a:r>
            <a:endParaRPr/>
          </a:p>
        </p:txBody>
      </p:sp>
      <p:sp>
        <p:nvSpPr>
          <p:cNvPr id="249762340"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477590741" name="Picture Placeholder 2"/>
          <p:cNvSpPr>
            <a:spLocks noChangeAspect="1" noGrp="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94262539" name="Picture Placeholder 1"/>
          <p:cNvSpPr>
            <a:spLocks noChangeAspect="1" noGrp="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1094829"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30662078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896628804" name="Footer Placeholder"/>
          <p:cNvSpPr>
            <a:spLocks noGrp="1"/>
          </p:cNvSpPr>
          <p:nvPr>
            <p:ph type="ftr" sz="quarter" idx="16"/>
          </p:nvPr>
        </p:nvSpPr>
        <p:spPr bwMode="auto"/>
        <p:txBody>
          <a:bodyPr/>
          <a:lstStyle/>
          <a:p>
            <a:pPr>
              <a:defRPr/>
            </a:pPr>
            <a:r>
              <a:rPr lang="en-US"/>
              <a:t>Footer text</a:t>
            </a:r>
            <a:endParaRPr/>
          </a:p>
        </p:txBody>
      </p:sp>
      <p:sp>
        <p:nvSpPr>
          <p:cNvPr id="17076685"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845440193"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794506843"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612587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233894909" name="Footer Placeholder"/>
          <p:cNvSpPr>
            <a:spLocks noGrp="1"/>
          </p:cNvSpPr>
          <p:nvPr>
            <p:ph type="ftr" sz="quarter" idx="16"/>
          </p:nvPr>
        </p:nvSpPr>
        <p:spPr bwMode="auto"/>
        <p:txBody>
          <a:bodyPr/>
          <a:lstStyle/>
          <a:p>
            <a:pPr>
              <a:defRPr/>
            </a:pPr>
            <a:r>
              <a:rPr lang="en-US"/>
              <a:t>Footer text</a:t>
            </a:r>
            <a:endParaRPr/>
          </a:p>
        </p:txBody>
      </p:sp>
      <p:sp>
        <p:nvSpPr>
          <p:cNvPr id="35550731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48057097"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907921"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548477797"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753444255" name="Footer Placeholder"/>
          <p:cNvSpPr>
            <a:spLocks noGrp="1"/>
          </p:cNvSpPr>
          <p:nvPr>
            <p:ph type="ftr" sz="quarter" idx="17"/>
          </p:nvPr>
        </p:nvSpPr>
        <p:spPr bwMode="auto"/>
        <p:txBody>
          <a:bodyPr/>
          <a:lstStyle/>
          <a:p>
            <a:pPr>
              <a:defRPr/>
            </a:pPr>
            <a:r>
              <a:rPr lang="en-US"/>
              <a:t>Footer text</a:t>
            </a:r>
            <a:endParaRPr/>
          </a:p>
        </p:txBody>
      </p:sp>
      <p:sp>
        <p:nvSpPr>
          <p:cNvPr id="169765318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547328392"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91267291"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109283535"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04796665"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875359889" name="Footer Placeholder"/>
          <p:cNvSpPr>
            <a:spLocks noGrp="1"/>
          </p:cNvSpPr>
          <p:nvPr>
            <p:ph type="ftr" sz="quarter" idx="18"/>
          </p:nvPr>
        </p:nvSpPr>
        <p:spPr bwMode="auto"/>
        <p:txBody>
          <a:bodyPr/>
          <a:lstStyle/>
          <a:p>
            <a:pPr>
              <a:defRPr/>
            </a:pPr>
            <a:r>
              <a:rPr lang="en-US"/>
              <a:t>Footer text</a:t>
            </a:r>
            <a:endParaRPr/>
          </a:p>
        </p:txBody>
      </p:sp>
      <p:sp>
        <p:nvSpPr>
          <p:cNvPr id="1376916742"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26747823"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05866850"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6030381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8378731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0696390" name="Titel 7"/>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342660886" name="Footer Placeholder"/>
          <p:cNvSpPr>
            <a:spLocks noGrp="1"/>
          </p:cNvSpPr>
          <p:nvPr>
            <p:ph type="ftr" sz="quarter" idx="19"/>
          </p:nvPr>
        </p:nvSpPr>
        <p:spPr bwMode="auto"/>
        <p:txBody>
          <a:bodyPr/>
          <a:lstStyle/>
          <a:p>
            <a:pPr>
              <a:defRPr/>
            </a:pPr>
            <a:r>
              <a:rPr lang="en-US"/>
              <a:t>Footer text</a:t>
            </a:r>
            <a:endParaRPr/>
          </a:p>
        </p:txBody>
      </p:sp>
      <p:sp>
        <p:nvSpPr>
          <p:cNvPr id="184266396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954952799"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459958012"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661245586"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5885014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33489105"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191690794" name="Footer Placeholder"/>
          <p:cNvSpPr>
            <a:spLocks noGrp="1"/>
          </p:cNvSpPr>
          <p:nvPr>
            <p:ph type="ftr" sz="quarter" idx="15"/>
          </p:nvPr>
        </p:nvSpPr>
        <p:spPr bwMode="auto"/>
        <p:txBody>
          <a:bodyPr/>
          <a:lstStyle/>
          <a:p>
            <a:pPr>
              <a:defRPr/>
            </a:pPr>
            <a:r>
              <a:rPr lang="en-US"/>
              <a:t>Footer text</a:t>
            </a:r>
            <a:endParaRPr/>
          </a:p>
        </p:txBody>
      </p:sp>
      <p:sp>
        <p:nvSpPr>
          <p:cNvPr id="219508773"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47726822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704493083"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754856802"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66645279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694010860" name="Footer Placeholder"/>
          <p:cNvSpPr>
            <a:spLocks noGrp="1"/>
          </p:cNvSpPr>
          <p:nvPr>
            <p:ph type="ftr" sz="quarter" idx="16"/>
          </p:nvPr>
        </p:nvSpPr>
        <p:spPr bwMode="auto"/>
        <p:txBody>
          <a:bodyPr/>
          <a:lstStyle/>
          <a:p>
            <a:pPr>
              <a:defRPr/>
            </a:pPr>
            <a:r>
              <a:rPr lang="en-US"/>
              <a:t>Footer text</a:t>
            </a:r>
            <a:endParaRPr/>
          </a:p>
        </p:txBody>
      </p:sp>
      <p:sp>
        <p:nvSpPr>
          <p:cNvPr id="206143132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60981607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853062912"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820427988"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383132581"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2540242" name="Footer Placeholder"/>
          <p:cNvSpPr>
            <a:spLocks noGrp="1"/>
          </p:cNvSpPr>
          <p:nvPr>
            <p:ph type="ftr" sz="quarter" idx="19"/>
          </p:nvPr>
        </p:nvSpPr>
        <p:spPr bwMode="auto"/>
        <p:txBody>
          <a:bodyPr/>
          <a:lstStyle/>
          <a:p>
            <a:pPr>
              <a:defRPr/>
            </a:pPr>
            <a:r>
              <a:rPr lang="en-US"/>
              <a:t>Footer text</a:t>
            </a:r>
            <a:endParaRPr/>
          </a:p>
        </p:txBody>
      </p:sp>
      <p:sp>
        <p:nvSpPr>
          <p:cNvPr id="1645865615"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816033262"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587452831"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16276647"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11480569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210530207" name="Titel 10"/>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385716891" name="Footer Placeholder"/>
          <p:cNvSpPr>
            <a:spLocks noGrp="1"/>
          </p:cNvSpPr>
          <p:nvPr>
            <p:ph type="ftr" sz="quarter" idx="16"/>
          </p:nvPr>
        </p:nvSpPr>
        <p:spPr bwMode="auto"/>
        <p:txBody>
          <a:bodyPr/>
          <a:lstStyle/>
          <a:p>
            <a:pPr>
              <a:defRPr/>
            </a:pPr>
            <a:r>
              <a:rPr lang="en-US"/>
              <a:t>Footer text</a:t>
            </a:r>
            <a:endParaRPr/>
          </a:p>
        </p:txBody>
      </p:sp>
      <p:sp>
        <p:nvSpPr>
          <p:cNvPr id="160375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103747089"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9259290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925127854"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107228858"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20819251" name="Footer Placeholder"/>
          <p:cNvSpPr>
            <a:spLocks noGrp="1"/>
          </p:cNvSpPr>
          <p:nvPr>
            <p:ph type="ftr" sz="quarter" idx="17"/>
          </p:nvPr>
        </p:nvSpPr>
        <p:spPr bwMode="auto"/>
        <p:txBody>
          <a:bodyPr/>
          <a:lstStyle/>
          <a:p>
            <a:pPr>
              <a:defRPr/>
            </a:pPr>
            <a:r>
              <a:rPr lang="en-US"/>
              <a:t>Footer text</a:t>
            </a:r>
            <a:endParaRPr/>
          </a:p>
        </p:txBody>
      </p:sp>
      <p:sp>
        <p:nvSpPr>
          <p:cNvPr id="1477510036"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24852523"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49848202" name="Titel 3"/>
          <p:cNvSpPr>
            <a:spLocks noGrp="1"/>
          </p:cNvSpPr>
          <p:nvPr>
            <p:ph type="title" hasCustomPrompt="1"/>
          </p:nvPr>
        </p:nvSpPr>
        <p:spPr bwMode="auto"/>
        <p:txBody>
          <a:bodyPr/>
          <a:lstStyle/>
          <a:p>
            <a:pPr>
              <a:defRPr/>
            </a:pPr>
            <a:r>
              <a:rPr/>
              <a:t>Click to add title</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631989064" name="Footer Placeholder"/>
          <p:cNvSpPr>
            <a:spLocks noGrp="1"/>
          </p:cNvSpPr>
          <p:nvPr>
            <p:ph type="ftr" sz="quarter" idx="12"/>
          </p:nvPr>
        </p:nvSpPr>
        <p:spPr bwMode="auto"/>
        <p:txBody>
          <a:bodyPr/>
          <a:lstStyle/>
          <a:p>
            <a:pPr>
              <a:defRPr/>
            </a:pPr>
            <a:r>
              <a:rPr lang="en-US"/>
              <a:t>Footer text</a:t>
            </a:r>
            <a:endParaRPr/>
          </a:p>
        </p:txBody>
      </p:sp>
      <p:sp>
        <p:nvSpPr>
          <p:cNvPr id="903334395"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77158653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35511809"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39341462"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923511179" name="Footer Placeholder"/>
          <p:cNvSpPr>
            <a:spLocks noGrp="1"/>
          </p:cNvSpPr>
          <p:nvPr>
            <p:ph type="ftr" sz="quarter" idx="14"/>
          </p:nvPr>
        </p:nvSpPr>
        <p:spPr bwMode="auto"/>
        <p:txBody>
          <a:bodyPr/>
          <a:lstStyle/>
          <a:p>
            <a:pPr>
              <a:defRPr/>
            </a:pPr>
            <a:r>
              <a:rPr lang="en-US"/>
              <a:t>Footer text</a:t>
            </a:r>
            <a:endParaRPr/>
          </a:p>
        </p:txBody>
      </p:sp>
      <p:sp>
        <p:nvSpPr>
          <p:cNvPr id="1979193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21541229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44216733"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23348316"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31447661"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4665903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843679634" name="Footer Placeholder"/>
          <p:cNvSpPr>
            <a:spLocks noGrp="1"/>
          </p:cNvSpPr>
          <p:nvPr>
            <p:ph type="ftr" sz="quarter" idx="16"/>
          </p:nvPr>
        </p:nvSpPr>
        <p:spPr bwMode="auto"/>
        <p:txBody>
          <a:bodyPr/>
          <a:lstStyle/>
          <a:p>
            <a:pPr>
              <a:defRPr/>
            </a:pPr>
            <a:r>
              <a:rPr lang="en-US"/>
              <a:t>Footer text</a:t>
            </a:r>
            <a:endParaRPr/>
          </a:p>
        </p:txBody>
      </p:sp>
      <p:sp>
        <p:nvSpPr>
          <p:cNvPr id="129100963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8522456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2927995"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21746912"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60275794"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40437443"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49420717"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725365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169192204" name="Footer Placeholder"/>
          <p:cNvSpPr>
            <a:spLocks noGrp="1"/>
          </p:cNvSpPr>
          <p:nvPr>
            <p:ph type="ftr" sz="quarter" idx="19"/>
          </p:nvPr>
        </p:nvSpPr>
        <p:spPr bwMode="auto"/>
        <p:txBody>
          <a:bodyPr/>
          <a:lstStyle/>
          <a:p>
            <a:pPr>
              <a:defRPr/>
            </a:pPr>
            <a:r>
              <a:rPr lang="en-US"/>
              <a:t>Footer text</a:t>
            </a:r>
            <a:endParaRPr/>
          </a:p>
        </p:txBody>
      </p:sp>
      <p:sp>
        <p:nvSpPr>
          <p:cNvPr id="915112347"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753819691"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095078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61975702"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04225556"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3169866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22325049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0311135"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5165504"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26115949"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6048681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175411715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449269732" name="Footer Placeholder"/>
          <p:cNvSpPr>
            <a:spLocks noGrp="1"/>
          </p:cNvSpPr>
          <p:nvPr>
            <p:ph type="ftr" sz="quarter" idx="18"/>
          </p:nvPr>
        </p:nvSpPr>
        <p:spPr bwMode="auto"/>
        <p:txBody>
          <a:bodyPr/>
          <a:lstStyle/>
          <a:p>
            <a:pPr>
              <a:defRPr/>
            </a:pPr>
            <a:r>
              <a:rPr lang="en-US"/>
              <a:t>Footer text</a:t>
            </a:r>
            <a:endParaRPr/>
          </a:p>
        </p:txBody>
      </p:sp>
      <p:sp>
        <p:nvSpPr>
          <p:cNvPr id="52085637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95119990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810201790" name="Footer Placeholder"/>
          <p:cNvSpPr>
            <a:spLocks noGrp="1"/>
          </p:cNvSpPr>
          <p:nvPr>
            <p:ph type="ftr" sz="quarter" idx="14"/>
          </p:nvPr>
        </p:nvSpPr>
        <p:spPr bwMode="auto"/>
        <p:txBody>
          <a:bodyPr/>
          <a:lstStyle/>
          <a:p>
            <a:pPr>
              <a:defRPr/>
            </a:pPr>
            <a:r>
              <a:rPr lang="en-US"/>
              <a:t>Footer text</a:t>
            </a:r>
            <a:endParaRPr/>
          </a:p>
        </p:txBody>
      </p:sp>
      <p:sp>
        <p:nvSpPr>
          <p:cNvPr id="560729941"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3622539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38273729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56848" name="Footer Placeholder"/>
          <p:cNvSpPr>
            <a:spLocks noGrp="1"/>
          </p:cNvSpPr>
          <p:nvPr>
            <p:ph type="ftr" sz="quarter" idx="17"/>
          </p:nvPr>
        </p:nvSpPr>
        <p:spPr bwMode="auto"/>
        <p:txBody>
          <a:bodyPr/>
          <a:lstStyle/>
          <a:p>
            <a:pPr>
              <a:defRPr/>
            </a:pPr>
            <a:r>
              <a:rPr lang="en-US"/>
              <a:t>Footer text</a:t>
            </a:r>
            <a:endParaRPr/>
          </a:p>
        </p:txBody>
      </p:sp>
      <p:sp>
        <p:nvSpPr>
          <p:cNvPr id="122195244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32993887"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35470006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263294544" name="Footer Placeholder"/>
          <p:cNvSpPr>
            <a:spLocks noGrp="1"/>
          </p:cNvSpPr>
          <p:nvPr>
            <p:ph type="ftr" sz="quarter" idx="10"/>
          </p:nvPr>
        </p:nvSpPr>
        <p:spPr bwMode="auto"/>
        <p:txBody>
          <a:bodyPr/>
          <a:lstStyle/>
          <a:p>
            <a:pPr>
              <a:defRPr/>
            </a:pPr>
            <a:r>
              <a:rPr lang="en-US"/>
              <a:t>Footer text</a:t>
            </a:r>
            <a:endParaRPr/>
          </a:p>
        </p:txBody>
      </p:sp>
      <p:sp>
        <p:nvSpPr>
          <p:cNvPr id="91906662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13328838"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silver-blue">
    <p:spTree>
      <p:nvGrpSpPr>
        <p:cNvPr id="1" name=""/>
        <p:cNvGrpSpPr/>
        <p:nvPr/>
      </p:nvGrpSpPr>
      <p:grpSpPr bwMode="auto">
        <a:xfrm>
          <a:off x="0" y="0"/>
          <a:ext cx="0" cy="0"/>
          <a:chOff x="0" y="0"/>
          <a:chExt cx="0" cy="0"/>
        </a:xfrm>
      </p:grpSpPr>
      <p:pic>
        <p:nvPicPr>
          <p:cNvPr id="682271517"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364585211"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140009083" name="Footer Placeholder"/>
          <p:cNvSpPr>
            <a:spLocks noGrp="1"/>
          </p:cNvSpPr>
          <p:nvPr>
            <p:ph type="ftr" sz="quarter" idx="10"/>
          </p:nvPr>
        </p:nvSpPr>
        <p:spPr bwMode="auto"/>
        <p:txBody>
          <a:bodyPr/>
          <a:lstStyle/>
          <a:p>
            <a:pPr>
              <a:defRPr/>
            </a:pPr>
            <a:r>
              <a:rPr lang="en-US"/>
              <a:t>Footer text</a:t>
            </a:r>
            <a:endParaRPr/>
          </a:p>
        </p:txBody>
      </p:sp>
      <p:sp>
        <p:nvSpPr>
          <p:cNvPr id="97985020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1709873806" name="Footer Placeholder"/>
          <p:cNvSpPr>
            <a:spLocks noGrp="1"/>
          </p:cNvSpPr>
          <p:nvPr>
            <p:ph type="ftr" sz="quarter" idx="12"/>
          </p:nvPr>
        </p:nvSpPr>
        <p:spPr bwMode="auto"/>
        <p:txBody>
          <a:bodyPr/>
          <a:lstStyle/>
          <a:p>
            <a:pPr>
              <a:defRPr/>
            </a:pPr>
            <a:r>
              <a:rPr lang="en-US"/>
              <a:t>Footer text</a:t>
            </a:r>
            <a:endParaRPr/>
          </a:p>
        </p:txBody>
      </p:sp>
      <p:sp>
        <p:nvSpPr>
          <p:cNvPr id="121221567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907998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25015475"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11195116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11701191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676594410"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767618313" name="Footer Placeholder"/>
          <p:cNvSpPr>
            <a:spLocks noGrp="1"/>
          </p:cNvSpPr>
          <p:nvPr>
            <p:ph type="ftr" sz="quarter" idx="12"/>
          </p:nvPr>
        </p:nvSpPr>
        <p:spPr bwMode="auto"/>
        <p:txBody>
          <a:bodyPr/>
          <a:lstStyle/>
          <a:p>
            <a:pPr>
              <a:defRPr/>
            </a:pPr>
            <a:r>
              <a:rPr lang="en-US"/>
              <a:t>Footer text</a:t>
            </a:r>
            <a:endParaRPr/>
          </a:p>
        </p:txBody>
      </p:sp>
      <p:sp>
        <p:nvSpPr>
          <p:cNvPr id="191547961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897247560"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5867289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867198497"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2066409758"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09896746"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473473617" name="Footer Placeholder"/>
          <p:cNvSpPr>
            <a:spLocks noGrp="1"/>
          </p:cNvSpPr>
          <p:nvPr>
            <p:ph type="ftr" sz="quarter" idx="12"/>
          </p:nvPr>
        </p:nvSpPr>
        <p:spPr bwMode="auto"/>
        <p:txBody>
          <a:bodyPr/>
          <a:lstStyle/>
          <a:p>
            <a:pPr>
              <a:defRPr/>
            </a:pPr>
            <a:r>
              <a:rPr lang="en-US"/>
              <a:t>Footer text</a:t>
            </a:r>
            <a:endParaRPr/>
          </a:p>
        </p:txBody>
      </p:sp>
      <p:sp>
        <p:nvSpPr>
          <p:cNvPr id="69986475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7839022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9698304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41863862"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2075853323"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8069740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2105686093"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67020998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832942332"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66636345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335449490"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520428972"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dt="0" ftr="0" hdr="0" sldNum="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1073952028"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116869981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708901463"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44738992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944162420"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1477727224"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dt="0" ftr="0" hdr="0" sldNum="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303829" name="Title 1"/>
          <p:cNvSpPr>
            <a:spLocks noGrp="1"/>
          </p:cNvSpPr>
          <p:nvPr>
            <p:ph type="title"/>
          </p:nvPr>
        </p:nvSpPr>
        <p:spPr bwMode="auto"/>
        <p:txBody>
          <a:bodyPr/>
          <a:lstStyle/>
          <a:p>
            <a:pPr>
              <a:defRPr/>
            </a:pPr>
            <a:r>
              <a:rPr/>
              <a:t>From Procedural to SOLID</a:t>
            </a:r>
            <a:endParaRPr/>
          </a:p>
        </p:txBody>
      </p:sp>
      <p:sp>
        <p:nvSpPr>
          <p:cNvPr id="1130777127" name="TextBox 2"/>
          <p:cNvSpPr txBox="1"/>
          <p:nvPr/>
        </p:nvSpPr>
        <p:spPr bwMode="auto">
          <a:xfrm>
            <a:off x="0" y="2011680"/>
            <a:ext cx="10140696" cy="457200"/>
          </a:xfrm>
          <a:prstGeom prst="rect">
            <a:avLst/>
          </a:prstGeom>
          <a:noFill/>
        </p:spPr>
        <p:txBody>
          <a:bodyPr wrap="square" lIns="0" tIns="0" rIns="0" bIns="0" anchor="t">
            <a:spAutoFit/>
          </a:bodyPr>
          <a:lstStyle/>
          <a:p>
            <a:pPr algn="l">
              <a:lnSpc>
                <a:spcPct val="114999"/>
              </a:lnSpc>
              <a:defRPr/>
            </a:pPr>
            <a:r>
              <a:rPr sz="1400" b="1" i="0">
                <a:solidFill>
                  <a:srgbClr val="2D76AD"/>
                </a:solidFill>
                <a:latin typeface="Arial"/>
              </a:rPr>
              <a:t>NEM 2026  ·  4-hour workshop</a:t>
            </a:r>
            <a:endParaRPr/>
          </a:p>
        </p:txBody>
      </p:sp>
      <p:sp>
        <p:nvSpPr>
          <p:cNvPr id="1235199988" name="TextBox 3"/>
          <p:cNvSpPr txBox="1"/>
          <p:nvPr/>
        </p:nvSpPr>
        <p:spPr bwMode="auto">
          <a:xfrm>
            <a:off x="0" y="2606040"/>
            <a:ext cx="10140696" cy="1005840"/>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Object-Oriented PLC Design in TwinCAT 3</a:t>
            </a:r>
            <a:endParaRPr/>
          </a:p>
        </p:txBody>
      </p:sp>
      <p:sp>
        <p:nvSpPr>
          <p:cNvPr id="199244926" name="TextBox 4"/>
          <p:cNvSpPr txBox="1"/>
          <p:nvPr/>
        </p:nvSpPr>
        <p:spPr bwMode="auto">
          <a:xfrm>
            <a:off x="0" y="5943600"/>
            <a:ext cx="10140696" cy="457200"/>
          </a:xfrm>
          <a:prstGeom prst="rect">
            <a:avLst/>
          </a:prstGeom>
          <a:noFill/>
        </p:spPr>
        <p:txBody>
          <a:bodyPr wrap="square" lIns="0" tIns="0" rIns="0" bIns="0" anchor="t">
            <a:spAutoFit/>
          </a:bodyPr>
          <a:lstStyle/>
          <a:p>
            <a:pPr algn="l">
              <a:lnSpc>
                <a:spcPct val="114999"/>
              </a:lnSpc>
              <a:defRPr/>
            </a:pPr>
            <a:r>
              <a:rPr sz="1200" b="0" i="1">
                <a:solidFill>
                  <a:srgbClr val="627186"/>
                </a:solidFill>
                <a:latin typeface="Arial"/>
              </a:rPr>
              <a:t>A 4-hour workshop  ·  NEM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5377615"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508527585" name="Title 2"/>
          <p:cNvSpPr>
            <a:spLocks noGrp="1"/>
          </p:cNvSpPr>
          <p:nvPr>
            <p:ph type="title"/>
          </p:nvPr>
        </p:nvSpPr>
        <p:spPr bwMode="auto"/>
        <p:txBody>
          <a:bodyPr/>
          <a:lstStyle/>
          <a:p>
            <a:pPr>
              <a:defRPr/>
            </a:pPr>
            <a:r>
              <a:rPr/>
              <a:t>The next 4 hours</a:t>
            </a:r>
            <a:endParaRPr/>
          </a:p>
        </p:txBody>
      </p:sp>
      <p:sp>
        <p:nvSpPr>
          <p:cNvPr id="16588597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 · THE FRAME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0988921" name="Text Placeholder 1"/>
          <p:cNvSpPr>
            <a:spLocks noGrp="1"/>
          </p:cNvSpPr>
          <p:nvPr>
            <p:ph type="body" sz="quarter" idx="15"/>
          </p:nvPr>
        </p:nvSpPr>
        <p:spPr bwMode="auto"/>
        <p:txBody>
          <a:bodyPr wrap="square"/>
          <a:lstStyle/>
          <a:p>
            <a:pPr algn="l">
              <a:lnSpc>
                <a:spcPct val="130000"/>
              </a:lnSpc>
              <a:defRPr/>
            </a:pPr>
            <a:r>
              <a:rPr sz="1800" b="1">
                <a:solidFill>
                  <a:srgbClr val="2D76AD"/>
                </a:solidFill>
                <a:latin typeface="Arial"/>
              </a:rPr>
              <a:t>  </a:t>
            </a:r>
            <a:r>
              <a:rPr sz="1800">
                <a:solidFill>
                  <a:srgbClr val="242A33"/>
                </a:solidFill>
                <a:latin typeface="Arial"/>
              </a:rPr>
              <a:t>Block 0  ·  Welcome  ·  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75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10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Block 4  ·  Scoreboard + take-home  ·  20 min</a:t>
            </a:r>
            <a:endParaRPr/>
          </a:p>
        </p:txBody>
      </p:sp>
      <p:sp>
        <p:nvSpPr>
          <p:cNvPr id="199769757" name="Title 2"/>
          <p:cNvSpPr>
            <a:spLocks noGrp="1"/>
          </p:cNvSpPr>
          <p:nvPr>
            <p:ph type="title"/>
          </p:nvPr>
        </p:nvSpPr>
        <p:spPr bwMode="auto"/>
        <p:txBody>
          <a:bodyPr/>
          <a:lstStyle/>
          <a:p>
            <a:pPr>
              <a:defRPr/>
            </a:pPr>
            <a:r>
              <a:rPr/>
              <a:t>The schedule</a:t>
            </a:r>
            <a:endParaRPr/>
          </a:p>
        </p:txBody>
      </p:sp>
      <p:sp>
        <p:nvSpPr>
          <p:cNvPr id="9939815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223498325" name="Title 1"/>
          <p:cNvSpPr>
            <a:spLocks noGrp="1"/>
          </p:cNvSpPr>
          <p:nvPr>
            <p:ph type="title"/>
          </p:nvPr>
        </p:nvSpPr>
        <p:spPr bwMode="auto"/>
        <p:txBody>
          <a:bodyPr/>
          <a:lstStyle/>
          <a:p>
            <a:pPr>
              <a:defRPr/>
            </a:pPr>
            <a:r>
              <a:rPr/>
              <a:t>Block 0  ·  opening discussion</a:t>
            </a:r>
            <a:endParaRPr/>
          </a:p>
        </p:txBody>
      </p:sp>
      <p:sp>
        <p:nvSpPr>
          <p:cNvPr id="1804313824"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087204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11573450"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shipped a 4-station-or-larger machine in the last year?</a:t>
            </a:r>
            <a:endParaRPr/>
          </a:p>
        </p:txBody>
      </p:sp>
      <p:sp>
        <p:nvSpPr>
          <p:cNvPr id="138248255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5925411" name="Title 2"/>
          <p:cNvSpPr>
            <a:spLocks noGrp="1"/>
          </p:cNvSpPr>
          <p:nvPr>
            <p:ph type="title"/>
          </p:nvPr>
        </p:nvSpPr>
        <p:spPr bwMode="auto"/>
        <p:txBody>
          <a:bodyPr/>
          <a:lstStyle/>
          <a:p>
            <a:pPr>
              <a:defRPr/>
            </a:pPr>
            <a:r>
              <a:rPr/>
              <a:t>Block 1</a:t>
            </a:r>
            <a:endParaRPr/>
          </a:p>
        </p:txBody>
      </p:sp>
      <p:sp>
        <p:nvSpPr>
          <p:cNvPr id="1880058290"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08973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0733789"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770000"/>
                </a:solidFill>
                <a:latin typeface="Arial"/>
              </a:rPr>
              <a:t>60</a:t>
            </a:r>
            <a:r>
              <a:rPr sz="1800" b="1" i="0">
                <a:solidFill>
                  <a:srgbClr val="770000"/>
                </a:solidFill>
                <a:latin typeface="Arial"/>
              </a:rPr>
              <a:t> min</a:t>
            </a:r>
            <a:endParaRPr/>
          </a:p>
        </p:txBody>
      </p:sp>
      <p:sp>
        <p:nvSpPr>
          <p:cNvPr id="39497754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6958104"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a:t>
            </a:r>
            <a:r>
              <a:rPr sz="2200" b="1">
                <a:solidFill>
                  <a:srgbClr val="242A33"/>
                </a:solidFill>
                <a:latin typeface="Arial"/>
              </a:rPr>
              <a:t>Bad at change </a:t>
            </a:r>
            <a:r>
              <a:rPr b="1">
                <a:solidFill>
                  <a:srgbClr val="242A33"/>
                </a:solidFill>
                <a:latin typeface="Arial"/>
              </a:rPr>
              <a:t>r</a:t>
            </a:r>
            <a:r>
              <a:rPr sz="2200" b="1">
                <a:solidFill>
                  <a:srgbClr val="242A33"/>
                </a:solidFill>
                <a:latin typeface="Arial"/>
              </a:rPr>
              <a:t>equests </a:t>
            </a:r>
            <a:r>
              <a:rPr sz="2200">
                <a:solidFill>
                  <a:srgbClr val="242A33"/>
                </a:solidFill>
                <a:latin typeface="Arial"/>
              </a:rPr>
              <a:t>— can require edits to every FB file, requires 	intense discipline across time and team </a:t>
            </a:r>
            <a:endParaRPr/>
          </a:p>
        </p:txBody>
      </p:sp>
      <p:sp>
        <p:nvSpPr>
          <p:cNvPr id="211637787" name="Title 2"/>
          <p:cNvSpPr>
            <a:spLocks noGrp="1"/>
          </p:cNvSpPr>
          <p:nvPr>
            <p:ph type="title"/>
          </p:nvPr>
        </p:nvSpPr>
        <p:spPr bwMode="auto"/>
        <p:txBody>
          <a:bodyPr/>
          <a:lstStyle/>
          <a:p>
            <a:pPr>
              <a:defRPr/>
            </a:pPr>
            <a:r>
              <a:rPr/>
              <a:t>The procedural paradigm</a:t>
            </a:r>
            <a:endParaRPr/>
          </a:p>
        </p:txBody>
      </p:sp>
      <p:sp>
        <p:nvSpPr>
          <p:cNvPr id="27591380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536633"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248177328" name="Title 2"/>
          <p:cNvSpPr>
            <a:spLocks noGrp="1"/>
          </p:cNvSpPr>
          <p:nvPr>
            <p:ph type="title"/>
          </p:nvPr>
        </p:nvSpPr>
        <p:spPr bwMode="auto"/>
        <p:txBody>
          <a:bodyPr/>
          <a:lstStyle/>
          <a:p>
            <a:pPr>
              <a:defRPr/>
            </a:pPr>
            <a:r>
              <a:rPr lang="en-US"/>
              <a:t>Lab 1A: Procedural Code Inspection</a:t>
            </a:r>
            <a:endParaRPr/>
          </a:p>
        </p:txBody>
      </p:sp>
      <p:sp>
        <p:nvSpPr>
          <p:cNvPr id="19877056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FillingLine_Procedural</a:t>
            </a:r>
            <a:r>
              <a:rPr lang="en-US"/>
              <a:t>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6564028"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a:t>
            </a:r>
            <a:r>
              <a:rPr lang="en-US" sz="2000">
                <a:solidFill>
                  <a:srgbClr val="242A33"/>
                </a:solidFill>
                <a:latin typeface="Arial"/>
              </a:rPr>
              <a:t>ModeAuto</a:t>
            </a:r>
            <a:r>
              <a:rPr lang="en-US" sz="2000">
                <a:solidFill>
                  <a:srgbClr val="242A33"/>
                </a:solidFill>
                <a:latin typeface="Arial"/>
              </a:rPr>
              <a:t> / </a:t>
            </a:r>
            <a:r>
              <a:rPr lang="en-US" sz="2000">
                <a:solidFill>
                  <a:srgbClr val="242A33"/>
                </a:solidFill>
                <a:latin typeface="Arial"/>
              </a:rPr>
              <a:t>ModeManual</a:t>
            </a:r>
            <a:r>
              <a:rPr lang="en-US" sz="2000">
                <a:solidFill>
                  <a:srgbClr val="242A33"/>
                </a:solidFill>
                <a:latin typeface="Arial"/>
              </a:rPr>
              <a:t> / </a:t>
            </a:r>
            <a:r>
              <a:rPr lang="en-US" sz="2000">
                <a:solidFill>
                  <a:srgbClr val="242A33"/>
                </a:solidFill>
                <a:latin typeface="Arial"/>
              </a:rPr>
              <a:t>ModeStop</a:t>
            </a:r>
            <a:r>
              <a:rPr lang="en-US" sz="2000">
                <a:solidFill>
                  <a:srgbClr val="242A33"/>
                </a:solidFill>
                <a:latin typeface="Arial"/>
              </a:rPr>
              <a:t>.</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997717872" name="Title 2"/>
          <p:cNvSpPr>
            <a:spLocks noGrp="1"/>
          </p:cNvSpPr>
          <p:nvPr>
            <p:ph type="title"/>
          </p:nvPr>
        </p:nvSpPr>
        <p:spPr bwMode="auto"/>
        <p:txBody>
          <a:bodyPr/>
          <a:lstStyle/>
          <a:p>
            <a:pPr>
              <a:defRPr/>
            </a:pPr>
            <a:r>
              <a:rPr/>
              <a:t>Every station has the same five sections</a:t>
            </a:r>
            <a:endParaRPr/>
          </a:p>
        </p:txBody>
      </p:sp>
      <p:sp>
        <p:nvSpPr>
          <p:cNvPr id="1425899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4599456"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a:t>
            </a:r>
            <a:r>
              <a:rPr sz="2000">
                <a:solidFill>
                  <a:srgbClr val="242A33"/>
                </a:solidFill>
                <a:latin typeface="Arial"/>
              </a:rPr>
              <a:t>ModeAuto</a:t>
            </a:r>
            <a:r>
              <a:rPr sz="2000">
                <a:solidFill>
                  <a:srgbClr val="242A33"/>
                </a:solidFill>
                <a:latin typeface="Arial"/>
              </a:rPr>
              <a:t> / </a:t>
            </a:r>
            <a:r>
              <a:rPr sz="2000">
                <a:solidFill>
                  <a:srgbClr val="242A33"/>
                </a:solidFill>
                <a:latin typeface="Arial"/>
              </a:rPr>
              <a:t>ModeManual</a:t>
            </a:r>
            <a:r>
              <a:rPr sz="2000">
                <a:solidFill>
                  <a:srgbClr val="242A33"/>
                </a:solidFill>
                <a:latin typeface="Arial"/>
              </a:rPr>
              <a:t> / </a:t>
            </a:r>
            <a:r>
              <a:rPr sz="2000">
                <a:solidFill>
                  <a:srgbClr val="242A33"/>
                </a:solidFill>
                <a:latin typeface="Arial"/>
              </a:rPr>
              <a:t>ModeStop</a:t>
            </a:r>
            <a:r>
              <a:rPr sz="2000">
                <a:solidFill>
                  <a:srgbClr val="242A33"/>
                </a:solidFill>
                <a:latin typeface="Arial"/>
              </a:rPr>
              <a:t>.</a:t>
            </a:r>
            <a:endParaRPr/>
          </a:p>
        </p:txBody>
      </p:sp>
      <p:sp>
        <p:nvSpPr>
          <p:cNvPr id="1913982023" name="Title 2"/>
          <p:cNvSpPr>
            <a:spLocks noGrp="1"/>
          </p:cNvSpPr>
          <p:nvPr>
            <p:ph type="title"/>
          </p:nvPr>
        </p:nvSpPr>
        <p:spPr bwMode="auto"/>
        <p:txBody>
          <a:bodyPr/>
          <a:lstStyle/>
          <a:p>
            <a:pPr>
              <a:defRPr/>
            </a:pPr>
            <a:r>
              <a:rPr/>
              <a:t>Every station has the same five sections</a:t>
            </a:r>
            <a:endParaRPr/>
          </a:p>
        </p:txBody>
      </p:sp>
      <p:sp>
        <p:nvSpPr>
          <p:cNvPr id="16820754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062348260"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5439948"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962448172" name="Title 2"/>
          <p:cNvSpPr>
            <a:spLocks noGrp="1"/>
          </p:cNvSpPr>
          <p:nvPr>
            <p:ph type="title"/>
          </p:nvPr>
        </p:nvSpPr>
        <p:spPr bwMode="auto"/>
        <p:txBody>
          <a:bodyPr/>
          <a:lstStyle/>
          <a:p>
            <a:pPr>
              <a:defRPr/>
            </a:pPr>
            <a:r>
              <a:rPr/>
              <a:t>Every station has the same five sections</a:t>
            </a:r>
            <a:endParaRPr/>
          </a:p>
        </p:txBody>
      </p:sp>
      <p:sp>
        <p:nvSpPr>
          <p:cNvPr id="14433992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846053832"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227623"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1495154521" name="Title 2"/>
          <p:cNvSpPr>
            <a:spLocks noGrp="1"/>
          </p:cNvSpPr>
          <p:nvPr>
            <p:ph type="title"/>
          </p:nvPr>
        </p:nvSpPr>
        <p:spPr bwMode="auto"/>
        <p:txBody>
          <a:bodyPr/>
          <a:lstStyle/>
          <a:p>
            <a:pPr>
              <a:defRPr/>
            </a:pPr>
            <a:r>
              <a:rPr/>
              <a:t>Every station has the same five sections</a:t>
            </a:r>
            <a:endParaRPr/>
          </a:p>
        </p:txBody>
      </p:sp>
      <p:sp>
        <p:nvSpPr>
          <p:cNvPr id="83040677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71934379"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6494039"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771132796" name="Title 2"/>
          <p:cNvSpPr>
            <a:spLocks noGrp="1"/>
          </p:cNvSpPr>
          <p:nvPr>
            <p:ph type="title"/>
          </p:nvPr>
        </p:nvSpPr>
        <p:spPr bwMode="auto"/>
        <p:txBody>
          <a:bodyPr/>
          <a:lstStyle/>
          <a:p>
            <a:pPr>
              <a:defRPr/>
            </a:pPr>
            <a:r>
              <a:rPr/>
              <a:t>Every station has the same five sections</a:t>
            </a:r>
            <a:endParaRPr/>
          </a:p>
        </p:txBody>
      </p:sp>
      <p:sp>
        <p:nvSpPr>
          <p:cNvPr id="61041682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67505955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3798130"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2078301795" name="Title 2"/>
          <p:cNvSpPr>
            <a:spLocks noGrp="1"/>
          </p:cNvSpPr>
          <p:nvPr>
            <p:ph type="title"/>
          </p:nvPr>
        </p:nvSpPr>
        <p:spPr bwMode="auto"/>
        <p:txBody>
          <a:bodyPr/>
          <a:lstStyle/>
          <a:p>
            <a:pPr>
              <a:defRPr/>
            </a:pPr>
            <a:r>
              <a:rPr/>
              <a:t>Every station has the same five sections</a:t>
            </a:r>
            <a:endParaRPr/>
          </a:p>
        </p:txBody>
      </p:sp>
      <p:sp>
        <p:nvSpPr>
          <p:cNvPr id="2938770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260991428"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362087"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40552383" name="Title 2"/>
          <p:cNvSpPr>
            <a:spLocks noGrp="1"/>
          </p:cNvSpPr>
          <p:nvPr>
            <p:ph type="title"/>
          </p:nvPr>
        </p:nvSpPr>
        <p:spPr bwMode="auto"/>
        <p:txBody>
          <a:bodyPr/>
          <a:lstStyle/>
          <a:p>
            <a:pPr>
              <a:defRPr/>
            </a:pPr>
            <a:r>
              <a:rPr lang="en-US"/>
              <a:t>Every station has the same five sections</a:t>
            </a:r>
            <a:endParaRPr/>
          </a:p>
        </p:txBody>
      </p:sp>
      <p:sp>
        <p:nvSpPr>
          <p:cNvPr id="67519174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4952908"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a:t>
            </a:r>
            <a:r>
              <a:rPr sz="2200">
                <a:solidFill>
                  <a:srgbClr val="242A33"/>
                </a:solidFill>
                <a:latin typeface="Arial"/>
              </a:rPr>
              <a:t>ManualStep</a:t>
            </a:r>
            <a:r>
              <a:rPr sz="2200">
                <a:solidFill>
                  <a:srgbClr val="242A33"/>
                </a:solidFill>
                <a:latin typeface="Arial"/>
              </a:rPr>
              <a:t> in Inspect, never used.</a:t>
            </a:r>
            <a:endParaRPr/>
          </a:p>
        </p:txBody>
      </p:sp>
      <p:sp>
        <p:nvSpPr>
          <p:cNvPr id="842678282" name="Title 2"/>
          <p:cNvSpPr>
            <a:spLocks noGrp="1"/>
          </p:cNvSpPr>
          <p:nvPr>
            <p:ph type="title"/>
          </p:nvPr>
        </p:nvSpPr>
        <p:spPr bwMode="auto"/>
        <p:txBody>
          <a:bodyPr/>
          <a:lstStyle/>
          <a:p>
            <a:pPr>
              <a:defRPr/>
            </a:pPr>
            <a:r>
              <a:rPr/>
              <a:t>Three identifiable drifts</a:t>
            </a:r>
            <a:endParaRPr/>
          </a:p>
        </p:txBody>
      </p:sp>
      <p:sp>
        <p:nvSpPr>
          <p:cNvPr id="208305813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690169" name="Title 1"/>
          <p:cNvSpPr>
            <a:spLocks noGrp="1"/>
          </p:cNvSpPr>
          <p:nvPr>
            <p:ph type="title"/>
          </p:nvPr>
        </p:nvSpPr>
        <p:spPr bwMode="auto"/>
        <p:txBody>
          <a:bodyPr/>
          <a:lstStyle/>
          <a:p>
            <a:pPr>
              <a:defRPr/>
            </a:pPr>
            <a:r>
              <a:rPr/>
              <a:t>Drift #1 — alarm-ack: edge vs level</a:t>
            </a:r>
            <a:endParaRPr/>
          </a:p>
        </p:txBody>
      </p:sp>
      <p:sp>
        <p:nvSpPr>
          <p:cNvPr id="31892748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#1</a:t>
            </a:r>
            <a:endParaRPr/>
          </a:p>
        </p:txBody>
      </p:sp>
      <p:sp>
        <p:nvSpPr>
          <p:cNvPr id="8472339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667573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989117773"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They look identical. They behave differently the moment AlarmAck is wired</a:t>
            </a:r>
            <a:endParaRPr/>
          </a:p>
          <a:p>
            <a:pPr algn="l">
              <a:lnSpc>
                <a:spcPct val="125000"/>
              </a:lnSpc>
              <a:defRPr/>
            </a:pPr>
            <a:r>
              <a:rPr sz="1300" b="0" i="0">
                <a:solidFill>
                  <a:srgbClr val="E6E8EB"/>
                </a:solidFill>
                <a:latin typeface="Consolas"/>
              </a:rPr>
              <a:t>// to a maintained switch instead of a pushbutton.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8721060" name="Title 1"/>
          <p:cNvSpPr>
            <a:spLocks noGrp="1"/>
          </p:cNvSpPr>
          <p:nvPr>
            <p:ph type="title"/>
          </p:nvPr>
        </p:nvSpPr>
        <p:spPr bwMode="auto"/>
        <p:txBody>
          <a:bodyPr/>
          <a:lstStyle/>
          <a:p>
            <a:pPr>
              <a:defRPr/>
            </a:pPr>
            <a:r>
              <a:rPr/>
              <a:t>Drift #2 — step numbering</a:t>
            </a:r>
            <a:endParaRPr/>
          </a:p>
        </p:txBody>
      </p:sp>
      <p:sp>
        <p:nvSpPr>
          <p:cNvPr id="201234246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#2</a:t>
            </a:r>
            <a:endParaRPr/>
          </a:p>
        </p:txBody>
      </p:sp>
      <p:sp>
        <p:nvSpPr>
          <p:cNvPr id="121547091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0293376"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4867201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copy-pasted from a different machine years ago</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4793769" name="Title 1"/>
          <p:cNvSpPr>
            <a:spLocks noGrp="1"/>
          </p:cNvSpPr>
          <p:nvPr>
            <p:ph type="title"/>
          </p:nvPr>
        </p:nvSpPr>
        <p:spPr bwMode="auto"/>
        <p:txBody>
          <a:bodyPr/>
          <a:lstStyle/>
          <a:p>
            <a:pPr>
              <a:defRPr/>
            </a:pPr>
            <a:r>
              <a:rPr/>
              <a:t>Drift #3 — dead variable</a:t>
            </a:r>
            <a:endParaRPr/>
          </a:p>
        </p:txBody>
      </p:sp>
      <p:sp>
        <p:nvSpPr>
          <p:cNvPr id="60073165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#3</a:t>
            </a:r>
            <a:endParaRPr/>
          </a:p>
        </p:txBody>
      </p:sp>
      <p:sp>
        <p:nvSpPr>
          <p:cNvPr id="1184924806"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999091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2160593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a:p>
            <a:pPr algn="l">
              <a:lnSpc>
                <a:spcPct val="125000"/>
              </a:lnSpc>
              <a:defRPr/>
            </a:pPr>
            <a:endParaRPr sz="1600" b="0" i="0">
              <a:solidFill>
                <a:srgbClr val="E6E8EB"/>
              </a:solidFill>
              <a:latin typeface="Consolas"/>
            </a:endParaRPr>
          </a:p>
          <a:p>
            <a:pPr algn="l">
              <a:lnSpc>
                <a:spcPct val="125000"/>
              </a:lnSpc>
              <a:defRPr/>
            </a:pPr>
            <a:r>
              <a:rPr sz="1600" b="0" i="0">
                <a:solidFill>
                  <a:srgbClr val="E6E8EB"/>
                </a:solidFill>
                <a:latin typeface="Consolas"/>
              </a:rPr>
              <a:t>// Probably copied from a different station's draft 18 months ago.</a:t>
            </a:r>
            <a:endParaRPr/>
          </a:p>
          <a:p>
            <a:pPr algn="l">
              <a:lnSpc>
                <a:spcPct val="125000"/>
              </a:lnSpc>
              <a:defRPr/>
            </a:pPr>
            <a:r>
              <a:rPr sz="1600" b="0" i="0">
                <a:solidFill>
                  <a:srgbClr val="E6E8EB"/>
                </a:solidFill>
                <a:latin typeface="Consolas"/>
              </a:rPr>
              <a:t>// Nobody removed it because nobody knew it was safe to remove.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38649208" name="Title 1"/>
          <p:cNvSpPr>
            <a:spLocks noGrp="1"/>
          </p:cNvSpPr>
          <p:nvPr>
            <p:ph type="title"/>
          </p:nvPr>
        </p:nvSpPr>
        <p:spPr bwMode="auto"/>
        <p:txBody>
          <a:bodyPr/>
          <a:lstStyle/>
          <a:p>
            <a:pPr>
              <a:defRPr/>
            </a:pPr>
            <a:r>
              <a:rPr/>
              <a:t>Block 1 · 1A discussion</a:t>
            </a:r>
            <a:endParaRPr/>
          </a:p>
        </p:txBody>
      </p:sp>
      <p:sp>
        <p:nvSpPr>
          <p:cNvPr id="1096107446"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960892"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617891732"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51832154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40269190" name="Title 1"/>
          <p:cNvSpPr>
            <a:spLocks noGrp="1"/>
          </p:cNvSpPr>
          <p:nvPr>
            <p:ph type="title"/>
          </p:nvPr>
        </p:nvSpPr>
        <p:spPr bwMode="auto"/>
        <p:txBody>
          <a:bodyPr/>
          <a:lstStyle/>
          <a:p>
            <a:pPr>
              <a:defRPr/>
            </a:pPr>
            <a:r>
              <a:rPr lang="en-US"/>
              <a:t>Anticipated Feedback from Customer</a:t>
            </a:r>
            <a:endParaRPr/>
          </a:p>
        </p:txBody>
      </p:sp>
      <p:sp>
        <p:nvSpPr>
          <p:cNvPr id="7097227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1A PRE-EMPTIVE PUSHBACK</a:t>
            </a:r>
            <a:endParaRPr/>
          </a:p>
        </p:txBody>
      </p:sp>
      <p:sp>
        <p:nvSpPr>
          <p:cNvPr id="64613965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890369"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3441127"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505467651"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456312361"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34600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0433587"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340926826"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68612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696918162" name="Title 2"/>
          <p:cNvSpPr>
            <a:spLocks noGrp="1"/>
          </p:cNvSpPr>
          <p:nvPr>
            <p:ph type="title"/>
          </p:nvPr>
        </p:nvSpPr>
        <p:spPr bwMode="auto"/>
        <p:txBody>
          <a:bodyPr/>
          <a:lstStyle/>
          <a:p>
            <a:pPr>
              <a:defRPr/>
            </a:pPr>
            <a:r>
              <a:rPr/>
              <a:t>Lab 1B: CR-1  ·  Add a Pause mode</a:t>
            </a:r>
            <a:endParaRPr/>
          </a:p>
        </p:txBody>
      </p:sp>
      <p:sp>
        <p:nvSpPr>
          <p:cNvPr id="3951911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175647697"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a:t>
            </a:r>
            <a:r>
              <a:rPr lang="en-US">
                <a:solidFill>
                  <a:srgbClr val="242A33"/>
                </a:solidFill>
                <a:latin typeface="Arial"/>
              </a:rPr>
              <a:t>FillingLine_Inheritance</a:t>
            </a:r>
            <a:endParaRPr lang="en-US">
              <a:solidFill>
                <a:srgbClr val="242A33"/>
              </a:solidFill>
              <a:latin typeface="Arial"/>
            </a:endParaRPr>
          </a:p>
          <a:p>
            <a:pPr>
              <a:lnSpc>
                <a:spcPct val="130000"/>
              </a:lnSpc>
              <a:defRPr/>
            </a:pPr>
            <a:r>
              <a:rPr lang="en-US">
                <a:solidFill>
                  <a:srgbClr val="242A33"/>
                </a:solidFill>
              </a:rPr>
              <a:t>Add </a:t>
            </a:r>
            <a:r>
              <a:rPr lang="en-US">
                <a:solidFill>
                  <a:srgbClr val="242A33"/>
                </a:solidFill>
              </a:rPr>
              <a:t>ModePause</a:t>
            </a:r>
            <a:r>
              <a:rPr lang="en-US">
                <a:solidFill>
                  <a:srgbClr val="242A33"/>
                </a:solidFill>
              </a:rPr>
              <a:t>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564981" name="Title 1"/>
          <p:cNvSpPr>
            <a:spLocks noGrp="1"/>
          </p:cNvSpPr>
          <p:nvPr>
            <p:ph type="title"/>
          </p:nvPr>
        </p:nvSpPr>
        <p:spPr bwMode="auto"/>
        <p:txBody>
          <a:bodyPr/>
          <a:lstStyle/>
          <a:p>
            <a:pPr>
              <a:defRPr/>
            </a:pPr>
            <a:r>
              <a:rPr/>
              <a:t>CR-1 result</a:t>
            </a:r>
            <a:endParaRPr/>
          </a:p>
        </p:txBody>
      </p:sp>
      <p:sp>
        <p:nvSpPr>
          <p:cNvPr id="144738822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115140093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2961239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880152387"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1749063"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785363510"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1483245697"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14218018" name="Title 1"/>
          <p:cNvSpPr>
            <a:spLocks noGrp="1"/>
          </p:cNvSpPr>
          <p:nvPr>
            <p:ph type="title"/>
          </p:nvPr>
        </p:nvSpPr>
        <p:spPr bwMode="auto"/>
        <p:txBody>
          <a:bodyPr/>
          <a:lstStyle/>
          <a:p>
            <a:pPr>
              <a:defRPr/>
            </a:pPr>
            <a:r>
              <a:rPr/>
              <a:t>Block 1 · CR-1 the drift trap</a:t>
            </a:r>
            <a:endParaRPr/>
          </a:p>
        </p:txBody>
      </p:sp>
      <p:sp>
        <p:nvSpPr>
          <p:cNvPr id="3897262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880117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45366928"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a:t>
            </a:r>
            <a:r>
              <a:rPr lang="en-US" sz="2800" b="0" i="1">
                <a:solidFill>
                  <a:srgbClr val="FFFFFF"/>
                </a:solidFill>
                <a:latin typeface="Arial"/>
              </a:rPr>
              <a:t>FB_Station</a:t>
            </a:r>
            <a:r>
              <a:rPr lang="en-US" sz="2800" i="1">
                <a:solidFill>
                  <a:srgbClr val="FFFFFF"/>
                </a:solidFill>
                <a:latin typeface="Arial"/>
              </a:rPr>
              <a:t>Fill</a:t>
            </a:r>
            <a:r>
              <a:rPr lang="en-US" sz="2800" i="1">
                <a:solidFill>
                  <a:srgbClr val="FFFFFF"/>
                </a:solidFill>
                <a:latin typeface="Arial"/>
              </a:rPr>
              <a:t> has a</a:t>
            </a:r>
            <a:r>
              <a:rPr lang="en-US" sz="2800" b="0" i="1">
                <a:solidFill>
                  <a:srgbClr val="FFFFFF"/>
                </a:solidFill>
                <a:latin typeface="Arial"/>
              </a:rPr>
              <a:t> level-based </a:t>
            </a:r>
            <a:r>
              <a:rPr lang="en-US" sz="2800" b="0" i="1">
                <a:solidFill>
                  <a:srgbClr val="FFFFFF"/>
                </a:solidFill>
                <a:latin typeface="Arial"/>
              </a:rPr>
              <a:t>AlarmAck</a:t>
            </a:r>
            <a:r>
              <a:rPr lang="en-US" sz="2800" b="0" i="1">
                <a:solidFill>
                  <a:srgbClr val="FFFFFF"/>
                </a:solidFill>
                <a:latin typeface="Arial"/>
              </a:rPr>
              <a:t> or if it has trigger-based </a:t>
            </a:r>
            <a:r>
              <a:rPr lang="en-US" sz="2800" b="0" i="1">
                <a:solidFill>
                  <a:srgbClr val="FFFFFF"/>
                </a:solidFill>
                <a:latin typeface="Arial"/>
              </a:rPr>
              <a:t>AlarmAck</a:t>
            </a:r>
            <a:r>
              <a:rPr lang="en-US" sz="2800" b="0" i="1">
                <a:solidFill>
                  <a:srgbClr val="FFFFFF"/>
                </a:solidFill>
                <a:latin typeface="Arial"/>
              </a:rPr>
              <a:t>?</a:t>
            </a:r>
            <a:endParaRPr/>
          </a:p>
        </p:txBody>
      </p:sp>
      <p:sp>
        <p:nvSpPr>
          <p:cNvPr id="11660205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136133601" name="Title 1"/>
          <p:cNvSpPr>
            <a:spLocks noGrp="1"/>
          </p:cNvSpPr>
          <p:nvPr>
            <p:ph type="title"/>
          </p:nvPr>
        </p:nvSpPr>
        <p:spPr bwMode="auto"/>
        <p:txBody>
          <a:bodyPr/>
          <a:lstStyle/>
          <a:p>
            <a:pPr>
              <a:defRPr/>
            </a:pPr>
            <a:r>
              <a:rPr lang="en-US"/>
              <a:t>Anticipated Feedback from Customer</a:t>
            </a:r>
            <a:endParaRPr/>
          </a:p>
        </p:txBody>
      </p:sp>
      <p:sp>
        <p:nvSpPr>
          <p:cNvPr id="1648261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CR-1 PRE-EMPTIVE PUSHBACK</a:t>
            </a:r>
            <a:endParaRPr/>
          </a:p>
        </p:txBody>
      </p:sp>
      <p:sp>
        <p:nvSpPr>
          <p:cNvPr id="114149169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32818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680199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0008017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1440751996"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33847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162649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7720950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4119141"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a:t>
            </a:r>
            <a:r>
              <a:rPr lang="en-US" sz="2000">
                <a:solidFill>
                  <a:srgbClr val="242A33"/>
                </a:solidFill>
              </a:rPr>
              <a:t>FB_StationInspect</a:t>
            </a:r>
            <a:r>
              <a:rPr lang="en-US" sz="2000">
                <a:solidFill>
                  <a:srgbClr val="242A33"/>
                </a:solidFill>
              </a:rPr>
              <a:t>. </a:t>
            </a:r>
            <a:endParaRPr/>
          </a:p>
        </p:txBody>
      </p:sp>
      <p:sp>
        <p:nvSpPr>
          <p:cNvPr id="130355629" name="Title 2"/>
          <p:cNvSpPr>
            <a:spLocks noGrp="1"/>
          </p:cNvSpPr>
          <p:nvPr>
            <p:ph type="title"/>
          </p:nvPr>
        </p:nvSpPr>
        <p:spPr bwMode="auto"/>
        <p:txBody>
          <a:bodyPr/>
          <a:lstStyle/>
          <a:p>
            <a:pPr>
              <a:defRPr/>
            </a:pPr>
            <a:r>
              <a:rPr/>
              <a:t>Lab 1C: CR-2  ·  Flag Bad Parts without Stopping the Line</a:t>
            </a:r>
            <a:endParaRPr/>
          </a:p>
        </p:txBody>
      </p:sp>
      <p:sp>
        <p:nvSpPr>
          <p:cNvPr id="152184428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356225546"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056816" name="Title 1"/>
          <p:cNvSpPr>
            <a:spLocks noGrp="1"/>
          </p:cNvSpPr>
          <p:nvPr>
            <p:ph type="title"/>
          </p:nvPr>
        </p:nvSpPr>
        <p:spPr bwMode="auto"/>
        <p:txBody>
          <a:bodyPr/>
          <a:lstStyle/>
          <a:p>
            <a:pPr>
              <a:defRPr/>
            </a:pPr>
            <a:r>
              <a:rPr/>
              <a:t>CR-2 result</a:t>
            </a:r>
            <a:endParaRPr/>
          </a:p>
        </p:txBody>
      </p:sp>
      <p:sp>
        <p:nvSpPr>
          <p:cNvPr id="1612458589"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70019744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6461804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84566532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306134"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1773779" name="Title 2"/>
          <p:cNvSpPr>
            <a:spLocks noGrp="1"/>
          </p:cNvSpPr>
          <p:nvPr>
            <p:ph type="title"/>
          </p:nvPr>
        </p:nvSpPr>
        <p:spPr bwMode="auto"/>
        <p:txBody>
          <a:bodyPr/>
          <a:lstStyle/>
          <a:p>
            <a:pPr>
              <a:defRPr/>
            </a:pPr>
            <a:r>
              <a:rPr/>
              <a:t>Lab 1D: CR-3  ·  Selective cycle logging</a:t>
            </a:r>
            <a:endParaRPr/>
          </a:p>
        </p:txBody>
      </p:sp>
      <p:sp>
        <p:nvSpPr>
          <p:cNvPr id="75181347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1976145036"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a:t>
            </a:r>
            <a:r>
              <a:rPr lang="en-US" sz="2000" b="1">
                <a:solidFill>
                  <a:srgbClr val="242A33"/>
                </a:solidFill>
                <a:latin typeface="Arial"/>
              </a:rPr>
              <a:t>repetiveness</a:t>
            </a:r>
            <a:r>
              <a:rPr lang="en-US" sz="2000" b="1">
                <a:solidFill>
                  <a:srgbClr val="242A33"/>
                </a:solidFill>
                <a:latin typeface="Arial"/>
              </a:rPr>
              <a:t> of procedural coding</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1024271" name="Title 1"/>
          <p:cNvSpPr>
            <a:spLocks noGrp="1"/>
          </p:cNvSpPr>
          <p:nvPr>
            <p:ph type="title"/>
          </p:nvPr>
        </p:nvSpPr>
        <p:spPr bwMode="auto"/>
        <p:txBody>
          <a:bodyPr/>
          <a:lstStyle/>
          <a:p>
            <a:pPr>
              <a:defRPr/>
            </a:pPr>
            <a:r>
              <a:rPr/>
              <a:t>CR-3 result — small, but defend it as fine?</a:t>
            </a:r>
            <a:endParaRPr/>
          </a:p>
        </p:txBody>
      </p:sp>
      <p:sp>
        <p:nvSpPr>
          <p:cNvPr id="112167970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6271138"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1357617246"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1912710219"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2655757"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4642267" name="Title 2"/>
          <p:cNvSpPr>
            <a:spLocks noGrp="1"/>
          </p:cNvSpPr>
          <p:nvPr>
            <p:ph type="title"/>
          </p:nvPr>
        </p:nvSpPr>
        <p:spPr bwMode="auto"/>
        <p:txBody>
          <a:bodyPr/>
          <a:lstStyle/>
          <a:p>
            <a:pPr>
              <a:defRPr/>
            </a:pPr>
            <a:r>
              <a:rPr/>
              <a:t>Block 1 debrief — Pros and Cons</a:t>
            </a:r>
            <a:endParaRPr/>
          </a:p>
        </p:txBody>
      </p:sp>
      <p:sp>
        <p:nvSpPr>
          <p:cNvPr id="52466587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1E DEBRIEF (15 MIN)</a:t>
            </a:r>
            <a:endParaRPr/>
          </a:p>
        </p:txBody>
      </p:sp>
      <p:graphicFrame>
        <p:nvGraphicFramePr>
          <p:cNvPr id="2118915413" name="Table 4"/>
          <p:cNvGraphicFramePr>
            <a:graphicFrameLocks xmlns:a="http://schemas.openxmlformats.org/drawingml/2006/main" noGrp="1"/>
          </p:cNvGraphicFramePr>
          <p:nvPr/>
        </p:nvGraphicFramePr>
        <p:xfrm rot="0">
          <a:off x="533400" y="1523999"/>
          <a:ext cx="10253980" cy="5084276"/>
        </p:xfrm>
        <a:graphic>
          <a:graphicData uri="http://schemas.openxmlformats.org/drawingml/2006/table">
            <a:tbl>
              <a:tblPr firstRow="1" firstCol="0" lastRow="0" lastCol="0" bandRow="1" bandCol="0">
                <a:tableStyleId>{0817EA92-75D0-4044-A80A-286907CE0DDC}</a:tableStyleId>
              </a:tblPr>
              <a:tblGrid>
                <a:gridCol w="4729480"/>
                <a:gridCol w="5524500"/>
              </a:tblGrid>
              <a:tr h="813869">
                <a:tc>
                  <a:txBody>
                    <a:bodyPr/>
                    <a:p>
                      <a:pPr algn="ctr">
                        <a:defRPr/>
                      </a:pPr>
                      <a:r>
                        <a:rPr lang="en-US" sz="2800"/>
                        <a:t>Pros</a:t>
                      </a:r>
                      <a:endParaRPr/>
                    </a:p>
                  </a:txBody>
                  <a:tcPr anchor="ctr"/>
                </a:tc>
                <a:tc>
                  <a:txBody>
                    <a:bodyPr/>
                    <a:p>
                      <a:pPr algn="ctr">
                        <a:defRPr/>
                      </a:pPr>
                      <a:r>
                        <a:rPr lang="en-US" sz="2800"/>
                        <a:t>Cons</a:t>
                      </a:r>
                      <a:endParaRPr lang="en-US"/>
                    </a:p>
                  </a:txBody>
                  <a:tcPr anchor="ctr"/>
                </a:tc>
              </a:tr>
              <a:tr h="813869">
                <a:tc>
                  <a:txBody>
                    <a:bodyPr/>
                    <a:p>
                      <a:pPr>
                        <a:defRPr/>
                      </a:pPr>
                      <a:r>
                        <a:rPr lang="en-US" b="1"/>
                        <a:t>Simple and familiar</a:t>
                      </a:r>
                      <a:endParaRPr/>
                    </a:p>
                    <a:p>
                      <a:pPr>
                        <a:defRPr/>
                      </a:pPr>
                      <a:r>
                        <a:rPr lang="en-US"/>
                        <a:t>Every controls engineer knows this structure</a:t>
                      </a:r>
                      <a:endParaRPr/>
                    </a:p>
                  </a:txBody>
                  <a:tcPr/>
                </a:tc>
                <a:tc>
                  <a:txBody>
                    <a:bodyPr/>
                    <a:p>
                      <a:pPr>
                        <a:defRPr/>
                      </a:pPr>
                      <a:r>
                        <a:rPr lang="en-US" b="1"/>
                        <a:t>Same change made in every station file</a:t>
                      </a:r>
                      <a:endParaRPr/>
                    </a:p>
                    <a:p>
                      <a:pPr>
                        <a:defRPr/>
                      </a:pPr>
                      <a:r>
                        <a:rPr lang="en-US"/>
                        <a:t>No mechanism to enforce consistency</a:t>
                      </a:r>
                      <a:endParaRPr/>
                    </a:p>
                    <a:p>
                      <a:pPr>
                        <a:defRPr/>
                      </a:pPr>
                      <a:endParaRPr lang="en-US"/>
                    </a:p>
                  </a:txBody>
                  <a:tcPr/>
                </a:tc>
              </a:tr>
              <a:tr h="813869">
                <a:tc>
                  <a:txBody>
                    <a:bodyPr/>
                    <a:p>
                      <a:pPr>
                        <a:defRPr/>
                      </a:pPr>
                      <a:r>
                        <a:rPr lang="en-US" b="1"/>
                        <a:t>Easy to read</a:t>
                      </a:r>
                      <a:endParaRPr/>
                    </a:p>
                    <a:p>
                      <a:pPr>
                        <a:defRPr/>
                      </a:pPr>
                      <a:r>
                        <a:rPr lang="en-US"/>
                        <a:t>Entire station behavior is visible in one file</a:t>
                      </a:r>
                      <a:endParaRPr/>
                    </a:p>
                  </a:txBody>
                  <a:tcPr/>
                </a:tc>
                <a:tc>
                  <a:txBody>
                    <a:bodyPr/>
                    <a:p>
                      <a:pPr>
                        <a:defRPr/>
                      </a:pPr>
                      <a:r>
                        <a:rPr lang="en-US" b="1"/>
                        <a:t>Copy-paste is the only tool for sharing logic</a:t>
                      </a:r>
                      <a:r>
                        <a:rPr lang="en-US"/>
                        <a:t> </a:t>
                      </a:r>
                      <a:endParaRPr/>
                    </a:p>
                    <a:p>
                      <a:pPr>
                        <a:defRPr/>
                      </a:pPr>
                      <a:r>
                        <a:rPr lang="en-US"/>
                        <a:t>Drift is inevitable</a:t>
                      </a:r>
                      <a:endParaRPr/>
                    </a:p>
                  </a:txBody>
                  <a:tcPr/>
                </a:tc>
              </a:tr>
              <a:tr h="813869">
                <a:tc>
                  <a:txBody>
                    <a:bodyPr/>
                    <a:p>
                      <a:pPr>
                        <a:defRPr/>
                      </a:pPr>
                      <a:r>
                        <a:rPr lang="en-US" b="1"/>
                        <a:t>No framework knowledge required</a:t>
                      </a:r>
                      <a:endParaRPr/>
                    </a:p>
                  </a:txBody>
                  <a:tcPr/>
                </a:tc>
                <a:tc>
                  <a:txBody>
                    <a:bodyPr/>
                    <a:p>
                      <a:pPr>
                        <a:defRPr/>
                      </a:pPr>
                      <a:r>
                        <a:rPr lang="en-US" b="1"/>
                        <a:t>Discipline is the only defense against inconsistency</a:t>
                      </a:r>
                      <a:endParaRPr/>
                    </a:p>
                    <a:p>
                      <a:pPr>
                        <a:defRPr/>
                      </a:pPr>
                      <a:r>
                        <a:rPr lang="en-US"/>
                        <a:t>And discipline is bounded</a:t>
                      </a:r>
                      <a:endParaRPr/>
                    </a:p>
                  </a:txBody>
                  <a:tcPr/>
                </a:tc>
              </a:tr>
              <a:tr h="813869">
                <a:tc>
                  <a:txBody>
                    <a:bodyPr/>
                    <a:p>
                      <a:pPr>
                        <a:defRPr/>
                      </a:pPr>
                      <a:r>
                        <a:rPr lang="en-US" b="1"/>
                        <a:t>Fast to write for first implementation</a:t>
                      </a:r>
                      <a:endParaRPr/>
                    </a:p>
                    <a:p>
                      <a:pPr>
                        <a:defRPr/>
                      </a:pPr>
                      <a:endParaRPr lang="en-US"/>
                    </a:p>
                  </a:txBody>
                  <a:tcPr/>
                </a:tc>
                <a:tc>
                  <a:txBody>
                    <a:bodyPr/>
                    <a:p>
                      <a:pPr>
                        <a:defRPr/>
                      </a:pPr>
                      <a:r>
                        <a:rPr lang="en-US" b="1"/>
                        <a:t>Cross-cutting changes ripple across every station file</a:t>
                      </a:r>
                      <a:endParaRPr/>
                    </a:p>
                  </a:txBody>
                  <a:tcPr/>
                </a:tc>
              </a:tr>
              <a:tr h="813869">
                <a:tc>
                  <a:txBody>
                    <a:bodyPr/>
                    <a:p>
                      <a:pPr>
                        <a:defRPr/>
                      </a:pPr>
                      <a:r>
                        <a:rPr lang="en-US" b="1"/>
                        <a:t>Easy to debug</a:t>
                      </a:r>
                      <a:r>
                        <a:rPr lang="en-US"/>
                        <a:t> </a:t>
                      </a:r>
                      <a:endParaRPr/>
                    </a:p>
                    <a:p>
                      <a:pPr>
                        <a:defRPr/>
                      </a:pPr>
                      <a:r>
                        <a:rPr lang="en-US"/>
                        <a:t>No inheritance chain to trace</a:t>
                      </a:r>
                      <a:endParaRPr/>
                    </a:p>
                  </a:txBody>
                  <a:tcPr/>
                </a:tc>
                <a:tc>
                  <a:txBody>
                    <a:bodyPr/>
                    <a:p>
                      <a:pPr>
                        <a:defRPr/>
                      </a:pPr>
                      <a:r>
                        <a:rPr lang="en-US" b="1"/>
                        <a:t>One requirement, five files to touch – and counting</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6958669" name="Title 1"/>
          <p:cNvSpPr>
            <a:spLocks noGrp="1"/>
          </p:cNvSpPr>
          <p:nvPr>
            <p:ph type="title"/>
          </p:nvPr>
        </p:nvSpPr>
        <p:spPr bwMode="auto"/>
        <p:txBody>
          <a:bodyPr/>
          <a:lstStyle/>
          <a:p>
            <a:pPr>
              <a:defRPr/>
            </a:pPr>
            <a:r>
              <a:rPr/>
              <a:t>Block 1 → Block 2 break</a:t>
            </a:r>
            <a:endParaRPr/>
          </a:p>
        </p:txBody>
      </p:sp>
      <p:sp>
        <p:nvSpPr>
          <p:cNvPr id="455236270"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852344"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56249804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04880755"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The next block has the densest concept 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8602326" name="Title 2"/>
          <p:cNvSpPr>
            <a:spLocks noGrp="1"/>
          </p:cNvSpPr>
          <p:nvPr>
            <p:ph type="title"/>
          </p:nvPr>
        </p:nvSpPr>
        <p:spPr bwMode="auto"/>
        <p:txBody>
          <a:bodyPr/>
          <a:lstStyle/>
          <a:p>
            <a:pPr>
              <a:defRPr/>
            </a:pPr>
            <a:r>
              <a:rPr/>
              <a:t>Block 2</a:t>
            </a:r>
            <a:endParaRPr/>
          </a:p>
        </p:txBody>
      </p:sp>
      <p:sp>
        <p:nvSpPr>
          <p:cNvPr id="37522930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2140828"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198741500"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627186"/>
                </a:solidFill>
                <a:latin typeface="Arial"/>
              </a:rPr>
              <a:t>75</a:t>
            </a:r>
            <a:r>
              <a:rPr sz="1800" b="1" i="0">
                <a:solidFill>
                  <a:srgbClr val="627186"/>
                </a:solidFill>
                <a:latin typeface="Arial"/>
              </a:rPr>
              <a:t> min</a:t>
            </a:r>
            <a:endParaRPr/>
          </a:p>
        </p:txBody>
      </p:sp>
      <p:sp>
        <p:nvSpPr>
          <p:cNvPr id="188340916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643444"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007385673" name="Title 2"/>
          <p:cNvSpPr>
            <a:spLocks noGrp="1"/>
          </p:cNvSpPr>
          <p:nvPr>
            <p:ph type="title"/>
          </p:nvPr>
        </p:nvSpPr>
        <p:spPr bwMode="auto"/>
        <p:txBody>
          <a:bodyPr/>
          <a:lstStyle/>
          <a:p>
            <a:pPr>
              <a:defRPr/>
            </a:pPr>
            <a:r>
              <a:rPr/>
              <a:t>The inheritance paradigm</a:t>
            </a:r>
            <a:endParaRPr/>
          </a:p>
        </p:txBody>
      </p:sp>
      <p:sp>
        <p:nvSpPr>
          <p:cNvPr id="194851628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0438720"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1098877030" name="Title 2"/>
          <p:cNvSpPr>
            <a:spLocks noGrp="1"/>
          </p:cNvSpPr>
          <p:nvPr>
            <p:ph type="title"/>
          </p:nvPr>
        </p:nvSpPr>
        <p:spPr bwMode="auto"/>
        <p:txBody>
          <a:bodyPr/>
          <a:lstStyle/>
          <a:p>
            <a:pPr>
              <a:defRPr/>
            </a:pPr>
            <a:r>
              <a:rPr lang="en-US"/>
              <a:t>Lab 2A: Inheritance Code Inspection</a:t>
            </a:r>
            <a:endParaRPr/>
          </a:p>
        </p:txBody>
      </p:sp>
      <p:sp>
        <p:nvSpPr>
          <p:cNvPr id="42966255"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a:t>
            </a:r>
            <a:r>
              <a:rPr lang="en-US"/>
              <a:t>FillingLine_Inheritance</a:t>
            </a:r>
            <a:r>
              <a:rPr lang="en-US"/>
              <a:t> Project</a:t>
            </a:r>
            <a:endParaRPr/>
          </a:p>
          <a:p>
            <a:pPr>
              <a:defRPr/>
            </a:pPr>
            <a:r>
              <a:rPr lang="en-US"/>
              <a:t>Install project libraries if necessary </a:t>
            </a:r>
            <a:endParaRPr/>
          </a:p>
          <a:p>
            <a:pPr>
              <a:defRPr/>
            </a:pPr>
            <a:r>
              <a:rPr lang="en-US"/>
              <a:t>Open </a:t>
            </a:r>
            <a:r>
              <a:rPr lang="en-US"/>
              <a:t>FB_StationBase</a:t>
            </a:r>
            <a:r>
              <a:rPr lang="en-US"/>
              <a:t> and identify where the common procedural code blocks have been placed</a:t>
            </a:r>
            <a:endParaRPr/>
          </a:p>
          <a:p>
            <a:pPr>
              <a:defRPr/>
            </a:pPr>
            <a:r>
              <a:rPr lang="en-US"/>
              <a:t>Compare size of </a:t>
            </a:r>
            <a:r>
              <a:rPr lang="en-US"/>
              <a:t>FB_StationFill</a:t>
            </a:r>
            <a:r>
              <a:rPr lang="en-US"/>
              <a:t> in procedural vs inheritance projects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7476811"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23824014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7771916"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30044908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4471079"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r>
              <a:rPr lang="en-US" sz="2400">
                <a:solidFill>
                  <a:srgbClr val="242A33"/>
                </a:solidFill>
              </a:rPr>
              <a:t>ExecuteSequence</a:t>
            </a:r>
            <a:r>
              <a:rPr lang="en-US" sz="2400">
                <a:solidFill>
                  <a:srgbClr val="242A33"/>
                </a:solidFill>
              </a:rPr>
              <a:t>() of derived FB overrides base</a:t>
            </a:r>
            <a:endParaRPr/>
          </a:p>
        </p:txBody>
      </p:sp>
      <p:sp>
        <p:nvSpPr>
          <p:cNvPr id="1231541880" name="Title 2"/>
          <p:cNvSpPr>
            <a:spLocks noGrp="1"/>
          </p:cNvSpPr>
          <p:nvPr>
            <p:ph type="title"/>
          </p:nvPr>
        </p:nvSpPr>
        <p:spPr bwMode="auto"/>
        <p:txBody>
          <a:bodyPr/>
          <a:lstStyle/>
          <a:p>
            <a:pPr>
              <a:defRPr/>
            </a:pPr>
            <a:r>
              <a:rPr lang="en-US"/>
              <a:t>Overriding Base FB Methods</a:t>
            </a:r>
            <a:endParaRPr/>
          </a:p>
        </p:txBody>
      </p:sp>
      <p:sp>
        <p:nvSpPr>
          <p:cNvPr id="1439854738"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14069" name="Title 1"/>
          <p:cNvSpPr>
            <a:spLocks noGrp="1"/>
          </p:cNvSpPr>
          <p:nvPr>
            <p:ph type="title"/>
          </p:nvPr>
        </p:nvSpPr>
        <p:spPr bwMode="auto"/>
        <p:txBody>
          <a:bodyPr/>
          <a:lstStyle/>
          <a:p>
            <a:pPr>
              <a:defRPr/>
            </a:pPr>
            <a:r>
              <a:rPr/>
              <a:t>Inheritance mechanics — four things to recognize</a:t>
            </a:r>
            <a:endParaRPr/>
          </a:p>
        </p:txBody>
      </p:sp>
      <p:sp>
        <p:nvSpPr>
          <p:cNvPr id="70594081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
        <p:nvSpPr>
          <p:cNvPr id="20036006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296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STRUCTURED TEXT</a:t>
            </a:r>
            <a:endParaRPr/>
          </a:p>
        </p:txBody>
      </p:sp>
      <p:sp>
        <p:nvSpPr>
          <p:cNvPr id="38368317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225179"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a:t>
            </a:r>
            <a:r>
              <a:rPr sz="2000" b="1">
                <a:solidFill>
                  <a:srgbClr val="242A33"/>
                </a:solidFill>
                <a:latin typeface="Arial"/>
              </a:rPr>
              <a:t>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a:t>
            </a:r>
            <a:r>
              <a:rPr sz="2000">
                <a:solidFill>
                  <a:srgbClr val="242A33"/>
                </a:solidFill>
                <a:latin typeface="Arial"/>
              </a:rPr>
              <a:t>ManualStep</a:t>
            </a:r>
            <a:r>
              <a:rPr sz="2000">
                <a:solidFill>
                  <a:srgbClr val="242A33"/>
                </a:solidFill>
                <a:latin typeface="Arial"/>
              </a:rPr>
              <a:t> doesn't propagate.</a:t>
            </a:r>
            <a:endParaRPr/>
          </a:p>
        </p:txBody>
      </p:sp>
      <p:sp>
        <p:nvSpPr>
          <p:cNvPr id="1103550224" name="Title 2"/>
          <p:cNvSpPr>
            <a:spLocks noGrp="1"/>
          </p:cNvSpPr>
          <p:nvPr>
            <p:ph type="title"/>
          </p:nvPr>
        </p:nvSpPr>
        <p:spPr bwMode="auto"/>
        <p:txBody>
          <a:bodyPr/>
          <a:lstStyle/>
          <a:p>
            <a:pPr>
              <a:defRPr/>
            </a:pPr>
            <a:r>
              <a:rPr/>
              <a:t>Same behavior, different architecture</a:t>
            </a:r>
            <a:endParaRPr/>
          </a:p>
        </p:txBody>
      </p:sp>
      <p:sp>
        <p:nvSpPr>
          <p:cNvPr id="124264626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1502851"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641835513" name="Title 2"/>
          <p:cNvSpPr>
            <a:spLocks noGrp="1"/>
          </p:cNvSpPr>
          <p:nvPr>
            <p:ph type="title"/>
          </p:nvPr>
        </p:nvSpPr>
        <p:spPr bwMode="auto"/>
        <p:txBody>
          <a:bodyPr/>
          <a:lstStyle/>
          <a:p>
            <a:pPr>
              <a:defRPr/>
            </a:pPr>
            <a:r>
              <a:rPr lang="en-US"/>
              <a:t>Monitoring() Execution</a:t>
            </a:r>
            <a:endParaRPr/>
          </a:p>
        </p:txBody>
      </p:sp>
      <p:sp>
        <p:nvSpPr>
          <p:cNvPr id="120353592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2A PRE-EMPTIVE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175718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1474603014" name="Title 2"/>
          <p:cNvSpPr>
            <a:spLocks noGrp="1"/>
          </p:cNvSpPr>
          <p:nvPr>
            <p:ph type="title"/>
          </p:nvPr>
        </p:nvSpPr>
        <p:spPr bwMode="auto"/>
        <p:txBody>
          <a:bodyPr/>
          <a:lstStyle/>
          <a:p>
            <a:pPr>
              <a:defRPr/>
            </a:pPr>
            <a:r>
              <a:rPr/>
              <a:t>Lab </a:t>
            </a:r>
            <a:r>
              <a:rPr lang="en-US"/>
              <a:t>2</a:t>
            </a:r>
            <a:r>
              <a:rPr/>
              <a:t>B: CR-1  ·  Add a Pause mode using Inheritance</a:t>
            </a:r>
            <a:endParaRPr/>
          </a:p>
        </p:txBody>
      </p:sp>
      <p:sp>
        <p:nvSpPr>
          <p:cNvPr id="85400479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33359063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a:t>
            </a:r>
            <a:r>
              <a:rPr lang="en-US">
                <a:solidFill>
                  <a:srgbClr val="242A33"/>
                </a:solidFill>
                <a:latin typeface="Arial"/>
              </a:rPr>
              <a:t>FillingLine_Inheritance</a:t>
            </a:r>
            <a:r>
              <a:rPr lang="en-US">
                <a:solidFill>
                  <a:srgbClr val="242A33"/>
                </a:solidFill>
                <a:latin typeface="Arial"/>
              </a:rPr>
              <a:t> Project</a:t>
            </a:r>
            <a:endParaRPr/>
          </a:p>
          <a:p>
            <a:pPr>
              <a:lnSpc>
                <a:spcPct val="130000"/>
              </a:lnSpc>
              <a:defRPr/>
            </a:pPr>
            <a:r>
              <a:rPr lang="en-US" b="1">
                <a:solidFill>
                  <a:srgbClr val="770000"/>
                </a:solidFill>
              </a:rPr>
              <a:t>Option A: </a:t>
            </a:r>
            <a:r>
              <a:rPr lang="en-US"/>
              <a:t>add </a:t>
            </a:r>
            <a:r>
              <a:rPr lang="en-US">
                <a:solidFill>
                  <a:srgbClr val="242A33"/>
                </a:solidFill>
              </a:rPr>
              <a:t>AllowPause</a:t>
            </a:r>
            <a:r>
              <a:rPr lang="en-US">
                <a:solidFill>
                  <a:srgbClr val="242A33"/>
                </a:solidFill>
              </a:rPr>
              <a:t>() on the base; add </a:t>
            </a:r>
            <a:r>
              <a:rPr lang="en-US">
                <a:solidFill>
                  <a:srgbClr val="242A33"/>
                </a:solidFill>
              </a:rPr>
              <a:t>AllowPause</a:t>
            </a:r>
            <a:r>
              <a:rPr lang="en-US">
                <a:solidFill>
                  <a:srgbClr val="242A33"/>
                </a:solidFill>
              </a:rPr>
              <a:t>()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a:t>
            </a:r>
            <a:r>
              <a:rPr lang="en-US">
                <a:solidFill>
                  <a:srgbClr val="242A33"/>
                </a:solidFill>
              </a:rPr>
              <a:t>SUPER^.Monitoring</a:t>
            </a:r>
            <a:r>
              <a:rPr lang="en-US">
                <a:solidFill>
                  <a:srgbClr val="242A33"/>
                </a:solidFill>
              </a:rPr>
              <a:t>()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6188761" name="Title 1"/>
          <p:cNvSpPr>
            <a:spLocks noGrp="1"/>
          </p:cNvSpPr>
          <p:nvPr>
            <p:ph type="title"/>
          </p:nvPr>
        </p:nvSpPr>
        <p:spPr bwMode="auto"/>
        <p:txBody>
          <a:bodyPr/>
          <a:lstStyle/>
          <a:p>
            <a:pPr>
              <a:defRPr/>
            </a:pPr>
            <a:r>
              <a:rPr/>
              <a:t>CR-1 result — base-class pollution</a:t>
            </a:r>
            <a:endParaRPr/>
          </a:p>
        </p:txBody>
      </p:sp>
      <p:sp>
        <p:nvSpPr>
          <p:cNvPr id="159602672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13873526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881188532"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1428910031"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3550140"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marL="742950" lvl="1" indent="-285750">
              <a:lnSpc>
                <a:spcPct val="130000"/>
              </a:lnSpc>
              <a:spcBef>
                <a:spcPts val="400"/>
              </a:spcBef>
              <a:buFont typeface="Arial"/>
              <a:buChar char="•"/>
              <a:defRPr/>
            </a:pPr>
            <a:r>
              <a:rPr lang="en-US">
                <a:solidFill>
                  <a:srgbClr val="242A33"/>
                </a:solidFill>
              </a:rPr>
              <a:t>AllowPause</a:t>
            </a:r>
            <a:r>
              <a:rPr lang="en-US">
                <a:solidFill>
                  <a:srgbClr val="242A33"/>
                </a:solidFill>
              </a:rPr>
              <a:t>() is included in every derived FB just to accommodate one exception for Fill.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marL="742950" lvl="1" indent="-285750" algn="just">
              <a:lnSpc>
                <a:spcPct val="130000"/>
              </a:lnSpc>
              <a:spcBef>
                <a:spcPts val="400"/>
              </a:spcBef>
              <a:buFont typeface="Arial"/>
              <a:buChar char="•"/>
              <a:defRPr/>
            </a:pPr>
            <a:r>
              <a:rPr lang="en-US">
                <a:solidFill>
                  <a:srgbClr val="242A33"/>
                </a:solidFill>
              </a:rPr>
              <a:t>overriding Monitoring() requires keeping track of duplicate code in multiple locations</a:t>
            </a:r>
            <a:endParaRPr>
              <a:solidFill>
                <a:srgbClr val="242A33"/>
              </a:solidFill>
              <a:latin typeface="Arial"/>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0291778" name="Title 2"/>
          <p:cNvSpPr>
            <a:spLocks noGrp="1"/>
          </p:cNvSpPr>
          <p:nvPr>
            <p:ph type="title"/>
          </p:nvPr>
        </p:nvSpPr>
        <p:spPr bwMode="auto"/>
        <p:txBody>
          <a:bodyPr/>
          <a:lstStyle/>
          <a:p>
            <a:pPr>
              <a:defRPr/>
            </a:pPr>
            <a:r>
              <a:rPr/>
              <a:t>Block 2 · 2C</a:t>
            </a:r>
            <a:endParaRPr/>
          </a:p>
        </p:txBody>
      </p:sp>
      <p:sp>
        <p:nvSpPr>
          <p:cNvPr id="1325427605"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623577"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breaking point</a:t>
            </a:r>
            <a:endParaRPr/>
          </a:p>
        </p:txBody>
      </p:sp>
      <p:sp>
        <p:nvSpPr>
          <p:cNvPr id="1007147839"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  the workshop's hardest moment</a:t>
            </a:r>
            <a:endParaRPr/>
          </a:p>
        </p:txBody>
      </p:sp>
      <p:sp>
        <p:nvSpPr>
          <p:cNvPr id="35787867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0198502"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a:t>
            </a:r>
            <a:r>
              <a:rPr lang="en-US" sz="2000">
                <a:solidFill>
                  <a:srgbClr val="242A33"/>
                </a:solidFill>
              </a:rPr>
              <a:t>FB_StationInspect</a:t>
            </a:r>
            <a:r>
              <a:rPr lang="en-US" sz="2000">
                <a:solidFill>
                  <a:srgbClr val="242A33"/>
                </a:solidFill>
              </a:rPr>
              <a:t> methods</a:t>
            </a:r>
            <a:endParaRPr/>
          </a:p>
          <a:p>
            <a:pPr lvl="1">
              <a:lnSpc>
                <a:spcPct val="130000"/>
              </a:lnSpc>
              <a:defRPr/>
            </a:pPr>
            <a:r>
              <a:rPr lang="en-US" sz="2000">
                <a:solidFill>
                  <a:srgbClr val="242A33"/>
                </a:solidFill>
              </a:rPr>
              <a:t>ExecuteSequence</a:t>
            </a:r>
            <a:r>
              <a:rPr lang="en-US" sz="2000">
                <a:solidFill>
                  <a:srgbClr val="242A33"/>
                </a:solidFill>
              </a:rPr>
              <a:t>()</a:t>
            </a:r>
            <a:endParaRPr/>
          </a:p>
        </p:txBody>
      </p:sp>
      <p:sp>
        <p:nvSpPr>
          <p:cNvPr id="2142042607" name="Title 2"/>
          <p:cNvSpPr>
            <a:spLocks noGrp="1"/>
          </p:cNvSpPr>
          <p:nvPr>
            <p:ph type="title"/>
          </p:nvPr>
        </p:nvSpPr>
        <p:spPr bwMode="auto"/>
        <p:txBody>
          <a:bodyPr/>
          <a:lstStyle/>
          <a:p>
            <a:pPr>
              <a:defRPr/>
            </a:pPr>
            <a:r>
              <a:rPr/>
              <a:t>Lab 2C: CR-2  ·  Flag Bad Parts without Stopping the Line </a:t>
            </a:r>
            <a:endParaRPr/>
          </a:p>
        </p:txBody>
      </p:sp>
      <p:sp>
        <p:nvSpPr>
          <p:cNvPr id="1004158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656891751"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906104"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1590991833" name="Title 2"/>
          <p:cNvSpPr>
            <a:spLocks noGrp="1"/>
          </p:cNvSpPr>
          <p:nvPr>
            <p:ph type="title"/>
          </p:nvPr>
        </p:nvSpPr>
        <p:spPr bwMode="auto"/>
        <p:txBody>
          <a:bodyPr/>
          <a:lstStyle/>
          <a:p>
            <a:pPr>
              <a:defRPr/>
            </a:pPr>
            <a:r>
              <a:rPr lang="en-US"/>
              <a:t>Peril of Breaking the Inheritance Chain </a:t>
            </a:r>
            <a:endParaRPr/>
          </a:p>
        </p:txBody>
      </p:sp>
      <p:sp>
        <p:nvSpPr>
          <p:cNvPr id="175293693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2C  ·  THE BREAKING POINT</a:t>
            </a:r>
            <a:endParaRPr/>
          </a:p>
        </p:txBody>
      </p:sp>
      <p:grpSp>
        <p:nvGrpSpPr>
          <p:cNvPr id="193223038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287372" name="Title 1"/>
          <p:cNvSpPr>
            <a:spLocks noGrp="1"/>
          </p:cNvSpPr>
          <p:nvPr>
            <p:ph type="title"/>
          </p:nvPr>
        </p:nvSpPr>
        <p:spPr bwMode="auto"/>
        <p:txBody>
          <a:bodyPr/>
          <a:lstStyle/>
          <a:p>
            <a:pPr>
              <a:defRPr/>
            </a:pPr>
            <a:r>
              <a:rPr/>
              <a:t>CR-2 result — the override fight</a:t>
            </a:r>
            <a:endParaRPr/>
          </a:p>
        </p:txBody>
      </p:sp>
      <p:sp>
        <p:nvSpPr>
          <p:cNvPr id="75644254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89950655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209023185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2146533575"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504483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664702798" name="Title 1"/>
          <p:cNvSpPr>
            <a:spLocks noGrp="1"/>
          </p:cNvSpPr>
          <p:nvPr>
            <p:ph type="title"/>
          </p:nvPr>
        </p:nvSpPr>
        <p:spPr bwMode="auto"/>
        <p:txBody>
          <a:bodyPr/>
          <a:lstStyle/>
          <a:p>
            <a:pPr>
              <a:defRPr/>
            </a:pPr>
            <a:r>
              <a:rPr/>
              <a:t>Block 2 · CR-2 the breaking-point reveal</a:t>
            </a:r>
            <a:endParaRPr/>
          </a:p>
        </p:txBody>
      </p:sp>
      <p:sp>
        <p:nvSpPr>
          <p:cNvPr id="190640949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279592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9951043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205766136"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60245643" name="Title 1"/>
          <p:cNvSpPr>
            <a:spLocks noGrp="1"/>
          </p:cNvSpPr>
          <p:nvPr>
            <p:ph type="title"/>
          </p:nvPr>
        </p:nvSpPr>
        <p:spPr bwMode="auto"/>
        <p:txBody>
          <a:bodyPr/>
          <a:lstStyle/>
          <a:p>
            <a:pPr>
              <a:defRPr/>
            </a:pPr>
            <a:r>
              <a:rPr/>
              <a:t>Pre-emptive pushback</a:t>
            </a:r>
            <a:endParaRPr/>
          </a:p>
        </p:txBody>
      </p:sp>
      <p:sp>
        <p:nvSpPr>
          <p:cNvPr id="84973575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CR-2 THE MOST IMPORTANT PUSHBACK</a:t>
            </a:r>
            <a:endParaRPr/>
          </a:p>
        </p:txBody>
      </p:sp>
      <p:sp>
        <p:nvSpPr>
          <p:cNvPr id="106588976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886693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481021"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851401120"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16697291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93447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215811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068679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4467496" name="Title 2"/>
          <p:cNvSpPr>
            <a:spLocks noGrp="1"/>
          </p:cNvSpPr>
          <p:nvPr>
            <p:ph type="title"/>
          </p:nvPr>
        </p:nvSpPr>
        <p:spPr bwMode="auto"/>
        <p:txBody>
          <a:bodyPr/>
          <a:lstStyle/>
          <a:p>
            <a:pPr>
              <a:defRPr/>
            </a:pPr>
            <a:r>
              <a:rPr/>
              <a:t>Lab 2D: CR-3  ·  Selective cycle logging</a:t>
            </a:r>
            <a:endParaRPr/>
          </a:p>
        </p:txBody>
      </p:sp>
      <p:sp>
        <p:nvSpPr>
          <p:cNvPr id="176958052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897962695"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a:t>
            </a:r>
            <a:r>
              <a:rPr lang="en-US" sz="2000">
                <a:solidFill>
                  <a:srgbClr val="242A33"/>
                </a:solidFill>
                <a:latin typeface="Arial"/>
              </a:rPr>
              <a:t>FillingLine_Inheritance</a:t>
            </a:r>
            <a:endParaRPr lang="en-US" sz="2000">
              <a:solidFill>
                <a:srgbClr val="242A33"/>
              </a:solidFill>
              <a:latin typeface="Arial"/>
            </a:endParaRPr>
          </a:p>
          <a:p>
            <a:pPr>
              <a:lnSpc>
                <a:spcPct val="130000"/>
              </a:lnSpc>
              <a:spcBef>
                <a:spcPts val="400"/>
              </a:spcBef>
              <a:defRPr/>
            </a:pPr>
            <a:r>
              <a:rPr lang="en-US" sz="2000">
                <a:latin typeface="Arial"/>
              </a:rPr>
              <a:t>Find buffer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added methods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overriding methods in derived FBs</a:t>
            </a:r>
            <a:endParaRPr/>
          </a:p>
        </p:txBody>
      </p:sp>
      <p:sp>
        <p:nvSpPr>
          <p:cNvPr id="492738304"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0904007" name="Title 1"/>
          <p:cNvSpPr>
            <a:spLocks noGrp="1"/>
          </p:cNvSpPr>
          <p:nvPr>
            <p:ph type="title"/>
          </p:nvPr>
        </p:nvSpPr>
        <p:spPr bwMode="auto"/>
        <p:txBody>
          <a:bodyPr/>
          <a:lstStyle/>
          <a:p>
            <a:pPr>
              <a:defRPr/>
            </a:pPr>
            <a:r>
              <a:rPr/>
              <a:t>CR-3 result — dead weight in unrelated children</a:t>
            </a:r>
            <a:endParaRPr/>
          </a:p>
        </p:txBody>
      </p:sp>
      <p:sp>
        <p:nvSpPr>
          <p:cNvPr id="11865100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2D  ·  CR-3 HANDS-ON (10 MIN)</a:t>
            </a:r>
            <a:endParaRPr/>
          </a:p>
        </p:txBody>
      </p:sp>
      <p:sp>
        <p:nvSpPr>
          <p:cNvPr id="156169703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210212810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1257238840"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27299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4227935" name="Title 2"/>
          <p:cNvSpPr>
            <a:spLocks noGrp="1"/>
          </p:cNvSpPr>
          <p:nvPr>
            <p:ph type="title"/>
          </p:nvPr>
        </p:nvSpPr>
        <p:spPr bwMode="auto"/>
        <p:txBody>
          <a:bodyPr/>
          <a:lstStyle/>
          <a:p>
            <a:pPr>
              <a:defRPr/>
            </a:pPr>
            <a:r>
              <a:rPr/>
              <a:t>Block 2 debrief — Pros and Cons</a:t>
            </a:r>
            <a:endParaRPr/>
          </a:p>
        </p:txBody>
      </p:sp>
      <p:sp>
        <p:nvSpPr>
          <p:cNvPr id="18007355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315684584" name="Table 6"/>
          <p:cNvGraphicFramePr>
            <a:graphicFrameLocks xmlns:a="http://schemas.openxmlformats.org/drawingml/2006/main" noGrp="1"/>
          </p:cNvGraphicFramePr>
          <p:nvPr/>
        </p:nvGraphicFramePr>
        <p:xfrm rot="0">
          <a:off x="533400" y="1447799"/>
          <a:ext cx="11201400" cy="4959415"/>
        </p:xfrm>
        <a:graphic>
          <a:graphicData uri="http://schemas.openxmlformats.org/drawingml/2006/table">
            <a:tbl>
              <a:tblPr firstRow="1" firstCol="0" lastRow="0" lastCol="0" bandRow="1" bandCol="0">
                <a:tableStyleId>{0817EA92-75D0-4044-A80A-286907CE0DDC}</a:tableStyleId>
              </a:tblPr>
              <a:tblGrid>
                <a:gridCol w="5600700"/>
                <a:gridCol w="5600700"/>
              </a:tblGrid>
              <a:tr h="991883">
                <a:tc>
                  <a:txBody>
                    <a:bodyPr/>
                    <a:p>
                      <a:pPr algn="ctr">
                        <a:defRPr/>
                      </a:pPr>
                      <a:r>
                        <a:rPr lang="en-US" sz="2800"/>
                        <a:t>Pros</a:t>
                      </a:r>
                      <a:endParaRPr/>
                    </a:p>
                  </a:txBody>
                  <a:tcPr anchor="ctr"/>
                </a:tc>
                <a:tc>
                  <a:txBody>
                    <a:bodyPr/>
                    <a:p>
                      <a:pPr algn="ctr">
                        <a:defRPr/>
                      </a:pPr>
                      <a:r>
                        <a:rPr lang="en-US" sz="2800"/>
                        <a:t>Cons</a:t>
                      </a:r>
                      <a:endParaRPr/>
                    </a:p>
                  </a:txBody>
                  <a:tcPr anchor="ctr"/>
                </a:tc>
              </a:tr>
              <a:tr h="991883">
                <a:tc>
                  <a:txBody>
                    <a:bodyPr/>
                    <a:p>
                      <a:pPr>
                        <a:defRPr/>
                      </a:pPr>
                      <a:r>
                        <a:rPr lang="en-US"/>
                        <a:t>Common code written once, inherited by all</a:t>
                      </a:r>
                      <a:endParaRPr/>
                    </a:p>
                  </a:txBody>
                  <a:tcPr/>
                </a:tc>
                <a:tc>
                  <a:txBody>
                    <a:bodyPr/>
                    <a:p>
                      <a:pPr>
                        <a:defRPr/>
                      </a:pPr>
                      <a:r>
                        <a:rPr lang="en-US"/>
                        <a:t>Base accumulates features all children inherit whether they need them or not</a:t>
                      </a:r>
                      <a:endParaRPr/>
                    </a:p>
                  </a:txBody>
                  <a:tcPr/>
                </a:tc>
              </a:tr>
              <a:tr h="991883">
                <a:tc>
                  <a:txBody>
                    <a:bodyPr/>
                    <a:p>
                      <a:pPr>
                        <a:defRPr/>
                      </a:pPr>
                      <a:r>
                        <a:rPr lang="en-US"/>
                        <a:t>Architecture enforces consistency – no discipline required</a:t>
                      </a:r>
                      <a:endParaRPr/>
                    </a:p>
                  </a:txBody>
                  <a:tcPr/>
                </a:tc>
                <a:tc>
                  <a:txBody>
                    <a:bodyPr/>
                    <a:p>
                      <a:pPr>
                        <a:defRPr/>
                      </a:pPr>
                      <a:r>
                        <a:rPr lang="en-US"/>
                        <a:t>No way to modify a part of an inherited method – it’s all or nothing </a:t>
                      </a:r>
                      <a:endParaRPr/>
                    </a:p>
                  </a:txBody>
                  <a:tcPr/>
                </a:tc>
              </a:tr>
              <a:tr h="991883">
                <a:tc>
                  <a:txBody>
                    <a:bodyPr/>
                    <a:p>
                      <a:pPr>
                        <a:defRPr/>
                      </a:pPr>
                      <a:r>
                        <a:rPr lang="en-US"/>
                        <a:t>Cross-cutting changes touch one file instead of four</a:t>
                      </a:r>
                      <a:endParaRPr/>
                    </a:p>
                  </a:txBody>
                  <a:tcPr/>
                </a:tc>
                <a:tc>
                  <a:txBody>
                    <a:bodyPr/>
                    <a:p>
                      <a:pPr>
                        <a:defRPr/>
                      </a:pPr>
                      <a:r>
                        <a:rPr lang="en-US"/>
                        <a:t>Skipping SUPER^ severs the entire framework chain (consequence of above)</a:t>
                      </a:r>
                      <a:endParaRPr/>
                    </a:p>
                  </a:txBody>
                  <a:tcPr/>
                </a:tc>
              </a:tr>
              <a:tr h="991883">
                <a:tc>
                  <a:txBody>
                    <a:bodyPr/>
                    <a:p>
                      <a:pPr>
                        <a:defRPr/>
                      </a:pPr>
                      <a:r>
                        <a:rPr lang="en-US"/>
                        <a:t>Stage 1 drift eliminated</a:t>
                      </a:r>
                      <a:endParaRPr/>
                    </a:p>
                  </a:txBody>
                  <a:tcPr/>
                </a:tc>
                <a:tc>
                  <a:txBody>
                    <a:bodyPr/>
                    <a:p>
                      <a:pPr>
                        <a:defRPr/>
                      </a:pPr>
                      <a:r>
                        <a:rPr lang="en-US"/>
                        <a:t>The base that helped in CR-1 becomes the constraint in CR-2</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3021804" name="Title 1"/>
          <p:cNvSpPr>
            <a:spLocks noGrp="1"/>
          </p:cNvSpPr>
          <p:nvPr>
            <p:ph type="title"/>
          </p:nvPr>
        </p:nvSpPr>
        <p:spPr bwMode="auto"/>
        <p:txBody>
          <a:bodyPr/>
          <a:lstStyle/>
          <a:p>
            <a:pPr>
              <a:defRPr/>
            </a:pPr>
            <a:r>
              <a:rPr/>
              <a:t>Block 2 → Block 3 break</a:t>
            </a:r>
            <a:endParaRPr/>
          </a:p>
        </p:txBody>
      </p:sp>
      <p:sp>
        <p:nvSpPr>
          <p:cNvPr id="71554356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2153817"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1503393909" name="TextBox 4"/>
          <p:cNvSpPr txBox="1"/>
          <p:nvPr/>
        </p:nvSpPr>
        <p:spPr bwMode="auto">
          <a:xfrm>
            <a:off x="0" y="2011680"/>
            <a:ext cx="10012680" cy="1554480"/>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10 min</a:t>
            </a:r>
            <a:endParaRPr/>
          </a:p>
        </p:txBody>
      </p:sp>
      <p:sp>
        <p:nvSpPr>
          <p:cNvPr id="704015157"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4557241" name="Title 2"/>
          <p:cNvSpPr>
            <a:spLocks noGrp="1"/>
          </p:cNvSpPr>
          <p:nvPr>
            <p:ph type="title"/>
          </p:nvPr>
        </p:nvSpPr>
        <p:spPr bwMode="auto"/>
        <p:txBody>
          <a:bodyPr/>
          <a:lstStyle/>
          <a:p>
            <a:pPr>
              <a:defRPr/>
            </a:pPr>
            <a:r>
              <a:rPr/>
              <a:t>Block 3</a:t>
            </a:r>
            <a:endParaRPr/>
          </a:p>
        </p:txBody>
      </p:sp>
      <p:sp>
        <p:nvSpPr>
          <p:cNvPr id="49266295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0942005"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71218515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70 min</a:t>
            </a:r>
            <a:endParaRPr/>
          </a:p>
        </p:txBody>
      </p:sp>
      <p:sp>
        <p:nvSpPr>
          <p:cNvPr id="11034449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r>
              <a:rPr sz="2000" b="0" i="1">
                <a:solidFill>
                  <a:srgbClr val="242A33"/>
                </a:solidFill>
                <a:latin typeface="Arial"/>
              </a:rPr>
              <a:t>CR-2 — the killer requirement — becomes a one-line swap.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4633793"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endParaRPr/>
          </a:p>
        </p:txBody>
      </p:sp>
      <p:sp>
        <p:nvSpPr>
          <p:cNvPr id="1784637366" name="Title 2"/>
          <p:cNvSpPr>
            <a:spLocks noGrp="1"/>
          </p:cNvSpPr>
          <p:nvPr>
            <p:ph type="title"/>
          </p:nvPr>
        </p:nvSpPr>
        <p:spPr bwMode="auto"/>
        <p:txBody>
          <a:bodyPr/>
          <a:lstStyle/>
          <a:p>
            <a:pPr>
              <a:defRPr/>
            </a:pPr>
            <a:r>
              <a:rPr/>
              <a:t>The composition paradigm</a:t>
            </a:r>
            <a:endParaRPr/>
          </a:p>
        </p:txBody>
      </p:sp>
      <p:sp>
        <p:nvSpPr>
          <p:cNvPr id="45468516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7509534"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endParaRPr/>
          </a:p>
        </p:txBody>
      </p:sp>
      <p:sp>
        <p:nvSpPr>
          <p:cNvPr id="814047624" name="Title 2"/>
          <p:cNvSpPr>
            <a:spLocks noGrp="1"/>
          </p:cNvSpPr>
          <p:nvPr>
            <p:ph type="title"/>
          </p:nvPr>
        </p:nvSpPr>
        <p:spPr bwMode="auto"/>
        <p:txBody>
          <a:bodyPr/>
          <a:lstStyle/>
          <a:p>
            <a:pPr>
              <a:defRPr/>
            </a:pPr>
            <a:r>
              <a:rPr/>
              <a:t>The file tree — 18 files. Hold the judgment.</a:t>
            </a:r>
            <a:endParaRPr/>
          </a:p>
        </p:txBody>
      </p:sp>
      <p:sp>
        <p:nvSpPr>
          <p:cNvPr id="6408491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6554077" name="Title 1"/>
          <p:cNvSpPr>
            <a:spLocks noGrp="1"/>
          </p:cNvSpPr>
          <p:nvPr>
            <p:ph type="title"/>
          </p:nvPr>
        </p:nvSpPr>
        <p:spPr bwMode="auto"/>
        <p:txBody>
          <a:bodyPr/>
          <a:lstStyle/>
          <a:p>
            <a:pPr>
              <a:defRPr/>
            </a:pPr>
            <a:r>
              <a:rPr/>
              <a:t>The contract — I_AlarmHandler</a:t>
            </a:r>
            <a:endParaRPr/>
          </a:p>
        </p:txBody>
      </p:sp>
      <p:sp>
        <p:nvSpPr>
          <p:cNvPr id="64709520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6820811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52481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TWINCAT INTERFACE</a:t>
            </a:r>
            <a:endParaRPr/>
          </a:p>
        </p:txBody>
      </p:sp>
      <p:sp>
        <p:nvSpPr>
          <p:cNvPr id="154476722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I_AlarmHandler.TcPOU — a contract. No implementation.</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INTERFACE I_AlarmHandler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PROPERTY IsActive : BOOL    // is an alarm currently latched?</a:t>
            </a:r>
            <a:endParaRPr/>
          </a:p>
          <a:p>
            <a:pPr algn="l">
              <a:lnSpc>
                <a:spcPct val="125000"/>
              </a:lnSpc>
              <a:defRPr/>
            </a:pPr>
            <a:r>
              <a:rPr sz="1300" b="0" i="0">
                <a:solidFill>
                  <a:srgbClr val="E6E8EB"/>
                </a:solidFill>
                <a:latin typeface="Consolas"/>
              </a:rPr>
              <a:t>PROPERTY StopsLine : BOOL   // should this alarm stop the line?</a:t>
            </a:r>
            <a:endParaRPr/>
          </a:p>
          <a:p>
            <a:pPr algn="l">
              <a:lnSpc>
                <a:spcPct val="125000"/>
              </a:lnSpc>
              <a:defRPr/>
            </a:pPr>
            <a:r>
              <a:rPr sz="1300" b="0" i="0">
                <a:solidFill>
                  <a:srgbClr val="E6E8EB"/>
                </a:solidFill>
                <a:latin typeface="Consolas"/>
              </a:rPr>
              <a:t>                            // (TRUE for line faults, FALSE for quality flags)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Raise</a:t>
            </a:r>
            <a:endParaRPr/>
          </a:p>
          <a:p>
            <a:pPr algn="l">
              <a:lnSpc>
                <a:spcPct val="125000"/>
              </a:lnSpc>
              <a:defRPr/>
            </a:pPr>
            <a:r>
              <a:rPr sz="1300" b="0" i="0">
                <a:solidFill>
                  <a:srgbClr val="E6E8EB"/>
                </a:solidFill>
                <a:latin typeface="Consolas"/>
              </a:rPr>
              <a:t>VAR_INPUT</a:t>
            </a:r>
            <a:endParaRPr/>
          </a:p>
          <a:p>
            <a:pPr algn="l">
              <a:lnSpc>
                <a:spcPct val="125000"/>
              </a:lnSpc>
              <a:defRPr/>
            </a:pPr>
            <a:r>
              <a:rPr sz="1300" b="0" i="0">
                <a:solidFill>
                  <a:srgbClr val="E6E8EB"/>
                </a:solidFill>
                <a:latin typeface="Consolas"/>
              </a:rPr>
              <a:t>    Code   : INT;</a:t>
            </a:r>
            <a:endParaRPr/>
          </a:p>
          <a:p>
            <a:pPr algn="l">
              <a:lnSpc>
                <a:spcPct val="125000"/>
              </a:lnSpc>
              <a:defRPr/>
            </a:pPr>
            <a:r>
              <a:rPr sz="1300" b="0" i="0">
                <a:solidFill>
                  <a:srgbClr val="E6E8EB"/>
                </a:solidFill>
                <a:latin typeface="Consolas"/>
              </a:rPr>
              <a:t>    Text   : STRING(80);</a:t>
            </a:r>
            <a:endParaRPr/>
          </a:p>
          <a:p>
            <a:pPr algn="l">
              <a:lnSpc>
                <a:spcPct val="125000"/>
              </a:lnSpc>
              <a:defRPr/>
            </a:pPr>
            <a:r>
              <a:rPr sz="1300" b="0" i="0">
                <a:solidFill>
                  <a:srgbClr val="E6E8EB"/>
                </a:solidFill>
                <a:latin typeface="Consolas"/>
              </a:rPr>
              <a:t>END_VAR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Acknowledge</a:t>
            </a:r>
            <a:endParaRPr/>
          </a:p>
          <a:p>
            <a:pPr algn="l">
              <a:lnSpc>
                <a:spcPct val="125000"/>
              </a:lnSpc>
              <a:defRPr/>
            </a:pPr>
            <a:r>
              <a:rPr sz="1300" b="0" i="0">
                <a:solidFill>
                  <a:srgbClr val="E6E8EB"/>
                </a:solidFill>
                <a:latin typeface="Consolas"/>
              </a:rPr>
              <a:t>END_METHOD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6715451" name="Title 1"/>
          <p:cNvSpPr>
            <a:spLocks noGrp="1"/>
          </p:cNvSpPr>
          <p:nvPr>
            <p:ph type="title"/>
          </p:nvPr>
        </p:nvSpPr>
        <p:spPr bwMode="auto"/>
        <p:txBody>
          <a:bodyPr/>
          <a:lstStyle/>
          <a:p>
            <a:pPr>
              <a:defRPr/>
            </a:pPr>
            <a:r>
              <a:rPr/>
              <a:t>Two implementations — same shape, opposite policy</a:t>
            </a:r>
            <a:endParaRPr/>
          </a:p>
        </p:txBody>
      </p:sp>
      <p:sp>
        <p:nvSpPr>
          <p:cNvPr id="164991098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518358736"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921639"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1140575367"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1956764929"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84488552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5157593" name="Title 1"/>
          <p:cNvSpPr>
            <a:spLocks noGrp="1"/>
          </p:cNvSpPr>
          <p:nvPr>
            <p:ph type="title"/>
          </p:nvPr>
        </p:nvSpPr>
        <p:spPr bwMode="auto"/>
        <p:txBody>
          <a:bodyPr/>
          <a:lstStyle/>
          <a:p>
            <a:pPr>
              <a:defRPr/>
            </a:pPr>
            <a:r>
              <a:rPr/>
              <a:t>A composed station — FB_StationFill</a:t>
            </a:r>
            <a:endParaRPr/>
          </a:p>
        </p:txBody>
      </p:sp>
      <p:sp>
        <p:nvSpPr>
          <p:cNvPr id="54652713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6815034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394959"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2236359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FUNCTION_BLOCK FB_StationFill IMPLEMENTS I_HmiReportable, I_Sequenceable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REFERENCE TO FB_ModeManager;</a:t>
            </a:r>
            <a:endParaRPr/>
          </a:p>
          <a:p>
            <a:pPr algn="l">
              <a:lnSpc>
                <a:spcPct val="125000"/>
              </a:lnSpc>
              <a:defRPr/>
            </a:pPr>
            <a:r>
              <a:rPr sz="1200" b="0" i="0">
                <a:solidFill>
                  <a:srgbClr val="E6E8EB"/>
                </a:solidFill>
                <a:latin typeface="Consolas"/>
              </a:rPr>
              <a:t>    Alarm   : I_AlarmHandler;        // &lt;-- depends on the INTERFACE</a:t>
            </a:r>
            <a:endParaRPr/>
          </a:p>
          <a:p>
            <a:pPr algn="l">
              <a:lnSpc>
                <a:spcPct val="125000"/>
              </a:lnSpc>
              <a:defRPr/>
            </a:pPr>
            <a:r>
              <a:rPr sz="1200" b="0" i="0">
                <a:solidFill>
                  <a:srgbClr val="E6E8EB"/>
                </a:solidFill>
                <a:latin typeface="Consolas"/>
              </a:rPr>
              <a:t>    Logger  : I_DataLogger;          // &lt;-- same</a:t>
            </a:r>
            <a:endParaRPr/>
          </a:p>
          <a:p>
            <a:pPr algn="l">
              <a:lnSpc>
                <a:spcPct val="125000"/>
              </a:lnSpc>
              <a:defRPr/>
            </a:pPr>
            <a:r>
              <a:rPr sz="1200" b="0" i="0">
                <a:solidFill>
                  <a:srgbClr val="E6E8EB"/>
                </a:solidFill>
                <a:latin typeface="Consolas"/>
              </a:rPr>
              <a:t>    Seq     : FB_StepSequencer;</a:t>
            </a:r>
            <a:endParaRPr/>
          </a:p>
          <a:p>
            <a:pPr algn="l">
              <a:lnSpc>
                <a:spcPct val="125000"/>
              </a:lnSpc>
              <a:defRPr/>
            </a:pPr>
            <a:r>
              <a:rPr sz="1200" b="0" i="0">
                <a:solidFill>
                  <a:srgbClr val="E6E8EB"/>
                </a:solidFill>
                <a:latin typeface="Consolas"/>
              </a:rPr>
              <a:t>END_VAR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ModeRef       : REFERENCE TO FB_ModeManager;</a:t>
            </a:r>
            <a:endParaRPr/>
          </a:p>
          <a:p>
            <a:pPr algn="l">
              <a:lnSpc>
                <a:spcPct val="125000"/>
              </a:lnSpc>
              <a:defRPr/>
            </a:pPr>
            <a:r>
              <a:rPr sz="1200" b="0" i="0">
                <a:solidFill>
                  <a:srgbClr val="E6E8EB"/>
                </a:solidFill>
                <a:latin typeface="Consolas"/>
              </a:rPr>
              <a:t>    AlarmHandler  : I_AlarmHandler;     // &lt;-- injected at construction</a:t>
            </a:r>
            <a:endParaRPr/>
          </a:p>
          <a:p>
            <a:pPr algn="l">
              <a:lnSpc>
                <a:spcPct val="125000"/>
              </a:lnSpc>
              <a:defRPr/>
            </a:pPr>
            <a:r>
              <a:rPr sz="1200" b="0" i="0">
                <a:solidFill>
                  <a:srgbClr val="E6E8EB"/>
                </a:solidFill>
                <a:latin typeface="Consolas"/>
              </a:rPr>
              <a:t>    DataLogger    : I_DataLogger;       // &lt;-- injected at construction</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THIS^.Mode  REF= ModeRef;</a:t>
            </a:r>
            <a:endParaRPr/>
          </a:p>
          <a:p>
            <a:pPr algn="l">
              <a:lnSpc>
                <a:spcPct val="125000"/>
              </a:lnSpc>
              <a:defRPr/>
            </a:pPr>
            <a:r>
              <a:rPr sz="1200" b="0" i="0">
                <a:solidFill>
                  <a:srgbClr val="E6E8EB"/>
                </a:solidFill>
                <a:latin typeface="Consolas"/>
              </a:rPr>
              <a:t>THIS^.Alarm := AlarmHandler;</a:t>
            </a:r>
            <a:endParaRPr/>
          </a:p>
          <a:p>
            <a:pPr algn="l">
              <a:lnSpc>
                <a:spcPct val="125000"/>
              </a:lnSpc>
              <a:defRPr/>
            </a:pPr>
            <a:r>
              <a:rPr sz="1200" b="0" i="0">
                <a:solidFill>
                  <a:srgbClr val="E6E8EB"/>
                </a:solidFill>
                <a:latin typeface="Consolas"/>
              </a:rPr>
              <a:t>THIS^.Logger := DataLogger;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9238137" name="Title 1"/>
          <p:cNvSpPr>
            <a:spLocks noGrp="1"/>
          </p:cNvSpPr>
          <p:nvPr>
            <p:ph type="title"/>
          </p:nvPr>
        </p:nvSpPr>
        <p:spPr bwMode="auto"/>
        <p:txBody>
          <a:bodyPr/>
          <a:lstStyle/>
          <a:p>
            <a:pPr>
              <a:defRPr/>
            </a:pPr>
            <a:r>
              <a:rPr/>
              <a:t>MAIN — the construction is the architecture</a:t>
            </a:r>
            <a:endParaRPr/>
          </a:p>
        </p:txBody>
      </p:sp>
      <p:sp>
        <p:nvSpPr>
          <p:cNvPr id="110328656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2376467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916263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1024347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PROGRAM MAIN</a:t>
            </a:r>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FB_ModeManager;</a:t>
            </a:r>
            <a:endParaRPr/>
          </a:p>
          <a:p>
            <a:pPr algn="l">
              <a:lnSpc>
                <a:spcPct val="125000"/>
              </a:lnSpc>
              <a:defRPr/>
            </a:pPr>
            <a:r>
              <a:rPr sz="1200" b="0" i="0">
                <a:solidFill>
                  <a:srgbClr val="E6E8EB"/>
                </a:solidFill>
                <a:latin typeface="Consolas"/>
              </a:rPr>
              <a:t>    LineFault     : FB_AlarmHandler_LineFault;</a:t>
            </a:r>
            <a:endParaRPr/>
          </a:p>
          <a:p>
            <a:pPr algn="l">
              <a:lnSpc>
                <a:spcPct val="125000"/>
              </a:lnSpc>
              <a:defRPr/>
            </a:pPr>
            <a:r>
              <a:rPr sz="1200" b="0" i="0">
                <a:solidFill>
                  <a:srgbClr val="E6E8EB"/>
                </a:solidFill>
                <a:latin typeface="Consolas"/>
              </a:rPr>
              <a:t>    QualityFlag   : FB_AlarmHandler_QualityFlag;   // &lt;-- both available</a:t>
            </a:r>
            <a:endParaRPr/>
          </a:p>
          <a:p>
            <a:pPr algn="l">
              <a:lnSpc>
                <a:spcPct val="125000"/>
              </a:lnSpc>
              <a:defRPr/>
            </a:pPr>
            <a:r>
              <a:rPr sz="1200" b="0" i="0">
                <a:solidFill>
                  <a:srgbClr val="E6E8EB"/>
                </a:solidFill>
                <a:latin typeface="Consolas"/>
              </a:rPr>
              <a:t>    CycleLogger   : FB_CycleDataLogger;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Fill          : FB_StationFill(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swap point</a:t>
            </a:r>
            <a:endParaRPr/>
          </a:p>
          <a:p>
            <a:pPr algn="l">
              <a:lnSpc>
                <a:spcPct val="125000"/>
              </a:lnSpc>
              <a:defRPr/>
            </a:pPr>
            <a:r>
              <a:rPr sz="1200" b="0" i="0">
                <a:solidFill>
                  <a:srgbClr val="E6E8EB"/>
                </a:solidFill>
                <a:latin typeface="Consolas"/>
              </a:rPr>
              <a:t>                        DataLogger    := CycleLogger);</a:t>
            </a:r>
            <a:endParaRPr/>
          </a:p>
          <a:p>
            <a:pPr algn="l">
              <a:lnSpc>
                <a:spcPct val="125000"/>
              </a:lnSpc>
              <a:defRPr/>
            </a:pPr>
            <a:r>
              <a:rPr sz="1200" b="0" i="0">
                <a:solidFill>
                  <a:srgbClr val="E6E8EB"/>
                </a:solidFill>
                <a:latin typeface="Consolas"/>
              </a:rPr>
              <a:t>    Cap           : FB_StationCap(</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Label         : FB_StationLabel(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Inspect       : FB_StationInspect(</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this line</a:t>
            </a:r>
            <a:endParaRPr/>
          </a:p>
          <a:p>
            <a:pPr algn="l">
              <a:lnSpc>
                <a:spcPct val="125000"/>
              </a:lnSpc>
              <a:defRPr/>
            </a:pPr>
            <a:r>
              <a:rPr sz="1200" b="0" i="0">
                <a:solidFill>
                  <a:srgbClr val="E6E8EB"/>
                </a:solidFill>
                <a:latin typeface="Consolas"/>
              </a:rPr>
              <a:t>END_VAR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1413499"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2061317324" name="Title 2"/>
          <p:cNvSpPr>
            <a:spLocks noGrp="1"/>
          </p:cNvSpPr>
          <p:nvPr>
            <p:ph type="title"/>
          </p:nvPr>
        </p:nvSpPr>
        <p:spPr bwMode="auto"/>
        <p:txBody>
          <a:bodyPr/>
          <a:lstStyle/>
          <a:p>
            <a:pPr>
              <a:defRPr/>
            </a:pPr>
            <a:r>
              <a:rPr/>
              <a:t>SOLID — concretely, in this codebase</a:t>
            </a:r>
            <a:endParaRPr/>
          </a:p>
        </p:txBody>
      </p:sp>
      <p:sp>
        <p:nvSpPr>
          <p:cNvPr id="203162545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8423946" name="Title 1"/>
          <p:cNvSpPr>
            <a:spLocks noGrp="1"/>
          </p:cNvSpPr>
          <p:nvPr>
            <p:ph type="title"/>
          </p:nvPr>
        </p:nvSpPr>
        <p:spPr bwMode="auto"/>
        <p:txBody>
          <a:bodyPr/>
          <a:lstStyle/>
          <a:p>
            <a:pPr>
              <a:defRPr/>
            </a:pPr>
            <a:r>
              <a:rPr/>
              <a:t>Pre-emptive pushback</a:t>
            </a:r>
            <a:endParaRPr/>
          </a:p>
        </p:txBody>
      </p:sp>
      <p:sp>
        <p:nvSpPr>
          <p:cNvPr id="151078805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3 · 3A PRE-EMPTIVE PUSHBACK</a:t>
            </a:r>
            <a:endParaRPr/>
          </a:p>
        </p:txBody>
      </p:sp>
      <p:sp>
        <p:nvSpPr>
          <p:cNvPr id="1650136208"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526749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48831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73490229"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56217526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27235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441870"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1261349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7630673" name="Title 1"/>
          <p:cNvSpPr>
            <a:spLocks noGrp="1"/>
          </p:cNvSpPr>
          <p:nvPr>
            <p:ph type="title"/>
          </p:nvPr>
        </p:nvSpPr>
        <p:spPr bwMode="auto"/>
        <p:txBody>
          <a:bodyPr/>
          <a:lstStyle/>
          <a:p>
            <a:pPr>
              <a:defRPr/>
            </a:pPr>
            <a:r>
              <a:rPr/>
              <a:t>CR-1 — the composition way (Fill's exception comes free)</a:t>
            </a:r>
            <a:endParaRPr/>
          </a:p>
        </p:txBody>
      </p:sp>
      <p:sp>
        <p:nvSpPr>
          <p:cNvPr id="17685562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3B  ·  CR-1 HANDS-ON (10 MIN)</a:t>
            </a:r>
            <a:endParaRPr/>
          </a:p>
        </p:txBody>
      </p:sp>
      <p:sp>
        <p:nvSpPr>
          <p:cNvPr id="193941456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95358011"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1598954409"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08421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7367038" name="Title 2"/>
          <p:cNvSpPr>
            <a:spLocks noGrp="1"/>
          </p:cNvSpPr>
          <p:nvPr>
            <p:ph type="title"/>
          </p:nvPr>
        </p:nvSpPr>
        <p:spPr bwMode="auto"/>
        <p:txBody>
          <a:bodyPr/>
          <a:lstStyle/>
          <a:p>
            <a:pPr>
              <a:defRPr/>
            </a:pPr>
            <a:r>
              <a:rPr/>
              <a:t>Block 3 · 3C</a:t>
            </a:r>
            <a:endParaRPr/>
          </a:p>
        </p:txBody>
      </p:sp>
      <p:sp>
        <p:nvSpPr>
          <p:cNvPr id="80861721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472269"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42775454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722195777"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One line in MAIN. Watch.</a:t>
            </a:r>
            <a:endParaRPr/>
          </a:p>
          <a:p>
            <a:pPr algn="l">
              <a:lnSpc>
                <a:spcPct val="140000"/>
              </a:lnSpc>
              <a:defRPr/>
            </a:pPr>
            <a:r>
              <a:rPr sz="2000" b="0" i="1">
                <a:solidFill>
                  <a:srgbClr val="242A33"/>
                </a:solidFill>
                <a:latin typeface="Arial"/>
              </a:rPr>
              <a:t>Then pause. Don't fill the silence.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4745308" name="Title 1"/>
          <p:cNvSpPr>
            <a:spLocks noGrp="1"/>
          </p:cNvSpPr>
          <p:nvPr>
            <p:ph type="title"/>
          </p:nvPr>
        </p:nvSpPr>
        <p:spPr bwMode="auto"/>
        <p:txBody>
          <a:bodyPr/>
          <a:lstStyle/>
          <a:p>
            <a:pPr>
              <a:defRPr/>
            </a:pPr>
            <a:r>
              <a:rPr/>
              <a:t>The swap — one line in MAIN</a:t>
            </a:r>
            <a:endParaRPr/>
          </a:p>
        </p:txBody>
      </p:sp>
      <p:sp>
        <p:nvSpPr>
          <p:cNvPr id="119550117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THE HEADLINE SWAP</a:t>
            </a:r>
            <a:endParaRPr/>
          </a:p>
        </p:txBody>
      </p:sp>
      <p:sp>
        <p:nvSpPr>
          <p:cNvPr id="107416743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60608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86560980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3008778" name="Title 1"/>
          <p:cNvSpPr>
            <a:spLocks noGrp="1"/>
          </p:cNvSpPr>
          <p:nvPr>
            <p:ph type="title"/>
          </p:nvPr>
        </p:nvSpPr>
        <p:spPr bwMode="auto"/>
        <p:txBody>
          <a:bodyPr/>
          <a:lstStyle/>
          <a:p>
            <a:pPr>
              <a:defRPr/>
            </a:pPr>
            <a:r>
              <a:rPr/>
              <a:t>Block 3 · the workshop's central claim</a:t>
            </a:r>
            <a:endParaRPr/>
          </a:p>
        </p:txBody>
      </p:sp>
      <p:sp>
        <p:nvSpPr>
          <p:cNvPr id="6808136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092624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13470229"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1751322683"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59679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561780365" name="Title 2"/>
          <p:cNvSpPr>
            <a:spLocks noGrp="1"/>
          </p:cNvSpPr>
          <p:nvPr>
            <p:ph type="title"/>
          </p:nvPr>
        </p:nvSpPr>
        <p:spPr bwMode="auto"/>
        <p:txBody>
          <a:bodyPr/>
          <a:lstStyle/>
          <a:p>
            <a:pPr>
              <a:defRPr/>
            </a:pPr>
            <a:r>
              <a:rPr/>
              <a:t>CR-2 hands-on — the parallel sequencer</a:t>
            </a:r>
            <a:endParaRPr/>
          </a:p>
        </p:txBody>
      </p:sp>
      <p:sp>
        <p:nvSpPr>
          <p:cNvPr id="200425792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HANDS-ON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9941645" name="Title 1"/>
          <p:cNvSpPr>
            <a:spLocks noGrp="1"/>
          </p:cNvSpPr>
          <p:nvPr>
            <p:ph type="title"/>
          </p:nvPr>
        </p:nvSpPr>
        <p:spPr bwMode="auto"/>
        <p:txBody>
          <a:bodyPr/>
          <a:lstStyle/>
          <a:p>
            <a:pPr>
              <a:defRPr/>
            </a:pPr>
            <a:r>
              <a:rPr/>
              <a:t>CR-3 — DI all the way</a:t>
            </a:r>
            <a:endParaRPr/>
          </a:p>
        </p:txBody>
      </p:sp>
      <p:sp>
        <p:nvSpPr>
          <p:cNvPr id="15378493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3D  ·  CR-3 HANDS-ON (10 MIN)</a:t>
            </a:r>
            <a:endParaRPr/>
          </a:p>
        </p:txBody>
      </p:sp>
      <p:sp>
        <p:nvSpPr>
          <p:cNvPr id="24057674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125589742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61690343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851695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6601055"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97947847" name="Title 2"/>
          <p:cNvSpPr>
            <a:spLocks noGrp="1"/>
          </p:cNvSpPr>
          <p:nvPr>
            <p:ph type="title"/>
          </p:nvPr>
        </p:nvSpPr>
        <p:spPr bwMode="auto"/>
        <p:txBody>
          <a:bodyPr/>
          <a:lstStyle/>
          <a:p>
            <a:pPr>
              <a:defRPr/>
            </a:pPr>
            <a:r>
              <a:rPr/>
              <a:t>Even composition can be applied poorly</a:t>
            </a:r>
            <a:endParaRPr/>
          </a:p>
        </p:txBody>
      </p:sp>
      <p:sp>
        <p:nvSpPr>
          <p:cNvPr id="4876421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3E  ·  THE WRONG-WAY BRANCH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975348" name="Title 2"/>
          <p:cNvSpPr>
            <a:spLocks noGrp="1"/>
          </p:cNvSpPr>
          <p:nvPr>
            <p:ph type="title"/>
          </p:nvPr>
        </p:nvSpPr>
        <p:spPr bwMode="auto"/>
        <p:txBody>
          <a:bodyPr/>
          <a:lstStyle/>
          <a:p>
            <a:pPr>
              <a:defRPr/>
            </a:pPr>
            <a:r>
              <a:rPr/>
              <a:t>Block 4</a:t>
            </a:r>
            <a:endParaRPr/>
          </a:p>
        </p:txBody>
      </p:sp>
      <p:sp>
        <p:nvSpPr>
          <p:cNvPr id="1651827058"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128100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1811537524"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692991652"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2137265" name="Title 1"/>
          <p:cNvSpPr>
            <a:spLocks noGrp="1"/>
          </p:cNvSpPr>
          <p:nvPr>
            <p:ph type="title"/>
          </p:nvPr>
        </p:nvSpPr>
        <p:spPr bwMode="auto"/>
        <p:txBody>
          <a:bodyPr/>
          <a:lstStyle/>
          <a:p>
            <a:pPr>
              <a:defRPr/>
            </a:pPr>
            <a:r>
              <a:rPr/>
              <a:t>The scoreboard</a:t>
            </a:r>
            <a:endParaRPr/>
          </a:p>
        </p:txBody>
      </p:sp>
      <p:sp>
        <p:nvSpPr>
          <p:cNvPr id="13144775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a:t>
            </a:r>
            <a:endParaRPr/>
          </a:p>
        </p:txBody>
      </p:sp>
      <p:sp>
        <p:nvSpPr>
          <p:cNvPr id="1190641128"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440004"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1987896523"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969908"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569120780"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294908"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346349388"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2716806"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93772847"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467620"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1190348328"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677366"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1583186968"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240232"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1856222384"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280259"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054463538"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9086856"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1282944555"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25465"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407413322"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5528303"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503487440"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8123850"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2047431180"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2360921"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1515515380"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8524749"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621114164"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97880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4760556"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On these cross-cutting CRs, composition has the smallest blast radius. Different workloads would shift the ranking — the shape of the win matters more than the line count.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514426"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262072970" name="Title 2"/>
          <p:cNvSpPr>
            <a:spLocks noGrp="1"/>
          </p:cNvSpPr>
          <p:nvPr>
            <p:ph type="title"/>
          </p:nvPr>
        </p:nvSpPr>
        <p:spPr bwMode="auto"/>
        <p:txBody>
          <a:bodyPr/>
          <a:lstStyle/>
          <a:p>
            <a:pPr>
              <a:defRPr/>
            </a:pPr>
            <a:r>
              <a:rPr/>
              <a:t>Reading the numbers — blast radius, not lines</a:t>
            </a:r>
            <a:endParaRPr/>
          </a:p>
        </p:txBody>
      </p:sp>
      <p:sp>
        <p:nvSpPr>
          <p:cNvPr id="16094752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870826"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064776691" name="Title 2"/>
          <p:cNvSpPr>
            <a:spLocks noGrp="1"/>
          </p:cNvSpPr>
          <p:nvPr>
            <p:ph type="title"/>
          </p:nvPr>
        </p:nvSpPr>
        <p:spPr bwMode="auto"/>
        <p:txBody>
          <a:bodyPr/>
          <a:lstStyle/>
          <a:p>
            <a:pPr>
              <a:defRPr/>
            </a:pPr>
            <a:r>
              <a:rPr/>
              <a:t>The quiet long-tail value — testability</a:t>
            </a:r>
            <a:endParaRPr/>
          </a:p>
        </p:txBody>
      </p:sp>
      <p:sp>
        <p:nvSpPr>
          <p:cNvPr id="28005299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3604022" name="Title 1"/>
          <p:cNvSpPr>
            <a:spLocks noGrp="1"/>
          </p:cNvSpPr>
          <p:nvPr>
            <p:ph type="title"/>
          </p:nvPr>
        </p:nvSpPr>
        <p:spPr bwMode="auto"/>
        <p:txBody>
          <a:bodyPr/>
          <a:lstStyle/>
          <a:p>
            <a:pPr>
              <a:defRPr/>
            </a:pPr>
            <a:r>
              <a:rPr/>
              <a:t>Which stage for which shop?</a:t>
            </a:r>
            <a:endParaRPr/>
          </a:p>
        </p:txBody>
      </p:sp>
      <p:sp>
        <p:nvSpPr>
          <p:cNvPr id="1719359395"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208283917"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6109321"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1443120474"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2020443495"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9443770"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2441992"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908593052"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17547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7876705"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8836013"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09208686"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814175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1250101915" name="Title 2"/>
          <p:cNvSpPr>
            <a:spLocks noGrp="1"/>
          </p:cNvSpPr>
          <p:nvPr>
            <p:ph type="title"/>
          </p:nvPr>
        </p:nvSpPr>
        <p:spPr bwMode="auto"/>
        <p:txBody>
          <a:bodyPr/>
          <a:lstStyle/>
          <a:p>
            <a:pPr>
              <a:defRPr/>
            </a:pPr>
            <a:r>
              <a:rPr/>
              <a:t>Customer-conversation rehearsal</a:t>
            </a:r>
            <a:endParaRPr/>
          </a:p>
        </p:txBody>
      </p:sp>
      <p:sp>
        <p:nvSpPr>
          <p:cNvPr id="99821116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4B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0932695"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893134567" name="Title 2"/>
          <p:cNvSpPr>
            <a:spLocks noGrp="1"/>
          </p:cNvSpPr>
          <p:nvPr>
            <p:ph type="title"/>
          </p:nvPr>
        </p:nvSpPr>
        <p:spPr bwMode="auto"/>
        <p:txBody>
          <a:bodyPr/>
          <a:lstStyle/>
          <a:p>
            <a:pPr>
              <a:defRPr/>
            </a:pPr>
            <a:r>
              <a:rPr/>
              <a:t>Continuation kit</a:t>
            </a:r>
            <a:endParaRPr/>
          </a:p>
        </p:txBody>
      </p:sp>
      <p:sp>
        <p:nvSpPr>
          <p:cNvPr id="93512624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7524870"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972344354" name="Title 2"/>
          <p:cNvSpPr>
            <a:spLocks noGrp="1"/>
          </p:cNvSpPr>
          <p:nvPr>
            <p:ph type="title"/>
          </p:nvPr>
        </p:nvSpPr>
        <p:spPr bwMode="auto"/>
        <p:txBody>
          <a:bodyPr/>
          <a:lstStyle/>
          <a:p>
            <a:pPr>
              <a:defRPr/>
            </a:pPr>
            <a:r>
              <a:rPr/>
              <a:t>Personal recommendations — what makes it stick</a:t>
            </a:r>
            <a:endParaRPr/>
          </a:p>
        </p:txBody>
      </p:sp>
      <p:sp>
        <p:nvSpPr>
          <p:cNvPr id="103221545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CONTINUATION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0620604" name="Title 1"/>
          <p:cNvSpPr>
            <a:spLocks noGrp="1"/>
          </p:cNvSpPr>
          <p:nvPr>
            <p:ph type="title"/>
          </p:nvPr>
        </p:nvSpPr>
        <p:spPr bwMode="auto"/>
        <p:txBody>
          <a:bodyPr/>
          <a:lstStyle/>
          <a:p>
            <a:pPr>
              <a:defRPr/>
            </a:pPr>
            <a:r>
              <a:rPr/>
              <a:t>Wrap</a:t>
            </a:r>
            <a:endParaRPr/>
          </a:p>
        </p:txBody>
      </p:sp>
      <p:sp>
        <p:nvSpPr>
          <p:cNvPr id="1769734898"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29018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374028735"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practitioners, then teachers</a:t>
            </a:r>
            <a:endParaRPr/>
          </a:p>
        </p:txBody>
      </p:sp>
      <p:sp>
        <p:nvSpPr>
          <p:cNvPr id="1429126157" name="TextBox 5"/>
          <p:cNvSpPr txBox="1"/>
          <p:nvPr/>
        </p:nvSpPr>
        <p:spPr bwMode="auto">
          <a:xfrm>
            <a:off x="0" y="2769503"/>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practitioner part comes from doing the workshop. You did that today.</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
        <p:nvSpPr>
          <p:cNvPr id="1911550173" name="TextBox 6"/>
          <p:cNvSpPr txBox="1"/>
          <p:nvPr/>
        </p:nvSpPr>
        <p:spPr bwMode="auto">
          <a:xfrm>
            <a:off x="0" y="6035039"/>
            <a:ext cx="10012680" cy="365760"/>
          </a:xfrm>
          <a:prstGeom prst="rect">
            <a:avLst/>
          </a:prstGeom>
          <a:noFill/>
        </p:spPr>
        <p:txBody>
          <a:bodyPr wrap="square" lIns="0" tIns="0" rIns="0" bIns="0" anchor="t">
            <a:spAutoFit/>
          </a:bodyPr>
          <a:lstStyle/>
          <a:p>
            <a:pPr algn="l">
              <a:lnSpc>
                <a:spcPct val="114999"/>
              </a:lnSpc>
              <a:defRPr/>
            </a:pPr>
            <a:r>
              <a:rPr sz="1200" b="0" i="0">
                <a:solidFill>
                  <a:srgbClr val="B3BCC8"/>
                </a:solidFill>
                <a:latin typeface="Arial"/>
              </a:rPr>
              <a:t>github.com/Mark-Code-Cowboys/NEM_Workshop  ·  ./serve-docs.sh  ·  Questions welcome.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4605336" name="Title 2"/>
          <p:cNvSpPr>
            <a:spLocks noGrp="1"/>
          </p:cNvSpPr>
          <p:nvPr>
            <p:ph type="title"/>
          </p:nvPr>
        </p:nvSpPr>
        <p:spPr bwMode="auto"/>
        <p:txBody>
          <a:bodyPr/>
          <a:lstStyle/>
          <a:p>
            <a:pPr>
              <a:defRPr/>
            </a:pPr>
            <a:r>
              <a:rPr/>
              <a:t>Backup</a:t>
            </a:r>
            <a:endParaRPr/>
          </a:p>
        </p:txBody>
      </p:sp>
      <p:sp>
        <p:nvSpPr>
          <p:cNvPr id="138870911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207823"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42353933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18262572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0053147" name="Title 1"/>
          <p:cNvSpPr>
            <a:spLocks noGrp="1"/>
          </p:cNvSpPr>
          <p:nvPr>
            <p:ph type="title"/>
          </p:nvPr>
        </p:nvSpPr>
        <p:spPr bwMode="auto"/>
        <p:txBody>
          <a:bodyPr/>
          <a:lstStyle/>
          <a:p>
            <a:pPr>
              <a:defRPr/>
            </a:pPr>
            <a:r>
              <a:rPr/>
              <a:t>Pacing levers — what to cut, what to add</a:t>
            </a:r>
            <a:endParaRPr/>
          </a:p>
        </p:txBody>
      </p:sp>
      <p:sp>
        <p:nvSpPr>
          <p:cNvPr id="143780893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
        <p:nvSpPr>
          <p:cNvPr id="177951503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0042633"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05350175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2101038866"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610316722"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564413"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186437808" name="Title 2"/>
          <p:cNvSpPr>
            <a:spLocks noGrp="1"/>
          </p:cNvSpPr>
          <p:nvPr>
            <p:ph type="title"/>
          </p:nvPr>
        </p:nvSpPr>
        <p:spPr bwMode="auto"/>
        <p:txBody>
          <a:bodyPr/>
          <a:lstStyle/>
          <a:p>
            <a:pPr>
              <a:defRPr/>
            </a:pPr>
            <a:r>
              <a:rPr/>
              <a:t>Bonus — PlcTestSuite demo (only if class finishes early)</a:t>
            </a:r>
            <a:endParaRPr/>
          </a:p>
        </p:txBody>
      </p:sp>
      <p:sp>
        <p:nvSpPr>
          <p:cNvPr id="165542085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BONUS CONTENT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1315912" name="Title 1"/>
          <p:cNvSpPr>
            <a:spLocks noGrp="1"/>
          </p:cNvSpPr>
          <p:nvPr>
            <p:ph type="title"/>
          </p:nvPr>
        </p:nvSpPr>
        <p:spPr bwMode="auto"/>
        <p:txBody>
          <a:bodyPr/>
          <a:lstStyle/>
          <a:p>
            <a:pPr>
              <a:defRPr/>
            </a:pPr>
            <a:r>
              <a:rPr/>
              <a:t>Materials checklist</a:t>
            </a:r>
            <a:endParaRPr/>
          </a:p>
        </p:txBody>
      </p:sp>
      <p:sp>
        <p:nvSpPr>
          <p:cNvPr id="162766179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CHECKLIST</a:t>
            </a:r>
            <a:endParaRPr/>
          </a:p>
        </p:txBody>
      </p:sp>
      <p:sp>
        <p:nvSpPr>
          <p:cNvPr id="1899505251"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866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5008184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560553017"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186581569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7210186"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2134141392" name="Title 2"/>
          <p:cNvSpPr>
            <a:spLocks noGrp="1"/>
          </p:cNvSpPr>
          <p:nvPr>
            <p:ph type="title"/>
          </p:nvPr>
        </p:nvSpPr>
        <p:spPr bwMode="auto"/>
        <p:txBody>
          <a:bodyPr/>
          <a:lstStyle/>
          <a:p>
            <a:pPr>
              <a:defRPr/>
            </a:pPr>
            <a:r>
              <a:rPr/>
              <a:t>Shorter versions — when 4 hours isn't on the table</a:t>
            </a:r>
            <a:endParaRPr/>
          </a:p>
        </p:txBody>
      </p:sp>
      <p:sp>
        <p:nvSpPr>
          <p:cNvPr id="157179147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"We don't use SPT — we already have our own base classes."</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fine. We're teaching a methodology, not a library. Stage 2 uses SPT — Beckhoff USA's public Community library, a useful starting point if you want one. Stage 3 sits on Core / CoreComponents, which are internal Beckhoff USA libraries today (the foundation SPT itself builds on). Your in-house base classes apply the same patterns: base + virtual hooks for Stage 2 ergonomics; interfaces + DI for Stage 3.</a:t>
            </a:r>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BACKUP  ·  EXTENDED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"How does this play with PackML / OMAC / ISA-88?"</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PackML and OMAC are the same idea at machine scale — a shared base contract for states (Idle / Running / Suspended / Aborted). The Stage 2 base-class approach IS a small PackML; Tc3_PackML_V3 is the full version. Stage 3's interfaces complement it — your PackML lifecycle becomes one component among many that your stations compose.</a:t>
            </a:r>
            <a:endParaRPr/>
          </a:p>
        </p:txBody>
      </p:sp>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0</Words>
  <Application>ONLYOFFICE/9.3.1.8</Application>
  <PresentationFormat>On-screen Show (4:3)</PresentationFormat>
  <Paragraphs>0</Paragraphs>
  <Slides>82</Slides>
  <Notes>82</Notes>
  <HiddenSlides>0</HiddenSlides>
  <MMClips>2</MMClips>
  <ScaleCrop>0</ScaleCrop>
  <HeadingPairs>
    <vt:vector size="4" baseType="variant">
      <vt:variant>
        <vt:lpstr>Theme</vt:lpstr>
      </vt:variant>
      <vt:variant>
        <vt:i4>2</vt:i4>
      </vt:variant>
      <vt:variant>
        <vt:lpstr>Slide Titles</vt:lpstr>
      </vt:variant>
      <vt:variant>
        <vt:i4>82</vt:i4>
      </vt:variant>
    </vt:vector>
  </HeadingPairs>
  <TitlesOfParts>
    <vt:vector size="84"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
  <cp:revision>51</cp:revision>
  <dcterms:created xsi:type="dcterms:W3CDTF">2023-02-27T12:44:26Z</dcterms:created>
  <dcterms:modified xsi:type="dcterms:W3CDTF">2026-05-22T17:48:23Z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